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71" r:id="rId5"/>
    <p:sldId id="280" r:id="rId6"/>
    <p:sldId id="281" r:id="rId7"/>
    <p:sldId id="2147479333" r:id="rId8"/>
    <p:sldId id="290" r:id="rId9"/>
    <p:sldId id="303" r:id="rId10"/>
    <p:sldId id="2147479327" r:id="rId11"/>
    <p:sldId id="302" r:id="rId12"/>
    <p:sldId id="2147479330" r:id="rId13"/>
    <p:sldId id="2147479367" r:id="rId14"/>
    <p:sldId id="2147479369"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ME" id="{439981E6-2CE0-424E-AF8F-72421AC80A5F}">
          <p14:sldIdLst>
            <p14:sldId id="271"/>
            <p14:sldId id="280"/>
            <p14:sldId id="281"/>
            <p14:sldId id="2147479333"/>
            <p14:sldId id="290"/>
            <p14:sldId id="303"/>
            <p14:sldId id="2147479327"/>
            <p14:sldId id="302"/>
            <p14:sldId id="2147479330"/>
            <p14:sldId id="2147479367"/>
            <p14:sldId id="214747936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467F5F-A2F6-D5B5-8542-B8FAA38D685F}" name="Keisha Ridwan" initials="KR" userId="S::keisha.ridwan@landorandfitch.com::b5d18e47-bc42-422a-a197-fcf3ca4d761f" providerId="AD"/>
  <p188:author id="{2280EC83-09D8-1224-3497-567025AB73F7}" name="Kristin Panes" initials="" userId="S::Kristin.Panes@landorandfitch.com::1092eef3-c05f-4456-bc5d-f4aea8e73c4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2" autoAdjust="0"/>
    <p:restoredTop sz="94643"/>
  </p:normalViewPr>
  <p:slideViewPr>
    <p:cSldViewPr snapToGrid="0">
      <p:cViewPr varScale="1">
        <p:scale>
          <a:sx n="64" d="100"/>
          <a:sy n="64" d="100"/>
        </p:scale>
        <p:origin x="718" y="3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0" d="100"/>
          <a:sy n="100" d="100"/>
        </p:scale>
        <p:origin x="355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002733"/>
            </a:solidFill>
            <a:ln>
              <a:noFill/>
            </a:ln>
            <a:effectLst/>
          </c:spPr>
          <c:invertIfNegative val="0"/>
          <c:cat>
            <c:strRef>
              <c:f>Sheet1!$A$2:$A$6</c:f>
              <c:strCache>
                <c:ptCount val="5"/>
                <c:pt idx="0">
                  <c:v>Sector 01</c:v>
                </c:pt>
                <c:pt idx="1">
                  <c:v>Sector 02</c:v>
                </c:pt>
                <c:pt idx="2">
                  <c:v>Sector 03</c:v>
                </c:pt>
                <c:pt idx="3">
                  <c:v>Sector 04</c:v>
                </c:pt>
                <c:pt idx="4">
                  <c:v>Sector 05</c:v>
                </c:pt>
              </c:strCache>
            </c:strRef>
          </c:cat>
          <c:val>
            <c:numRef>
              <c:f>Sheet1!$B$2:$B$6</c:f>
              <c:numCache>
                <c:formatCode>General</c:formatCode>
                <c:ptCount val="5"/>
                <c:pt idx="0">
                  <c:v>0.7</c:v>
                </c:pt>
                <c:pt idx="1">
                  <c:v>1.1000000000000001</c:v>
                </c:pt>
                <c:pt idx="2">
                  <c:v>2.2000000000000002</c:v>
                </c:pt>
                <c:pt idx="3">
                  <c:v>2.5</c:v>
                </c:pt>
                <c:pt idx="4">
                  <c:v>2.2999999999999998</c:v>
                </c:pt>
              </c:numCache>
            </c:numRef>
          </c:val>
          <c:extLst>
            <c:ext xmlns:c16="http://schemas.microsoft.com/office/drawing/2014/chart" uri="{C3380CC4-5D6E-409C-BE32-E72D297353CC}">
              <c16:uniqueId val="{00000000-ADB6-894F-8394-4DE72D7D3AA8}"/>
            </c:ext>
          </c:extLst>
        </c:ser>
        <c:ser>
          <c:idx val="1"/>
          <c:order val="1"/>
          <c:tx>
            <c:strRef>
              <c:f>Sheet1!$C$1</c:f>
              <c:strCache>
                <c:ptCount val="1"/>
                <c:pt idx="0">
                  <c:v>Series 2</c:v>
                </c:pt>
              </c:strCache>
            </c:strRef>
          </c:tx>
          <c:spPr>
            <a:solidFill>
              <a:srgbClr val="667D85"/>
            </a:solidFill>
            <a:ln>
              <a:noFill/>
            </a:ln>
            <a:effectLst/>
          </c:spPr>
          <c:invertIfNegative val="0"/>
          <c:cat>
            <c:strRef>
              <c:f>Sheet1!$A$2:$A$6</c:f>
              <c:strCache>
                <c:ptCount val="5"/>
                <c:pt idx="0">
                  <c:v>Sector 01</c:v>
                </c:pt>
                <c:pt idx="1">
                  <c:v>Sector 02</c:v>
                </c:pt>
                <c:pt idx="2">
                  <c:v>Sector 03</c:v>
                </c:pt>
                <c:pt idx="3">
                  <c:v>Sector 04</c:v>
                </c:pt>
                <c:pt idx="4">
                  <c:v>Sector 05</c:v>
                </c:pt>
              </c:strCache>
            </c:strRef>
          </c:cat>
          <c:val>
            <c:numRef>
              <c:f>Sheet1!$C$2:$C$6</c:f>
              <c:numCache>
                <c:formatCode>General</c:formatCode>
                <c:ptCount val="5"/>
                <c:pt idx="0">
                  <c:v>1</c:v>
                </c:pt>
                <c:pt idx="1">
                  <c:v>1.4</c:v>
                </c:pt>
                <c:pt idx="2">
                  <c:v>2.4</c:v>
                </c:pt>
                <c:pt idx="3">
                  <c:v>2.8</c:v>
                </c:pt>
                <c:pt idx="4">
                  <c:v>3</c:v>
                </c:pt>
              </c:numCache>
            </c:numRef>
          </c:val>
          <c:extLst>
            <c:ext xmlns:c16="http://schemas.microsoft.com/office/drawing/2014/chart" uri="{C3380CC4-5D6E-409C-BE32-E72D297353CC}">
              <c16:uniqueId val="{00000001-ADB6-894F-8394-4DE72D7D3AA8}"/>
            </c:ext>
          </c:extLst>
        </c:ser>
        <c:dLbls>
          <c:showLegendKey val="0"/>
          <c:showVal val="0"/>
          <c:showCatName val="0"/>
          <c:showSerName val="0"/>
          <c:showPercent val="0"/>
          <c:showBubbleSize val="0"/>
        </c:dLbls>
        <c:gapWidth val="219"/>
        <c:axId val="316271295"/>
        <c:axId val="316301615"/>
      </c:barChart>
      <c:catAx>
        <c:axId val="316271295"/>
        <c:scaling>
          <c:orientation val="minMax"/>
        </c:scaling>
        <c:delete val="0"/>
        <c:axPos val="b"/>
        <c:numFmt formatCode="General" sourceLinked="1"/>
        <c:majorTickMark val="none"/>
        <c:minorTickMark val="none"/>
        <c:tickLblPos val="nextTo"/>
        <c:spPr>
          <a:noFill/>
          <a:ln w="9525" cap="flat" cmpd="sng" algn="ctr">
            <a:solidFill>
              <a:srgbClr val="00806F"/>
            </a:solidFill>
            <a:round/>
            <a:tailEnd type="arrow" w="med" len="sm"/>
          </a:ln>
          <a:effectLst/>
        </c:spPr>
        <c:txPr>
          <a:bodyPr rot="-60000000" spcFirstLastPara="1" vertOverflow="ellipsis" vert="horz" wrap="square" anchor="ctr" anchorCtr="1"/>
          <a:lstStyle/>
          <a:p>
            <a:pPr>
              <a:defRPr sz="1050" b="0" i="0" u="none" strike="noStrike" kern="1200" baseline="0">
                <a:solidFill>
                  <a:schemeClr val="accent6"/>
                </a:solidFill>
                <a:latin typeface="+mn-lt"/>
                <a:ea typeface="+mn-ea"/>
                <a:cs typeface="+mn-cs"/>
              </a:defRPr>
            </a:pPr>
            <a:endParaRPr lang="en-US"/>
          </a:p>
        </c:txPr>
        <c:crossAx val="316301615"/>
        <c:crosses val="autoZero"/>
        <c:auto val="1"/>
        <c:lblAlgn val="ctr"/>
        <c:lblOffset val="100"/>
        <c:noMultiLvlLbl val="0"/>
      </c:catAx>
      <c:valAx>
        <c:axId val="316301615"/>
        <c:scaling>
          <c:orientation val="minMax"/>
          <c:max val="3"/>
        </c:scaling>
        <c:delete val="0"/>
        <c:axPos val="l"/>
        <c:majorGridlines>
          <c:spPr>
            <a:ln w="9525" cap="flat" cmpd="sng" algn="ctr">
              <a:solidFill>
                <a:schemeClr val="tx2">
                  <a:lumMod val="60000"/>
                  <a:lumOff val="40000"/>
                  <a:alpha val="20000"/>
                </a:schemeClr>
              </a:solidFill>
              <a:round/>
            </a:ln>
            <a:effectLst/>
          </c:spPr>
        </c:majorGridlines>
        <c:numFmt formatCode="General" sourceLinked="1"/>
        <c:majorTickMark val="none"/>
        <c:minorTickMark val="none"/>
        <c:tickLblPos val="nextTo"/>
        <c:spPr>
          <a:noFill/>
          <a:ln>
            <a:solidFill>
              <a:srgbClr val="00806F"/>
            </a:solidFill>
            <a:tailEnd type="arrow" w="med" len="sm"/>
          </a:ln>
          <a:effectLst/>
        </c:spPr>
        <c:txPr>
          <a:bodyPr rot="-60000000" spcFirstLastPara="1" vertOverflow="ellipsis" vert="horz" wrap="square" anchor="ctr" anchorCtr="1"/>
          <a:lstStyle/>
          <a:p>
            <a:pPr>
              <a:defRPr sz="1050" b="0" i="0" u="none" strike="noStrike" kern="1200" baseline="0">
                <a:solidFill>
                  <a:schemeClr val="accent6"/>
                </a:solidFill>
                <a:latin typeface="+mn-lt"/>
                <a:ea typeface="+mn-ea"/>
                <a:cs typeface="+mn-cs"/>
              </a:defRPr>
            </a:pPr>
            <a:endParaRPr lang="en-US"/>
          </a:p>
        </c:txPr>
        <c:crossAx val="316271295"/>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4.3627879848352682E-4"/>
          <c:w val="1"/>
          <c:h val="0.7349018372703412"/>
        </c:manualLayout>
      </c:layout>
      <c:barChart>
        <c:barDir val="col"/>
        <c:grouping val="clustered"/>
        <c:varyColors val="0"/>
        <c:ser>
          <c:idx val="0"/>
          <c:order val="0"/>
          <c:tx>
            <c:strRef>
              <c:f>Tabelle1!$B$1</c:f>
              <c:strCache>
                <c:ptCount val="1"/>
                <c:pt idx="0">
                  <c:v>2018</c:v>
                </c:pt>
              </c:strCache>
            </c:strRef>
          </c:tx>
          <c:spPr>
            <a:solidFill>
              <a:schemeClr val="accent1"/>
            </a:solidFill>
            <a:ln>
              <a:noFill/>
            </a:ln>
            <a:effectLst/>
          </c:spPr>
          <c:invertIfNegative val="0"/>
          <c:dPt>
            <c:idx val="3"/>
            <c:invertIfNegative val="0"/>
            <c:bubble3D val="0"/>
            <c:spPr>
              <a:solidFill>
                <a:schemeClr val="accent1"/>
              </a:solidFill>
              <a:ln>
                <a:noFill/>
              </a:ln>
              <a:effectLst/>
            </c:spPr>
            <c:extLst>
              <c:ext xmlns:c16="http://schemas.microsoft.com/office/drawing/2014/chart" uri="{C3380CC4-5D6E-409C-BE32-E72D297353CC}">
                <c16:uniqueId val="{00000001-6C21-4DE0-8BE7-2E73C8740780}"/>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3-6C21-4DE0-8BE7-2E73C8740780}"/>
              </c:ext>
            </c:extLst>
          </c:dPt>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Tabelle1!$A$2:$A$3</c:f>
              <c:strCache>
                <c:ptCount val="2"/>
                <c:pt idx="0">
                  <c:v>Company 1</c:v>
                </c:pt>
                <c:pt idx="1">
                  <c:v>Company 2</c:v>
                </c:pt>
              </c:strCache>
            </c:strRef>
          </c:cat>
          <c:val>
            <c:numRef>
              <c:f>Tabelle1!$B$2:$B$3</c:f>
              <c:numCache>
                <c:formatCode>General</c:formatCode>
                <c:ptCount val="2"/>
                <c:pt idx="0">
                  <c:v>4.3</c:v>
                </c:pt>
                <c:pt idx="1">
                  <c:v>3.5</c:v>
                </c:pt>
              </c:numCache>
            </c:numRef>
          </c:val>
          <c:extLst>
            <c:ext xmlns:c16="http://schemas.microsoft.com/office/drawing/2014/chart" uri="{C3380CC4-5D6E-409C-BE32-E72D297353CC}">
              <c16:uniqueId val="{00000004-6C21-4DE0-8BE7-2E73C8740780}"/>
            </c:ext>
          </c:extLst>
        </c:ser>
        <c:ser>
          <c:idx val="1"/>
          <c:order val="1"/>
          <c:tx>
            <c:strRef>
              <c:f>Tabelle1!$C$1</c:f>
              <c:strCache>
                <c:ptCount val="1"/>
                <c:pt idx="0">
                  <c:v>2019</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Tabelle1!$A$2:$A$3</c:f>
              <c:strCache>
                <c:ptCount val="2"/>
                <c:pt idx="0">
                  <c:v>Company 1</c:v>
                </c:pt>
                <c:pt idx="1">
                  <c:v>Company 2</c:v>
                </c:pt>
              </c:strCache>
            </c:strRef>
          </c:cat>
          <c:val>
            <c:numRef>
              <c:f>Tabelle1!$C$2:$C$3</c:f>
              <c:numCache>
                <c:formatCode>General</c:formatCode>
                <c:ptCount val="2"/>
                <c:pt idx="0">
                  <c:v>2.5</c:v>
                </c:pt>
                <c:pt idx="1">
                  <c:v>4.3</c:v>
                </c:pt>
              </c:numCache>
            </c:numRef>
          </c:val>
          <c:extLst>
            <c:ext xmlns:c16="http://schemas.microsoft.com/office/drawing/2014/chart" uri="{C3380CC4-5D6E-409C-BE32-E72D297353CC}">
              <c16:uniqueId val="{00000005-6C21-4DE0-8BE7-2E73C8740780}"/>
            </c:ext>
          </c:extLst>
        </c:ser>
        <c:ser>
          <c:idx val="2"/>
          <c:order val="2"/>
          <c:tx>
            <c:strRef>
              <c:f>Tabelle1!$D$1</c:f>
              <c:strCache>
                <c:ptCount val="1"/>
                <c:pt idx="0">
                  <c:v>2020</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Tabelle1!$A$2:$A$3</c:f>
              <c:strCache>
                <c:ptCount val="2"/>
                <c:pt idx="0">
                  <c:v>Company 1</c:v>
                </c:pt>
                <c:pt idx="1">
                  <c:v>Company 2</c:v>
                </c:pt>
              </c:strCache>
            </c:strRef>
          </c:cat>
          <c:val>
            <c:numRef>
              <c:f>Tabelle1!$D$2:$D$3</c:f>
              <c:numCache>
                <c:formatCode>General</c:formatCode>
                <c:ptCount val="2"/>
                <c:pt idx="0">
                  <c:v>1.8</c:v>
                </c:pt>
                <c:pt idx="1">
                  <c:v>2.2999999999999998</c:v>
                </c:pt>
              </c:numCache>
            </c:numRef>
          </c:val>
          <c:extLst>
            <c:ext xmlns:c16="http://schemas.microsoft.com/office/drawing/2014/chart" uri="{C3380CC4-5D6E-409C-BE32-E72D297353CC}">
              <c16:uniqueId val="{00000006-6C21-4DE0-8BE7-2E73C8740780}"/>
            </c:ext>
          </c:extLst>
        </c:ser>
        <c:ser>
          <c:idx val="3"/>
          <c:order val="3"/>
          <c:tx>
            <c:strRef>
              <c:f>Tabelle1!$E$1</c:f>
              <c:strCache>
                <c:ptCount val="1"/>
                <c:pt idx="0">
                  <c:v>2021</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Tabelle1!$A$2:$A$3</c:f>
              <c:strCache>
                <c:ptCount val="2"/>
                <c:pt idx="0">
                  <c:v>Company 1</c:v>
                </c:pt>
                <c:pt idx="1">
                  <c:v>Company 2</c:v>
                </c:pt>
              </c:strCache>
            </c:strRef>
          </c:cat>
          <c:val>
            <c:numRef>
              <c:f>Tabelle1!$E$2:$E$3</c:f>
              <c:numCache>
                <c:formatCode>General</c:formatCode>
                <c:ptCount val="2"/>
                <c:pt idx="0">
                  <c:v>5.2</c:v>
                </c:pt>
                <c:pt idx="1">
                  <c:v>6.8</c:v>
                </c:pt>
              </c:numCache>
            </c:numRef>
          </c:val>
          <c:extLst>
            <c:ext xmlns:c16="http://schemas.microsoft.com/office/drawing/2014/chart" uri="{C3380CC4-5D6E-409C-BE32-E72D297353CC}">
              <c16:uniqueId val="{00000007-6C21-4DE0-8BE7-2E73C8740780}"/>
            </c:ext>
          </c:extLst>
        </c:ser>
        <c:ser>
          <c:idx val="4"/>
          <c:order val="4"/>
          <c:tx>
            <c:strRef>
              <c:f>Tabelle1!$F$1</c:f>
              <c:strCache>
                <c:ptCount val="1"/>
                <c:pt idx="0">
                  <c:v>2022</c:v>
                </c:pt>
              </c:strCache>
            </c:strRef>
          </c:tx>
          <c:spPr>
            <a:solidFill>
              <a:schemeClr val="accent5"/>
            </a:solidFill>
            <a:ln>
              <a:noFill/>
            </a:ln>
            <a:effectLst/>
          </c:spPr>
          <c:invertIfNegative val="0"/>
          <c:dPt>
            <c:idx val="0"/>
            <c:invertIfNegative val="0"/>
            <c:bubble3D val="0"/>
            <c:spPr>
              <a:solidFill>
                <a:schemeClr val="accent5"/>
              </a:solidFill>
              <a:ln>
                <a:noFill/>
              </a:ln>
              <a:effectLst/>
            </c:spPr>
            <c:extLst>
              <c:ext xmlns:c16="http://schemas.microsoft.com/office/drawing/2014/chart" uri="{C3380CC4-5D6E-409C-BE32-E72D297353CC}">
                <c16:uniqueId val="{00000009-6C21-4DE0-8BE7-2E73C8740780}"/>
              </c:ext>
            </c:extLst>
          </c:dPt>
          <c:dPt>
            <c:idx val="1"/>
            <c:invertIfNegative val="0"/>
            <c:bubble3D val="0"/>
            <c:spPr>
              <a:solidFill>
                <a:schemeClr val="accent5"/>
              </a:solidFill>
              <a:ln>
                <a:noFill/>
              </a:ln>
              <a:effectLst/>
            </c:spPr>
            <c:extLst>
              <c:ext xmlns:c16="http://schemas.microsoft.com/office/drawing/2014/chart" uri="{C3380CC4-5D6E-409C-BE32-E72D297353CC}">
                <c16:uniqueId val="{0000000B-6C21-4DE0-8BE7-2E73C8740780}"/>
              </c:ext>
            </c:extLst>
          </c:dPt>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Tabelle1!$A$2:$A$3</c:f>
              <c:strCache>
                <c:ptCount val="2"/>
                <c:pt idx="0">
                  <c:v>Company 1</c:v>
                </c:pt>
                <c:pt idx="1">
                  <c:v>Company 2</c:v>
                </c:pt>
              </c:strCache>
            </c:strRef>
          </c:cat>
          <c:val>
            <c:numRef>
              <c:f>Tabelle1!$F$2:$F$3</c:f>
              <c:numCache>
                <c:formatCode>General</c:formatCode>
                <c:ptCount val="2"/>
                <c:pt idx="0">
                  <c:v>4.0999999999999996</c:v>
                </c:pt>
                <c:pt idx="1">
                  <c:v>2.5</c:v>
                </c:pt>
              </c:numCache>
            </c:numRef>
          </c:val>
          <c:extLst>
            <c:ext xmlns:c16="http://schemas.microsoft.com/office/drawing/2014/chart" uri="{C3380CC4-5D6E-409C-BE32-E72D297353CC}">
              <c16:uniqueId val="{0000000E-6C21-4DE0-8BE7-2E73C8740780}"/>
            </c:ext>
          </c:extLst>
        </c:ser>
        <c:ser>
          <c:idx val="5"/>
          <c:order val="5"/>
          <c:tx>
            <c:strRef>
              <c:f>Tabelle1!$G$1</c:f>
              <c:strCache>
                <c:ptCount val="1"/>
                <c:pt idx="0">
                  <c:v>2023</c:v>
                </c:pt>
              </c:strCache>
            </c:strRef>
          </c:tx>
          <c:spPr>
            <a:solidFill>
              <a:schemeClr val="accent6"/>
            </a:solidFill>
            <a:ln>
              <a:noFill/>
            </a:ln>
            <a:effectLst/>
          </c:spPr>
          <c:invertIfNegative val="0"/>
          <c:dPt>
            <c:idx val="0"/>
            <c:invertIfNegative val="0"/>
            <c:bubble3D val="0"/>
            <c:spPr>
              <a:solidFill>
                <a:schemeClr val="accent6"/>
              </a:solidFill>
              <a:ln>
                <a:noFill/>
              </a:ln>
              <a:effectLst/>
            </c:spPr>
            <c:extLst>
              <c:ext xmlns:c16="http://schemas.microsoft.com/office/drawing/2014/chart" uri="{C3380CC4-5D6E-409C-BE32-E72D297353CC}">
                <c16:uniqueId val="{00000010-6C21-4DE0-8BE7-2E73C8740780}"/>
              </c:ext>
            </c:extLst>
          </c:dPt>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Tabelle1!$A$2:$A$3</c:f>
              <c:strCache>
                <c:ptCount val="2"/>
                <c:pt idx="0">
                  <c:v>Company 1</c:v>
                </c:pt>
                <c:pt idx="1">
                  <c:v>Company 2</c:v>
                </c:pt>
              </c:strCache>
            </c:strRef>
          </c:cat>
          <c:val>
            <c:numRef>
              <c:f>Tabelle1!$G$2:$G$3</c:f>
              <c:numCache>
                <c:formatCode>General</c:formatCode>
                <c:ptCount val="2"/>
                <c:pt idx="0">
                  <c:v>2.2999999999999998</c:v>
                </c:pt>
                <c:pt idx="1">
                  <c:v>4.3</c:v>
                </c:pt>
              </c:numCache>
            </c:numRef>
          </c:val>
          <c:extLst>
            <c:ext xmlns:c16="http://schemas.microsoft.com/office/drawing/2014/chart" uri="{C3380CC4-5D6E-409C-BE32-E72D297353CC}">
              <c16:uniqueId val="{00000011-6C21-4DE0-8BE7-2E73C8740780}"/>
            </c:ext>
          </c:extLst>
        </c:ser>
        <c:dLbls>
          <c:showLegendKey val="0"/>
          <c:showVal val="0"/>
          <c:showCatName val="0"/>
          <c:showSerName val="0"/>
          <c:showPercent val="0"/>
          <c:showBubbleSize val="0"/>
        </c:dLbls>
        <c:gapWidth val="200"/>
        <c:axId val="1343463375"/>
        <c:axId val="1374862399"/>
      </c:barChart>
      <c:catAx>
        <c:axId val="1343463375"/>
        <c:scaling>
          <c:orientation val="minMax"/>
        </c:scaling>
        <c:delete val="0"/>
        <c:axPos val="b"/>
        <c:numFmt formatCode="General" sourceLinked="1"/>
        <c:majorTickMark val="none"/>
        <c:minorTickMark val="none"/>
        <c:tickLblPos val="nextTo"/>
        <c:spPr>
          <a:noFill/>
          <a:ln w="6350" cap="flat" cmpd="sng" algn="ctr">
            <a:solidFill>
              <a:schemeClr val="accent4"/>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374862399"/>
        <c:crosses val="autoZero"/>
        <c:auto val="1"/>
        <c:lblAlgn val="ctr"/>
        <c:lblOffset val="100"/>
        <c:noMultiLvlLbl val="0"/>
      </c:catAx>
      <c:valAx>
        <c:axId val="1374862399"/>
        <c:scaling>
          <c:orientation val="minMax"/>
        </c:scaling>
        <c:delete val="1"/>
        <c:axPos val="l"/>
        <c:numFmt formatCode="General" sourceLinked="1"/>
        <c:majorTickMark val="none"/>
        <c:minorTickMark val="none"/>
        <c:tickLblPos val="nextTo"/>
        <c:crossAx val="1343463375"/>
        <c:crosses val="autoZero"/>
        <c:crossBetween val="between"/>
        <c:majorUnit val="1"/>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lt"/>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CBE2BF-0B09-2C48-8FFB-3A0532DA9036}" type="datetimeFigureOut">
              <a:rPr lang="en-GB" smtClean="0"/>
              <a:t>11/06/2026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F1E355-3F50-8A4A-B303-1CA6E43B63C5}" type="slidenum">
              <a:rPr lang="en-GB" smtClean="0"/>
              <a:t>‹#›</a:t>
            </a:fld>
            <a:endParaRPr/>
          </a:p>
        </p:txBody>
      </p:sp>
    </p:spTree>
    <p:extLst>
      <p:ext uri="{BB962C8B-B14F-4D97-AF65-F5344CB8AC3E}">
        <p14:creationId xmlns:p14="http://schemas.microsoft.com/office/powerpoint/2010/main" val="630998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6A6A6"/>
                </a:solidFill>
                <a:effectLst/>
                <a:uLnTx/>
                <a:uFillTx/>
                <a:latin typeface="The Group TEXT" panose="00000500000000000000" pitchFamily="2" charset="0"/>
                <a:ea typeface="+mn-ea"/>
                <a:cs typeface="+mn-cs"/>
              </a:rPr>
              <a:t>3/7/2023</a:t>
            </a:r>
          </a:p>
        </p:txBody>
      </p:sp>
      <p:sp>
        <p:nvSpPr>
          <p:cNvPr id="5" name="Footer Placeholder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A6A6A6"/>
                </a:solidFill>
                <a:effectLst/>
                <a:uLnTx/>
                <a:uFillTx/>
                <a:latin typeface="The Group TEXT" panose="00000500000000000000" pitchFamily="2" charset="0"/>
                <a:ea typeface="+mn-ea"/>
                <a:cs typeface="+mn-cs"/>
              </a:rPr>
              <a:t>Placeholder for the presentation title (Insert → header and footer)</a:t>
            </a: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911FAC-9449-45DE-8A46-624F11080A16}" type="slidenum">
              <a:rPr kumimoji="0" lang="en-US" sz="800" b="0" i="0" u="none" strike="noStrike" kern="1200" cap="none" spc="0" normalizeH="0" baseline="0" noProof="0" smtClean="0">
                <a:ln>
                  <a:noFill/>
                </a:ln>
                <a:solidFill>
                  <a:srgbClr val="A6A6A6"/>
                </a:solidFill>
                <a:effectLst/>
                <a:uLnTx/>
                <a:uFillTx/>
                <a:latin typeface="The Group TEX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A6A6A6"/>
              </a:solidFill>
              <a:effectLst/>
              <a:uLnTx/>
              <a:uFillTx/>
              <a:latin typeface="The Group TEXT" panose="00000500000000000000" pitchFamily="2" charset="0"/>
              <a:ea typeface="+mn-ea"/>
              <a:cs typeface="+mn-cs"/>
            </a:endParaRPr>
          </a:p>
        </p:txBody>
      </p:sp>
    </p:spTree>
    <p:extLst>
      <p:ext uri="{BB962C8B-B14F-4D97-AF65-F5344CB8AC3E}">
        <p14:creationId xmlns:p14="http://schemas.microsoft.com/office/powerpoint/2010/main" val="30984280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hyperlink" Target="http://www.volkswagengroup-cdportal.com/" TargetMode="Externa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hyperlink" Target="https://group-wiki.wob.vw.vwg/wikis/pages/viewpage.action?pageId=527796483" TargetMode="External"/><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png"/><Relationship Id="rId4" Type="http://schemas.openxmlformats.org/officeDocument/2006/relationships/image" Target="../media/image2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Intro Slide Deep Space Blue">
    <p:bg bwMode="grayWhite">
      <p:bgPr>
        <a:solidFill>
          <a:srgbClr val="00273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8F37D57-EA58-8CAC-47B5-A3821EA7BF8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209798" y="3218497"/>
            <a:ext cx="7772399" cy="1096107"/>
          </a:xfrm>
          <a:prstGeom prst="rect">
            <a:avLst/>
          </a:prstGeom>
        </p:spPr>
      </p:pic>
    </p:spTree>
    <p:extLst>
      <p:ext uri="{BB962C8B-B14F-4D97-AF65-F5344CB8AC3E}">
        <p14:creationId xmlns:p14="http://schemas.microsoft.com/office/powerpoint/2010/main" val="17312197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Intro Slide White">
    <p:bg bwMode="auto">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4D74303D-2E64-0513-396B-52DBF2E8B22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2209799" y="3218497"/>
            <a:ext cx="7772399" cy="1096107"/>
          </a:xfrm>
          <a:prstGeom prst="rect">
            <a:avLst/>
          </a:prstGeom>
        </p:spPr>
      </p:pic>
    </p:spTree>
    <p:extLst>
      <p:ext uri="{BB962C8B-B14F-4D97-AF65-F5344CB8AC3E}">
        <p14:creationId xmlns:p14="http://schemas.microsoft.com/office/powerpoint/2010/main" val="875846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Intro Slide Deep Space Blue">
    <p:bg bwMode="grayWhite">
      <p:bgPr>
        <a:solidFill>
          <a:srgbClr val="00273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8F37D57-EA58-8CAC-47B5-A3821EA7BF8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09798" y="3218497"/>
            <a:ext cx="7772399" cy="1096108"/>
          </a:xfrm>
          <a:prstGeom prst="rect">
            <a:avLst/>
          </a:prstGeom>
        </p:spPr>
      </p:pic>
    </p:spTree>
    <p:extLst>
      <p:ext uri="{BB962C8B-B14F-4D97-AF65-F5344CB8AC3E}">
        <p14:creationId xmlns:p14="http://schemas.microsoft.com/office/powerpoint/2010/main" val="11093847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Intro Slide White">
    <p:bg bwMode="auto">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4D74303D-2E64-0513-396B-52DBF2E8B22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09799" y="3218497"/>
            <a:ext cx="7772399" cy="1096108"/>
          </a:xfrm>
          <a:prstGeom prst="rect">
            <a:avLst/>
          </a:prstGeom>
        </p:spPr>
      </p:pic>
    </p:spTree>
    <p:extLst>
      <p:ext uri="{BB962C8B-B14F-4D97-AF65-F5344CB8AC3E}">
        <p14:creationId xmlns:p14="http://schemas.microsoft.com/office/powerpoint/2010/main" val="18658773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p:bg>
      <p:bgRef idx="1001">
        <a:schemeClr val="bg2"/>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37ACD30C-AE4D-D643-BEBB-540086980329}"/>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grpSp>
        <p:nvGrpSpPr>
          <p:cNvPr id="6" name="Gradient">
            <a:extLst>
              <a:ext uri="{FF2B5EF4-FFF2-40B4-BE49-F238E27FC236}">
                <a16:creationId xmlns:a16="http://schemas.microsoft.com/office/drawing/2014/main" id="{15FAF419-82CF-79C4-99B5-0BF6855FDF9D}"/>
              </a:ext>
            </a:extLst>
          </p:cNvPr>
          <p:cNvGrpSpPr/>
          <p:nvPr userDrawn="1"/>
        </p:nvGrpSpPr>
        <p:grpSpPr>
          <a:xfrm>
            <a:off x="0" y="2844800"/>
            <a:ext cx="12192000" cy="4014533"/>
            <a:chOff x="0" y="2844800"/>
            <a:chExt cx="12192000" cy="4014533"/>
          </a:xfrm>
        </p:grpSpPr>
        <p:sp>
          <p:nvSpPr>
            <p:cNvPr id="4" name="Graphic">
              <a:extLst>
                <a:ext uri="{FF2B5EF4-FFF2-40B4-BE49-F238E27FC236}">
                  <a16:creationId xmlns:a16="http://schemas.microsoft.com/office/drawing/2014/main" id="{1AECC9FB-EBA7-0480-6BB4-3DD385875749}"/>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5" name="Rectangle">
              <a:extLst>
                <a:ext uri="{FF2B5EF4-FFF2-40B4-BE49-F238E27FC236}">
                  <a16:creationId xmlns:a16="http://schemas.microsoft.com/office/drawing/2014/main" id="{F5A9A8B6-A95E-BD40-8EDE-595E8D185C89}"/>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grpSp>
      <p:sp>
        <p:nvSpPr>
          <p:cNvPr id="7" name="Title">
            <a:extLst>
              <a:ext uri="{FF2B5EF4-FFF2-40B4-BE49-F238E27FC236}">
                <a16:creationId xmlns:a16="http://schemas.microsoft.com/office/drawing/2014/main" id="{1BDA358D-9C97-36DC-E4C7-30DB96D4D14E}"/>
              </a:ext>
            </a:extLst>
          </p:cNvPr>
          <p:cNvSpPr>
            <a:spLocks noGrp="1"/>
          </p:cNvSpPr>
          <p:nvPr>
            <p:ph type="ctrTitle" hasCustomPrompt="1"/>
          </p:nvPr>
        </p:nvSpPr>
        <p:spPr bwMode="black">
          <a:xfrm>
            <a:off x="407036" y="1853273"/>
            <a:ext cx="7584964" cy="1218795"/>
          </a:xfrm>
        </p:spPr>
        <p:txBody>
          <a:bodyPr wrap="square" anchor="b">
            <a:spAutoFit/>
          </a:bodyPr>
          <a:lstStyle>
            <a:lvl1pPr algn="l">
              <a:defRPr sz="4400">
                <a:solidFill>
                  <a:schemeClr val="tx1"/>
                </a:solidFill>
              </a:defRPr>
            </a:lvl1pPr>
          </a:lstStyle>
          <a:p>
            <a:r>
              <a:rPr lang="en-GB" noProof="0"/>
              <a:t>Title in The Group Head Light 44pt, White</a:t>
            </a:r>
          </a:p>
        </p:txBody>
      </p:sp>
      <p:sp>
        <p:nvSpPr>
          <p:cNvPr id="8" name="Subtitle">
            <a:extLst>
              <a:ext uri="{FF2B5EF4-FFF2-40B4-BE49-F238E27FC236}">
                <a16:creationId xmlns:a16="http://schemas.microsoft.com/office/drawing/2014/main" id="{10341BB3-674C-660A-A13F-37AA9A04D407}"/>
              </a:ext>
            </a:extLst>
          </p:cNvPr>
          <p:cNvSpPr>
            <a:spLocks noGrp="1"/>
          </p:cNvSpPr>
          <p:nvPr>
            <p:ph type="subTitle" idx="1" hasCustomPrompt="1"/>
          </p:nvPr>
        </p:nvSpPr>
        <p:spPr bwMode="black">
          <a:xfrm>
            <a:off x="407036" y="3208016"/>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Date / Department </a:t>
            </a:r>
          </a:p>
        </p:txBody>
      </p:sp>
      <p:sp>
        <p:nvSpPr>
          <p:cNvPr id="9" name="Classification">
            <a:extLst>
              <a:ext uri="{FF2B5EF4-FFF2-40B4-BE49-F238E27FC236}">
                <a16:creationId xmlns:a16="http://schemas.microsoft.com/office/drawing/2014/main" id="{6D533CB3-1BA5-DC2F-DFC3-B564E9BE28AF}"/>
              </a:ext>
            </a:extLst>
          </p:cNvPr>
          <p:cNvSpPr>
            <a:spLocks noGrp="1"/>
          </p:cNvSpPr>
          <p:nvPr>
            <p:ph type="body" sz="quarter" idx="18" hasCustomPrompt="1"/>
          </p:nvPr>
        </p:nvSpPr>
        <p:spPr bwMode="black">
          <a:xfrm>
            <a:off x="407036" y="3490530"/>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GB" sz="1200" cap="all" baseline="0" noProof="0"/>
              <a:t>Click to edit classification</a:t>
            </a:r>
          </a:p>
        </p:txBody>
      </p:sp>
      <p:pic>
        <p:nvPicPr>
          <p:cNvPr id="12" name="Graphic 11">
            <a:extLst>
              <a:ext uri="{FF2B5EF4-FFF2-40B4-BE49-F238E27FC236}">
                <a16:creationId xmlns:a16="http://schemas.microsoft.com/office/drawing/2014/main" id="{30BA1734-81CF-2ED3-4DFE-9DE47598B22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657439" y="338255"/>
            <a:ext cx="3136372" cy="442308"/>
          </a:xfrm>
          <a:prstGeom prst="rect">
            <a:avLst/>
          </a:prstGeom>
        </p:spPr>
      </p:pic>
    </p:spTree>
    <p:extLst>
      <p:ext uri="{BB962C8B-B14F-4D97-AF65-F5344CB8AC3E}">
        <p14:creationId xmlns:p14="http://schemas.microsoft.com/office/powerpoint/2010/main" val="286332958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Deep Space Blue 1">
    <p:bg>
      <p:bgRef idx="1001">
        <a:schemeClr val="bg2"/>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37ACD30C-AE4D-D643-BEBB-540086980329}"/>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grpSp>
        <p:nvGrpSpPr>
          <p:cNvPr id="6" name="Gradient">
            <a:extLst>
              <a:ext uri="{FF2B5EF4-FFF2-40B4-BE49-F238E27FC236}">
                <a16:creationId xmlns:a16="http://schemas.microsoft.com/office/drawing/2014/main" id="{AB32A3D0-0FF3-7D9D-BE68-EC7FF9025E95}"/>
              </a:ext>
            </a:extLst>
          </p:cNvPr>
          <p:cNvGrpSpPr/>
          <p:nvPr userDrawn="1"/>
        </p:nvGrpSpPr>
        <p:grpSpPr>
          <a:xfrm>
            <a:off x="0" y="2844800"/>
            <a:ext cx="12192000" cy="4014533"/>
            <a:chOff x="0" y="2844800"/>
            <a:chExt cx="12192000" cy="4014533"/>
          </a:xfrm>
        </p:grpSpPr>
        <p:sp>
          <p:nvSpPr>
            <p:cNvPr id="4" name="Graphic">
              <a:extLst>
                <a:ext uri="{FF2B5EF4-FFF2-40B4-BE49-F238E27FC236}">
                  <a16:creationId xmlns:a16="http://schemas.microsoft.com/office/drawing/2014/main" id="{AFEB984C-6DF9-CCF1-EC89-14012D14D9C3}"/>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endParaRPr lang="en-GB">
                <a:solidFill>
                  <a:schemeClr val="tx1"/>
                </a:solidFill>
              </a:endParaRPr>
            </a:p>
          </p:txBody>
        </p:sp>
        <p:sp>
          <p:nvSpPr>
            <p:cNvPr id="5" name="Rectangle ">
              <a:extLst>
                <a:ext uri="{FF2B5EF4-FFF2-40B4-BE49-F238E27FC236}">
                  <a16:creationId xmlns:a16="http://schemas.microsoft.com/office/drawing/2014/main" id="{DDFCF93E-7D6F-6558-4B0F-2F766E08DE7C}"/>
                </a:ext>
              </a:extLst>
            </p:cNvPr>
            <p:cNvSpPr/>
            <p:nvPr userDrawn="1"/>
          </p:nvSpPr>
          <p:spPr>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grpSp>
      <p:sp>
        <p:nvSpPr>
          <p:cNvPr id="7" name="Title">
            <a:extLst>
              <a:ext uri="{FF2B5EF4-FFF2-40B4-BE49-F238E27FC236}">
                <a16:creationId xmlns:a16="http://schemas.microsoft.com/office/drawing/2014/main" id="{1BDA358D-9C97-36DC-E4C7-30DB96D4D14E}"/>
              </a:ext>
            </a:extLst>
          </p:cNvPr>
          <p:cNvSpPr>
            <a:spLocks noGrp="1"/>
          </p:cNvSpPr>
          <p:nvPr>
            <p:ph type="ctrTitle" hasCustomPrompt="1"/>
          </p:nvPr>
        </p:nvSpPr>
        <p:spPr bwMode="black">
          <a:xfrm>
            <a:off x="407036" y="1853273"/>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8" name="Subtitle">
            <a:extLst>
              <a:ext uri="{FF2B5EF4-FFF2-40B4-BE49-F238E27FC236}">
                <a16:creationId xmlns:a16="http://schemas.microsoft.com/office/drawing/2014/main" id="{10341BB3-674C-660A-A13F-37AA9A04D407}"/>
              </a:ext>
            </a:extLst>
          </p:cNvPr>
          <p:cNvSpPr>
            <a:spLocks noGrp="1"/>
          </p:cNvSpPr>
          <p:nvPr>
            <p:ph type="subTitle" idx="1" hasCustomPrompt="1"/>
          </p:nvPr>
        </p:nvSpPr>
        <p:spPr bwMode="black">
          <a:xfrm>
            <a:off x="407036" y="3208016"/>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Classification">
            <a:extLst>
              <a:ext uri="{FF2B5EF4-FFF2-40B4-BE49-F238E27FC236}">
                <a16:creationId xmlns:a16="http://schemas.microsoft.com/office/drawing/2014/main" id="{6D533CB3-1BA5-DC2F-DFC3-B564E9BE28AF}"/>
              </a:ext>
            </a:extLst>
          </p:cNvPr>
          <p:cNvSpPr>
            <a:spLocks noGrp="1"/>
          </p:cNvSpPr>
          <p:nvPr>
            <p:ph type="body" sz="quarter" idx="18" hasCustomPrompt="1"/>
          </p:nvPr>
        </p:nvSpPr>
        <p:spPr bwMode="black">
          <a:xfrm>
            <a:off x="407036" y="3490530"/>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2" name="Graphic 1">
            <a:extLst>
              <a:ext uri="{FF2B5EF4-FFF2-40B4-BE49-F238E27FC236}">
                <a16:creationId xmlns:a16="http://schemas.microsoft.com/office/drawing/2014/main" id="{A42757EA-08CF-533D-18F4-306DC41D727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657439" y="338255"/>
            <a:ext cx="3136372" cy="442308"/>
          </a:xfrm>
          <a:prstGeom prst="rect">
            <a:avLst/>
          </a:prstGeom>
        </p:spPr>
      </p:pic>
    </p:spTree>
    <p:extLst>
      <p:ext uri="{BB962C8B-B14F-4D97-AF65-F5344CB8AC3E}">
        <p14:creationId xmlns:p14="http://schemas.microsoft.com/office/powerpoint/2010/main" val="80291359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Deep Space Blue 2">
    <p:bg>
      <p:bgRef idx="1001">
        <a:schemeClr val="bg2"/>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37ACD30C-AE4D-D643-BEBB-540086980329}"/>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pPr lvl="0"/>
            <a:endParaRPr lang="en-GB"/>
          </a:p>
        </p:txBody>
      </p:sp>
      <p:grpSp>
        <p:nvGrpSpPr>
          <p:cNvPr id="12" name="Gradient">
            <a:extLst>
              <a:ext uri="{FF2B5EF4-FFF2-40B4-BE49-F238E27FC236}">
                <a16:creationId xmlns:a16="http://schemas.microsoft.com/office/drawing/2014/main" id="{AF263635-7DD4-4B5A-6CCB-C0C1410DBABE}"/>
              </a:ext>
            </a:extLst>
          </p:cNvPr>
          <p:cNvGrpSpPr/>
          <p:nvPr userDrawn="1"/>
        </p:nvGrpSpPr>
        <p:grpSpPr>
          <a:xfrm>
            <a:off x="0" y="2844800"/>
            <a:ext cx="12192000" cy="4014533"/>
            <a:chOff x="0" y="2844800"/>
            <a:chExt cx="12192000" cy="4014533"/>
          </a:xfrm>
        </p:grpSpPr>
        <p:sp>
          <p:nvSpPr>
            <p:cNvPr id="2" name="Graphic ">
              <a:extLst>
                <a:ext uri="{FF2B5EF4-FFF2-40B4-BE49-F238E27FC236}">
                  <a16:creationId xmlns:a16="http://schemas.microsoft.com/office/drawing/2014/main" id="{F498F0AA-825C-7814-D559-7F4CA21D6F03}"/>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3000">
                  <a:srgbClr val="113D34">
                    <a:alpha val="21000"/>
                  </a:srgbClr>
                </a:gs>
                <a:gs pos="55000">
                  <a:srgbClr val="3A7430">
                    <a:alpha val="39000"/>
                  </a:srgbClr>
                </a:gs>
                <a:gs pos="75000">
                  <a:srgbClr val="62AA2C">
                    <a:alpha val="72000"/>
                  </a:srgbClr>
                </a:gs>
                <a:gs pos="13000">
                  <a:srgbClr val="002733">
                    <a:alpha val="0"/>
                  </a:srgbClr>
                </a:gs>
                <a:gs pos="100000">
                  <a:srgbClr val="C2FE06"/>
                </a:gs>
              </a:gsLst>
              <a:lin ang="18600000" scaled="0"/>
              <a:tileRect/>
            </a:gradFill>
            <a:ln w="3175" cap="flat">
              <a:noFill/>
              <a:prstDash val="solid"/>
              <a:miter/>
            </a:ln>
          </p:spPr>
          <p:txBody>
            <a:bodyPr rtlCol="0" anchor="ctr"/>
            <a:lstStyle/>
            <a:p>
              <a:endParaRPr lang="en-GB">
                <a:solidFill>
                  <a:schemeClr val="tx1"/>
                </a:solidFill>
              </a:endParaRPr>
            </a:p>
          </p:txBody>
        </p:sp>
        <p:sp>
          <p:nvSpPr>
            <p:cNvPr id="11" name="Rectangle ">
              <a:extLst>
                <a:ext uri="{FF2B5EF4-FFF2-40B4-BE49-F238E27FC236}">
                  <a16:creationId xmlns:a16="http://schemas.microsoft.com/office/drawing/2014/main" id="{36E5F8E8-CD60-7DDF-03D2-72D0C5E5D7D4}"/>
                </a:ext>
              </a:extLst>
            </p:cNvPr>
            <p:cNvSpPr/>
            <p:nvPr userDrawn="1"/>
          </p:nvSpPr>
          <p:spPr bwMode="ltGray">
            <a:xfrm>
              <a:off x="0" y="4913200"/>
              <a:ext cx="12192000" cy="1944799"/>
            </a:xfrm>
            <a:prstGeom prst="rect">
              <a:avLst/>
            </a:prstGeom>
            <a:gradFill flip="none" rotWithShape="1">
              <a:gsLst>
                <a:gs pos="14000">
                  <a:srgbClr val="002733">
                    <a:alpha val="0"/>
                  </a:srgbClr>
                </a:gs>
                <a:gs pos="88992">
                  <a:srgbClr val="002733">
                    <a:alpha val="67687"/>
                  </a:srgbClr>
                </a:gs>
                <a:gs pos="100000">
                  <a:srgbClr val="002733">
                    <a:alpha val="75000"/>
                  </a:srgbClr>
                </a:gs>
              </a:gsLst>
              <a:lin ang="5400000" scaled="1"/>
              <a:tileRect/>
            </a:gradFill>
            <a:ln w="3175" cap="flat">
              <a:noFill/>
              <a:prstDash val="solid"/>
              <a:miter/>
            </a:ln>
          </p:spPr>
          <p:txBody>
            <a:bodyPr rtlCol="0" anchor="ctr"/>
            <a:lstStyle/>
            <a:p>
              <a:pPr lvl="0"/>
              <a:endParaRPr lang="en-GB">
                <a:solidFill>
                  <a:schemeClr val="tx1"/>
                </a:solidFill>
              </a:endParaRPr>
            </a:p>
          </p:txBody>
        </p:sp>
      </p:grpSp>
      <p:sp>
        <p:nvSpPr>
          <p:cNvPr id="7" name="Title">
            <a:extLst>
              <a:ext uri="{FF2B5EF4-FFF2-40B4-BE49-F238E27FC236}">
                <a16:creationId xmlns:a16="http://schemas.microsoft.com/office/drawing/2014/main" id="{1BDA358D-9C97-36DC-E4C7-30DB96D4D14E}"/>
              </a:ext>
            </a:extLst>
          </p:cNvPr>
          <p:cNvSpPr>
            <a:spLocks noGrp="1"/>
          </p:cNvSpPr>
          <p:nvPr>
            <p:ph type="ctrTitle" hasCustomPrompt="1"/>
          </p:nvPr>
        </p:nvSpPr>
        <p:spPr bwMode="black">
          <a:xfrm>
            <a:off x="407036" y="1853273"/>
            <a:ext cx="7584964" cy="1218795"/>
          </a:xfrm>
        </p:spPr>
        <p:txBody>
          <a:bodyPr wrap="square" anchor="b">
            <a:spAutoFit/>
          </a:bodyPr>
          <a:lstStyle>
            <a:lvl1pPr algn="l">
              <a:defRPr sz="4400">
                <a:solidFill>
                  <a:schemeClr val="tx1"/>
                </a:solidFill>
              </a:defRPr>
            </a:lvl1pPr>
          </a:lstStyle>
          <a:p>
            <a:r>
              <a:rPr lang="en-GB" noProof="0"/>
              <a:t>Title in The Group Head Light 44pt, White</a:t>
            </a:r>
          </a:p>
        </p:txBody>
      </p:sp>
      <p:sp>
        <p:nvSpPr>
          <p:cNvPr id="8" name="Subtitle">
            <a:extLst>
              <a:ext uri="{FF2B5EF4-FFF2-40B4-BE49-F238E27FC236}">
                <a16:creationId xmlns:a16="http://schemas.microsoft.com/office/drawing/2014/main" id="{10341BB3-674C-660A-A13F-37AA9A04D407}"/>
              </a:ext>
            </a:extLst>
          </p:cNvPr>
          <p:cNvSpPr>
            <a:spLocks noGrp="1"/>
          </p:cNvSpPr>
          <p:nvPr>
            <p:ph type="subTitle" idx="1" hasCustomPrompt="1"/>
          </p:nvPr>
        </p:nvSpPr>
        <p:spPr bwMode="black">
          <a:xfrm>
            <a:off x="407036" y="3208016"/>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Date / Department </a:t>
            </a:r>
          </a:p>
        </p:txBody>
      </p:sp>
      <p:sp>
        <p:nvSpPr>
          <p:cNvPr id="9" name="Classification">
            <a:extLst>
              <a:ext uri="{FF2B5EF4-FFF2-40B4-BE49-F238E27FC236}">
                <a16:creationId xmlns:a16="http://schemas.microsoft.com/office/drawing/2014/main" id="{6D533CB3-1BA5-DC2F-DFC3-B564E9BE28AF}"/>
              </a:ext>
            </a:extLst>
          </p:cNvPr>
          <p:cNvSpPr>
            <a:spLocks noGrp="1"/>
          </p:cNvSpPr>
          <p:nvPr>
            <p:ph type="body" sz="quarter" idx="18" hasCustomPrompt="1"/>
          </p:nvPr>
        </p:nvSpPr>
        <p:spPr bwMode="black">
          <a:xfrm>
            <a:off x="407036" y="3490530"/>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GB" sz="1200" cap="all" baseline="0" noProof="0"/>
              <a:t>Click to edit classification</a:t>
            </a:r>
          </a:p>
        </p:txBody>
      </p:sp>
      <p:pic>
        <p:nvPicPr>
          <p:cNvPr id="3" name="Graphic 2">
            <a:extLst>
              <a:ext uri="{FF2B5EF4-FFF2-40B4-BE49-F238E27FC236}">
                <a16:creationId xmlns:a16="http://schemas.microsoft.com/office/drawing/2014/main" id="{D232BDAA-499F-8B80-C67A-A42E5306514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657439" y="338255"/>
            <a:ext cx="3136372" cy="442308"/>
          </a:xfrm>
          <a:prstGeom prst="rect">
            <a:avLst/>
          </a:prstGeom>
        </p:spPr>
      </p:pic>
    </p:spTree>
    <p:extLst>
      <p:ext uri="{BB962C8B-B14F-4D97-AF65-F5344CB8AC3E}">
        <p14:creationId xmlns:p14="http://schemas.microsoft.com/office/powerpoint/2010/main" val="2574106831"/>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Vivid Green 1">
    <p:bg>
      <p:bgRef idx="1001">
        <a:schemeClr val="bg2"/>
      </p:bgRef>
    </p:bg>
    <p:spTree>
      <p:nvGrpSpPr>
        <p:cNvPr id="1" name=""/>
        <p:cNvGrpSpPr/>
        <p:nvPr/>
      </p:nvGrpSpPr>
      <p:grpSpPr>
        <a:xfrm>
          <a:off x="0" y="0"/>
          <a:ext cx="0" cy="0"/>
          <a:chOff x="0" y="0"/>
          <a:chExt cx="0" cy="0"/>
        </a:xfrm>
      </p:grpSpPr>
      <p:grpSp>
        <p:nvGrpSpPr>
          <p:cNvPr id="15" name="Background">
            <a:extLst>
              <a:ext uri="{FF2B5EF4-FFF2-40B4-BE49-F238E27FC236}">
                <a16:creationId xmlns:a16="http://schemas.microsoft.com/office/drawing/2014/main" id="{BA2D9EC7-619C-E3CE-F328-A80C89180A6E}"/>
              </a:ext>
            </a:extLst>
          </p:cNvPr>
          <p:cNvGrpSpPr/>
          <p:nvPr userDrawn="1"/>
        </p:nvGrpSpPr>
        <p:grpSpPr bwMode="grayWhite">
          <a:xfrm>
            <a:off x="0" y="0"/>
            <a:ext cx="12192000" cy="6857999"/>
            <a:chOff x="0" y="0"/>
            <a:chExt cx="12192000" cy="6857999"/>
          </a:xfrm>
        </p:grpSpPr>
        <p:sp>
          <p:nvSpPr>
            <p:cNvPr id="16" name="Freeform 1">
              <a:extLst>
                <a:ext uri="{FF2B5EF4-FFF2-40B4-BE49-F238E27FC236}">
                  <a16:creationId xmlns:a16="http://schemas.microsoft.com/office/drawing/2014/main" id="{43C36732-6CAF-376D-3AE0-AB1FB6F99241}"/>
                </a:ext>
              </a:extLst>
            </p:cNvPr>
            <p:cNvSpPr/>
            <p:nvPr/>
          </p:nvSpPr>
          <p:spPr bwMode="grayWhite">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7" name="Freeform 2">
              <a:extLst>
                <a:ext uri="{FF2B5EF4-FFF2-40B4-BE49-F238E27FC236}">
                  <a16:creationId xmlns:a16="http://schemas.microsoft.com/office/drawing/2014/main" id="{E50D0307-FE14-F1C9-A63E-C82271F948EB}"/>
                </a:ext>
              </a:extLst>
            </p:cNvPr>
            <p:cNvSpPr/>
            <p:nvPr/>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8" name="Freeform 3">
              <a:extLst>
                <a:ext uri="{FF2B5EF4-FFF2-40B4-BE49-F238E27FC236}">
                  <a16:creationId xmlns:a16="http://schemas.microsoft.com/office/drawing/2014/main" id="{AC6101EA-487D-11DD-DBE2-C7F5AF62B456}"/>
                </a:ext>
              </a:extLst>
            </p:cNvPr>
            <p:cNvSpPr/>
            <p:nvPr userDrawn="1"/>
          </p:nvSpPr>
          <p:spPr bwMode="grayWhite">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9" name="Gradient">
            <a:extLst>
              <a:ext uri="{FF2B5EF4-FFF2-40B4-BE49-F238E27FC236}">
                <a16:creationId xmlns:a16="http://schemas.microsoft.com/office/drawing/2014/main" id="{DA792A1F-CD7D-989E-1033-60860EAC5249}"/>
              </a:ext>
            </a:extLst>
          </p:cNvPr>
          <p:cNvSpPr/>
          <p:nvPr userDrawn="1"/>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0">
                <a:schemeClr val="accent2">
                  <a:alpha val="0"/>
                </a:schemeClr>
              </a:gs>
              <a:gs pos="35000">
                <a:schemeClr val="accent2"/>
              </a:gs>
              <a:gs pos="100000">
                <a:srgbClr val="FFFFFF">
                  <a:alpha val="65000"/>
                </a:srgbClr>
              </a:gs>
            </a:gsLst>
            <a:lin ang="16800000" scaled="0"/>
          </a:gradFill>
          <a:ln w="3175" cap="flat">
            <a:noFill/>
            <a:prstDash val="solid"/>
            <a:miter/>
          </a:ln>
          <a:effectLst>
            <a:softEdge rad="0"/>
          </a:effectLst>
        </p:spPr>
        <p:txBody>
          <a:bodyPr rtlCol="0" anchor="ctr"/>
          <a:lstStyle/>
          <a:p>
            <a:endParaRPr lang="en-GB">
              <a:solidFill>
                <a:schemeClr val="tx1"/>
              </a:solidFill>
            </a:endParaRPr>
          </a:p>
        </p:txBody>
      </p:sp>
      <p:sp>
        <p:nvSpPr>
          <p:cNvPr id="7" name="Title">
            <a:extLst>
              <a:ext uri="{FF2B5EF4-FFF2-40B4-BE49-F238E27FC236}">
                <a16:creationId xmlns:a16="http://schemas.microsoft.com/office/drawing/2014/main" id="{1BDA358D-9C97-36DC-E4C7-30DB96D4D14E}"/>
              </a:ext>
            </a:extLst>
          </p:cNvPr>
          <p:cNvSpPr>
            <a:spLocks noGrp="1"/>
          </p:cNvSpPr>
          <p:nvPr>
            <p:ph type="ctrTitle" hasCustomPrompt="1"/>
          </p:nvPr>
        </p:nvSpPr>
        <p:spPr bwMode="black">
          <a:xfrm>
            <a:off x="407036" y="1853273"/>
            <a:ext cx="7584964" cy="1218795"/>
          </a:xfrm>
        </p:spPr>
        <p:txBody>
          <a:bodyPr wrap="square" anchor="b">
            <a:spAutoFit/>
          </a:bodyPr>
          <a:lstStyle>
            <a:lvl1pPr algn="l">
              <a:defRPr sz="4400">
                <a:solidFill>
                  <a:schemeClr val="tx1"/>
                </a:solidFill>
              </a:defRPr>
            </a:lvl1pPr>
          </a:lstStyle>
          <a:p>
            <a:r>
              <a:rPr lang="en-GB" noProof="0"/>
              <a:t>Title in The Group Head Light 44pt, White</a:t>
            </a:r>
          </a:p>
        </p:txBody>
      </p:sp>
      <p:sp>
        <p:nvSpPr>
          <p:cNvPr id="8" name="Subtitle">
            <a:extLst>
              <a:ext uri="{FF2B5EF4-FFF2-40B4-BE49-F238E27FC236}">
                <a16:creationId xmlns:a16="http://schemas.microsoft.com/office/drawing/2014/main" id="{10341BB3-674C-660A-A13F-37AA9A04D407}"/>
              </a:ext>
            </a:extLst>
          </p:cNvPr>
          <p:cNvSpPr>
            <a:spLocks noGrp="1"/>
          </p:cNvSpPr>
          <p:nvPr>
            <p:ph type="subTitle" idx="1" hasCustomPrompt="1"/>
          </p:nvPr>
        </p:nvSpPr>
        <p:spPr bwMode="black">
          <a:xfrm>
            <a:off x="407036" y="3208016"/>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Date / Department </a:t>
            </a:r>
          </a:p>
        </p:txBody>
      </p:sp>
      <p:sp>
        <p:nvSpPr>
          <p:cNvPr id="9" name="Classification">
            <a:extLst>
              <a:ext uri="{FF2B5EF4-FFF2-40B4-BE49-F238E27FC236}">
                <a16:creationId xmlns:a16="http://schemas.microsoft.com/office/drawing/2014/main" id="{6D533CB3-1BA5-DC2F-DFC3-B564E9BE28AF}"/>
              </a:ext>
            </a:extLst>
          </p:cNvPr>
          <p:cNvSpPr>
            <a:spLocks noGrp="1"/>
          </p:cNvSpPr>
          <p:nvPr>
            <p:ph type="body" sz="quarter" idx="18" hasCustomPrompt="1"/>
          </p:nvPr>
        </p:nvSpPr>
        <p:spPr bwMode="black">
          <a:xfrm>
            <a:off x="407036" y="3490530"/>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GB" sz="1200" cap="all" baseline="0" noProof="0"/>
              <a:t>Click to edit classification</a:t>
            </a:r>
          </a:p>
        </p:txBody>
      </p:sp>
      <p:pic>
        <p:nvPicPr>
          <p:cNvPr id="2" name="Graphic 1">
            <a:extLst>
              <a:ext uri="{FF2B5EF4-FFF2-40B4-BE49-F238E27FC236}">
                <a16:creationId xmlns:a16="http://schemas.microsoft.com/office/drawing/2014/main" id="{147AB71D-A047-DA94-EB6C-8E8FD751BAE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657439" y="338255"/>
            <a:ext cx="3136372" cy="442308"/>
          </a:xfrm>
          <a:prstGeom prst="rect">
            <a:avLst/>
          </a:prstGeom>
        </p:spPr>
      </p:pic>
    </p:spTree>
    <p:extLst>
      <p:ext uri="{BB962C8B-B14F-4D97-AF65-F5344CB8AC3E}">
        <p14:creationId xmlns:p14="http://schemas.microsoft.com/office/powerpoint/2010/main" val="190648690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Vivid Green 2">
    <p:bg>
      <p:bgRef idx="1001">
        <a:schemeClr val="bg2"/>
      </p:bgRef>
    </p:bg>
    <p:spTree>
      <p:nvGrpSpPr>
        <p:cNvPr id="1" name=""/>
        <p:cNvGrpSpPr/>
        <p:nvPr/>
      </p:nvGrpSpPr>
      <p:grpSpPr>
        <a:xfrm>
          <a:off x="0" y="0"/>
          <a:ext cx="0" cy="0"/>
          <a:chOff x="0" y="0"/>
          <a:chExt cx="0" cy="0"/>
        </a:xfrm>
      </p:grpSpPr>
      <p:grpSp>
        <p:nvGrpSpPr>
          <p:cNvPr id="2" name="Gradient Background">
            <a:extLst>
              <a:ext uri="{FF2B5EF4-FFF2-40B4-BE49-F238E27FC236}">
                <a16:creationId xmlns:a16="http://schemas.microsoft.com/office/drawing/2014/main" id="{4856BA8A-AE3F-6C44-4EFD-C42CE21142C0}"/>
              </a:ext>
            </a:extLst>
          </p:cNvPr>
          <p:cNvGrpSpPr/>
          <p:nvPr userDrawn="1"/>
        </p:nvGrpSpPr>
        <p:grpSpPr bwMode="ltGray">
          <a:xfrm rot="10800000">
            <a:off x="0" y="0"/>
            <a:ext cx="12192000" cy="6858000"/>
            <a:chOff x="0" y="0"/>
            <a:chExt cx="12192000" cy="6857999"/>
          </a:xfrm>
        </p:grpSpPr>
        <p:sp>
          <p:nvSpPr>
            <p:cNvPr id="4" name="Freeform 1">
              <a:extLst>
                <a:ext uri="{FF2B5EF4-FFF2-40B4-BE49-F238E27FC236}">
                  <a16:creationId xmlns:a16="http://schemas.microsoft.com/office/drawing/2014/main" id="{253C25EB-1087-C180-978C-03B6CDCE60F9}"/>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5" name="Freeform 2">
              <a:extLst>
                <a:ext uri="{FF2B5EF4-FFF2-40B4-BE49-F238E27FC236}">
                  <a16:creationId xmlns:a16="http://schemas.microsoft.com/office/drawing/2014/main" id="{E280BD3E-D018-CBAE-3470-4CF9DE8E3664}"/>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6" name="Freeform 3">
              <a:extLst>
                <a:ext uri="{FF2B5EF4-FFF2-40B4-BE49-F238E27FC236}">
                  <a16:creationId xmlns:a16="http://schemas.microsoft.com/office/drawing/2014/main" id="{9230D119-AF71-7E6B-A825-BA0C46BB8919}"/>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0" name="Gradient">
            <a:extLst>
              <a:ext uri="{FF2B5EF4-FFF2-40B4-BE49-F238E27FC236}">
                <a16:creationId xmlns:a16="http://schemas.microsoft.com/office/drawing/2014/main" id="{2EAC5C84-4E49-5EAB-B180-A87F071ECD12}"/>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7" name="Title">
            <a:extLst>
              <a:ext uri="{FF2B5EF4-FFF2-40B4-BE49-F238E27FC236}">
                <a16:creationId xmlns:a16="http://schemas.microsoft.com/office/drawing/2014/main" id="{1BDA358D-9C97-36DC-E4C7-30DB96D4D14E}"/>
              </a:ext>
            </a:extLst>
          </p:cNvPr>
          <p:cNvSpPr>
            <a:spLocks noGrp="1"/>
          </p:cNvSpPr>
          <p:nvPr>
            <p:ph type="ctrTitle" hasCustomPrompt="1"/>
          </p:nvPr>
        </p:nvSpPr>
        <p:spPr bwMode="black">
          <a:xfrm>
            <a:off x="407036" y="1853273"/>
            <a:ext cx="7584964" cy="1218795"/>
          </a:xfrm>
        </p:spPr>
        <p:txBody>
          <a:bodyPr wrap="square" anchor="b">
            <a:spAutoFit/>
          </a:bodyPr>
          <a:lstStyle>
            <a:lvl1pPr algn="l">
              <a:defRPr sz="4400">
                <a:solidFill>
                  <a:schemeClr val="tx1"/>
                </a:solidFill>
              </a:defRPr>
            </a:lvl1pPr>
          </a:lstStyle>
          <a:p>
            <a:r>
              <a:rPr lang="en-US" noProof="0"/>
              <a:t>Title in The Group Head Light 44pt, White</a:t>
            </a:r>
          </a:p>
        </p:txBody>
      </p:sp>
      <p:sp>
        <p:nvSpPr>
          <p:cNvPr id="8" name="Subtitle">
            <a:extLst>
              <a:ext uri="{FF2B5EF4-FFF2-40B4-BE49-F238E27FC236}">
                <a16:creationId xmlns:a16="http://schemas.microsoft.com/office/drawing/2014/main" id="{10341BB3-674C-660A-A13F-37AA9A04D407}"/>
              </a:ext>
            </a:extLst>
          </p:cNvPr>
          <p:cNvSpPr>
            <a:spLocks noGrp="1"/>
          </p:cNvSpPr>
          <p:nvPr>
            <p:ph type="subTitle" idx="1" hasCustomPrompt="1"/>
          </p:nvPr>
        </p:nvSpPr>
        <p:spPr bwMode="black">
          <a:xfrm>
            <a:off x="407036" y="3208016"/>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Date / Department </a:t>
            </a:r>
          </a:p>
        </p:txBody>
      </p:sp>
      <p:sp>
        <p:nvSpPr>
          <p:cNvPr id="9" name="Classification">
            <a:extLst>
              <a:ext uri="{FF2B5EF4-FFF2-40B4-BE49-F238E27FC236}">
                <a16:creationId xmlns:a16="http://schemas.microsoft.com/office/drawing/2014/main" id="{6D533CB3-1BA5-DC2F-DFC3-B564E9BE28AF}"/>
              </a:ext>
            </a:extLst>
          </p:cNvPr>
          <p:cNvSpPr>
            <a:spLocks noGrp="1"/>
          </p:cNvSpPr>
          <p:nvPr>
            <p:ph type="body" sz="quarter" idx="18" hasCustomPrompt="1"/>
          </p:nvPr>
        </p:nvSpPr>
        <p:spPr bwMode="black">
          <a:xfrm>
            <a:off x="407036" y="3490530"/>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US" sz="1200" cap="all" baseline="0"/>
              <a:t>Click to edit classification</a:t>
            </a:r>
          </a:p>
        </p:txBody>
      </p:sp>
      <p:pic>
        <p:nvPicPr>
          <p:cNvPr id="11" name="Graphic 10">
            <a:extLst>
              <a:ext uri="{FF2B5EF4-FFF2-40B4-BE49-F238E27FC236}">
                <a16:creationId xmlns:a16="http://schemas.microsoft.com/office/drawing/2014/main" id="{18753273-8979-FA41-8E91-CEB8DDFB385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657439" y="338255"/>
            <a:ext cx="3136372" cy="442308"/>
          </a:xfrm>
          <a:prstGeom prst="rect">
            <a:avLst/>
          </a:prstGeom>
        </p:spPr>
      </p:pic>
    </p:spTree>
    <p:extLst>
      <p:ext uri="{BB962C8B-B14F-4D97-AF65-F5344CB8AC3E}">
        <p14:creationId xmlns:p14="http://schemas.microsoft.com/office/powerpoint/2010/main" val="189352432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1">
    <p:bg>
      <p:bgRef idx="1001">
        <a:schemeClr val="bg2"/>
      </p:bgRef>
    </p:bg>
    <p:spTree>
      <p:nvGrpSpPr>
        <p:cNvPr id="1" name=""/>
        <p:cNvGrpSpPr/>
        <p:nvPr/>
      </p:nvGrpSpPr>
      <p:grpSpPr>
        <a:xfrm>
          <a:off x="0" y="0"/>
          <a:ext cx="0" cy="0"/>
          <a:chOff x="0" y="0"/>
          <a:chExt cx="0" cy="0"/>
        </a:xfrm>
      </p:grpSpPr>
      <p:pic>
        <p:nvPicPr>
          <p:cNvPr id="11" name="Image" descr="Ein Bild, das draußen, Baum, Wasser, Himmel enthält.&#10;&#10;Automatisch generierte Beschreibung">
            <a:extLst>
              <a:ext uri="{FF2B5EF4-FFF2-40B4-BE49-F238E27FC236}">
                <a16:creationId xmlns:a16="http://schemas.microsoft.com/office/drawing/2014/main" id="{B7CA5FD3-B99E-2DE8-C927-A7D6F2CC3452}"/>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1"/>
          <a:stretch/>
        </p:blipFill>
        <p:spPr bwMode="ltGray">
          <a:xfrm>
            <a:off x="0" y="0"/>
            <a:ext cx="12192002" cy="6858000"/>
          </a:xfrm>
          <a:prstGeom prst="rect">
            <a:avLst/>
          </a:prstGeom>
        </p:spPr>
      </p:pic>
      <p:sp>
        <p:nvSpPr>
          <p:cNvPr id="12" name="Title">
            <a:extLst>
              <a:ext uri="{FF2B5EF4-FFF2-40B4-BE49-F238E27FC236}">
                <a16:creationId xmlns:a16="http://schemas.microsoft.com/office/drawing/2014/main" id="{D29AA965-E13B-D1C9-E779-0A746F1B995D}"/>
              </a:ext>
            </a:extLst>
          </p:cNvPr>
          <p:cNvSpPr>
            <a:spLocks noGrp="1"/>
          </p:cNvSpPr>
          <p:nvPr>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picture in </a:t>
            </a:r>
            <a:br>
              <a:rPr lang="en-GB"/>
            </a:br>
            <a:r>
              <a:rPr lang="en-GB"/>
              <a:t>The Group Head Light 36pt, </a:t>
            </a:r>
            <a:br>
              <a:rPr lang="en-GB"/>
            </a:br>
            <a:r>
              <a:rPr lang="en-GB"/>
              <a:t>White, 3+ lines possible</a:t>
            </a:r>
            <a:endParaRPr lang="en-US" noProof="0"/>
          </a:p>
        </p:txBody>
      </p:sp>
      <p:sp>
        <p:nvSpPr>
          <p:cNvPr id="13" name="Subtitle">
            <a:extLst>
              <a:ext uri="{FF2B5EF4-FFF2-40B4-BE49-F238E27FC236}">
                <a16:creationId xmlns:a16="http://schemas.microsoft.com/office/drawing/2014/main" id="{37E99B15-7A65-D9DF-DB27-538995756C71}"/>
              </a:ext>
            </a:extLst>
          </p:cNvPr>
          <p:cNvSpPr>
            <a:spLocks noGrp="1"/>
          </p:cNvSpPr>
          <p:nvPr>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Date / Department </a:t>
            </a:r>
          </a:p>
        </p:txBody>
      </p:sp>
      <p:sp>
        <p:nvSpPr>
          <p:cNvPr id="14" name="Classification">
            <a:extLst>
              <a:ext uri="{FF2B5EF4-FFF2-40B4-BE49-F238E27FC236}">
                <a16:creationId xmlns:a16="http://schemas.microsoft.com/office/drawing/2014/main" id="{BBC541B8-6DBF-68E6-38A5-97FC7C7C51D6}"/>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GB" sz="1200" cap="all" baseline="0" noProof="0"/>
              <a:t>Click to edit classification</a:t>
            </a:r>
          </a:p>
        </p:txBody>
      </p:sp>
      <p:pic>
        <p:nvPicPr>
          <p:cNvPr id="3" name="Graphic 2">
            <a:extLst>
              <a:ext uri="{FF2B5EF4-FFF2-40B4-BE49-F238E27FC236}">
                <a16:creationId xmlns:a16="http://schemas.microsoft.com/office/drawing/2014/main" id="{F2449892-C49F-8971-B476-C45E5C1BFF1D}"/>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8657439" y="338255"/>
            <a:ext cx="3136372" cy="442308"/>
          </a:xfrm>
          <a:prstGeom prst="rect">
            <a:avLst/>
          </a:prstGeom>
        </p:spPr>
      </p:pic>
    </p:spTree>
    <p:extLst>
      <p:ext uri="{BB962C8B-B14F-4D97-AF65-F5344CB8AC3E}">
        <p14:creationId xmlns:p14="http://schemas.microsoft.com/office/powerpoint/2010/main" val="358331434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2">
    <p:bg>
      <p:bgRef idx="1001">
        <a:schemeClr val="bg2"/>
      </p:bgRef>
    </p:bg>
    <p:spTree>
      <p:nvGrpSpPr>
        <p:cNvPr id="1" name=""/>
        <p:cNvGrpSpPr/>
        <p:nvPr/>
      </p:nvGrpSpPr>
      <p:grpSpPr>
        <a:xfrm>
          <a:off x="0" y="0"/>
          <a:ext cx="0" cy="0"/>
          <a:chOff x="0" y="0"/>
          <a:chExt cx="0" cy="0"/>
        </a:xfrm>
      </p:grpSpPr>
      <p:pic>
        <p:nvPicPr>
          <p:cNvPr id="2" name="Grafik 4" descr="Ein Bild, das Person enthält.&#10;&#10;Automatisch generierte Beschreibung">
            <a:extLst>
              <a:ext uri="{FF2B5EF4-FFF2-40B4-BE49-F238E27FC236}">
                <a16:creationId xmlns:a16="http://schemas.microsoft.com/office/drawing/2014/main" id="{D2C9C1C2-DDE5-A32D-4C45-FBD788B0C20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12" name="Title">
            <a:extLst>
              <a:ext uri="{FF2B5EF4-FFF2-40B4-BE49-F238E27FC236}">
                <a16:creationId xmlns:a16="http://schemas.microsoft.com/office/drawing/2014/main" id="{D29AA965-E13B-D1C9-E779-0A746F1B995D}"/>
              </a:ext>
            </a:extLst>
          </p:cNvPr>
          <p:cNvSpPr>
            <a:spLocks noGrp="1"/>
          </p:cNvSpPr>
          <p:nvPr>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picture in </a:t>
            </a:r>
            <a:br>
              <a:rPr lang="en-GB"/>
            </a:br>
            <a:r>
              <a:rPr lang="en-GB"/>
              <a:t>The Group Head Light 36pt, </a:t>
            </a:r>
            <a:br>
              <a:rPr lang="en-GB"/>
            </a:br>
            <a:r>
              <a:rPr lang="en-GB"/>
              <a:t>White, 3+ lines possible</a:t>
            </a:r>
            <a:endParaRPr lang="en-US" noProof="0"/>
          </a:p>
        </p:txBody>
      </p:sp>
      <p:sp>
        <p:nvSpPr>
          <p:cNvPr id="13" name="Subtitle">
            <a:extLst>
              <a:ext uri="{FF2B5EF4-FFF2-40B4-BE49-F238E27FC236}">
                <a16:creationId xmlns:a16="http://schemas.microsoft.com/office/drawing/2014/main" id="{37E99B15-7A65-D9DF-DB27-538995756C71}"/>
              </a:ext>
            </a:extLst>
          </p:cNvPr>
          <p:cNvSpPr>
            <a:spLocks noGrp="1"/>
          </p:cNvSpPr>
          <p:nvPr>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Date / Department </a:t>
            </a:r>
          </a:p>
        </p:txBody>
      </p:sp>
      <p:sp>
        <p:nvSpPr>
          <p:cNvPr id="14" name="Classification">
            <a:extLst>
              <a:ext uri="{FF2B5EF4-FFF2-40B4-BE49-F238E27FC236}">
                <a16:creationId xmlns:a16="http://schemas.microsoft.com/office/drawing/2014/main" id="{BBC541B8-6DBF-68E6-38A5-97FC7C7C51D6}"/>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GB" sz="1200" cap="all" baseline="0" noProof="0"/>
              <a:t>Click to edit classification</a:t>
            </a:r>
          </a:p>
        </p:txBody>
      </p:sp>
      <p:pic>
        <p:nvPicPr>
          <p:cNvPr id="4" name="Graphic 3">
            <a:extLst>
              <a:ext uri="{FF2B5EF4-FFF2-40B4-BE49-F238E27FC236}">
                <a16:creationId xmlns:a16="http://schemas.microsoft.com/office/drawing/2014/main" id="{3471E5B0-1135-9DAA-CBA9-6CDB4D295E1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8657439" y="338255"/>
            <a:ext cx="3136372" cy="442308"/>
          </a:xfrm>
          <a:prstGeom prst="rect">
            <a:avLst/>
          </a:prstGeom>
        </p:spPr>
      </p:pic>
    </p:spTree>
    <p:extLst>
      <p:ext uri="{BB962C8B-B14F-4D97-AF65-F5344CB8AC3E}">
        <p14:creationId xmlns:p14="http://schemas.microsoft.com/office/powerpoint/2010/main" val="3638917831"/>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laceholder">
    <p:bg>
      <p:bgRef idx="1001">
        <a:schemeClr val="bg2"/>
      </p:bgRef>
    </p:bg>
    <p:spTree>
      <p:nvGrpSpPr>
        <p:cNvPr id="1" name=""/>
        <p:cNvGrpSpPr/>
        <p:nvPr/>
      </p:nvGrpSpPr>
      <p:grpSpPr>
        <a:xfrm>
          <a:off x="0" y="0"/>
          <a:ext cx="0" cy="0"/>
          <a:chOff x="0" y="0"/>
          <a:chExt cx="0" cy="0"/>
        </a:xfrm>
      </p:grpSpPr>
      <p:sp>
        <p:nvSpPr>
          <p:cNvPr id="4" name="Picture Placeholder ">
            <a:extLst>
              <a:ext uri="{FF2B5EF4-FFF2-40B4-BE49-F238E27FC236}">
                <a16:creationId xmlns:a16="http://schemas.microsoft.com/office/drawing/2014/main" id="{F4FB7BAE-1CB0-DDAE-68FD-9983331E90F7}"/>
              </a:ext>
            </a:extLst>
          </p:cNvPr>
          <p:cNvSpPr>
            <a:spLocks noGrp="1"/>
          </p:cNvSpPr>
          <p:nvPr>
            <p:ph type="pic" sz="quarter" idx="19"/>
          </p:nvPr>
        </p:nvSpPr>
        <p:spPr bwMode="ltGray">
          <a:xfrm>
            <a:off x="0" y="0"/>
            <a:ext cx="12192000" cy="6858000"/>
          </a:xfrm>
        </p:spPr>
        <p:txBody>
          <a:bodyPr bIns="864000" anchor="ctr"/>
          <a:lstStyle>
            <a:lvl1pPr algn="ctr">
              <a:defRPr>
                <a:solidFill>
                  <a:schemeClr val="tx1"/>
                </a:solidFill>
              </a:defRPr>
            </a:lvl1pPr>
          </a:lstStyle>
          <a:p>
            <a:r>
              <a:rPr lang="en-US"/>
              <a:t>Click icon to add picture</a:t>
            </a:r>
            <a:endParaRPr lang="en-IN" dirty="0"/>
          </a:p>
        </p:txBody>
      </p:sp>
      <p:sp>
        <p:nvSpPr>
          <p:cNvPr id="12" name="Title">
            <a:extLst>
              <a:ext uri="{FF2B5EF4-FFF2-40B4-BE49-F238E27FC236}">
                <a16:creationId xmlns:a16="http://schemas.microsoft.com/office/drawing/2014/main" id="{D29AA965-E13B-D1C9-E779-0A746F1B995D}"/>
              </a:ext>
            </a:extLst>
          </p:cNvPr>
          <p:cNvSpPr>
            <a:spLocks noGrp="1"/>
          </p:cNvSpPr>
          <p:nvPr>
            <p:ph type="ctrTitle" hasCustomPrompt="1"/>
          </p:nvPr>
        </p:nvSpPr>
        <p:spPr bwMode="black">
          <a:xfrm>
            <a:off x="407036" y="4093446"/>
            <a:ext cx="7589520" cy="1495794"/>
          </a:xfrm>
        </p:spPr>
        <p:txBody>
          <a:bodyPr wrap="square" anchor="b">
            <a:spAutoFit/>
          </a:bodyPr>
          <a:lstStyle>
            <a:lvl1pPr algn="l">
              <a:defRPr sz="3600">
                <a:solidFill>
                  <a:schemeClr val="tx1"/>
                </a:solidFill>
              </a:defRPr>
            </a:lvl1pPr>
          </a:lstStyle>
          <a:p>
            <a:r>
              <a:rPr lang="en-GB"/>
              <a:t>Title with image in </a:t>
            </a:r>
            <a:br>
              <a:rPr lang="en-GB"/>
            </a:br>
            <a:r>
              <a:rPr lang="en-GB"/>
              <a:t>The Group Head Light 36pt, </a:t>
            </a:r>
            <a:br>
              <a:rPr lang="en-GB"/>
            </a:br>
            <a:r>
              <a:rPr lang="en-GB"/>
              <a:t>White, 3+ lines possible</a:t>
            </a:r>
            <a:endParaRPr lang="en-US" noProof="0"/>
          </a:p>
        </p:txBody>
      </p:sp>
      <p:sp>
        <p:nvSpPr>
          <p:cNvPr id="13" name="Subtitle">
            <a:extLst>
              <a:ext uri="{FF2B5EF4-FFF2-40B4-BE49-F238E27FC236}">
                <a16:creationId xmlns:a16="http://schemas.microsoft.com/office/drawing/2014/main" id="{37E99B15-7A65-D9DF-DB27-538995756C71}"/>
              </a:ext>
            </a:extLst>
          </p:cNvPr>
          <p:cNvSpPr>
            <a:spLocks noGrp="1"/>
          </p:cNvSpPr>
          <p:nvPr>
            <p:ph type="subTitle" idx="1" hasCustomPrompt="1"/>
          </p:nvPr>
        </p:nvSpPr>
        <p:spPr bwMode="black">
          <a:xfrm>
            <a:off x="407036" y="5702813"/>
            <a:ext cx="7584964"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Date / Department </a:t>
            </a:r>
          </a:p>
        </p:txBody>
      </p:sp>
      <p:sp>
        <p:nvSpPr>
          <p:cNvPr id="14" name="Classification">
            <a:extLst>
              <a:ext uri="{FF2B5EF4-FFF2-40B4-BE49-F238E27FC236}">
                <a16:creationId xmlns:a16="http://schemas.microsoft.com/office/drawing/2014/main" id="{BBC541B8-6DBF-68E6-38A5-97FC7C7C51D6}"/>
              </a:ext>
            </a:extLst>
          </p:cNvPr>
          <p:cNvSpPr>
            <a:spLocks noGrp="1"/>
          </p:cNvSpPr>
          <p:nvPr>
            <p:ph type="body" sz="quarter" idx="18" hasCustomPrompt="1"/>
          </p:nvPr>
        </p:nvSpPr>
        <p:spPr bwMode="black">
          <a:xfrm>
            <a:off x="407036" y="5976334"/>
            <a:ext cx="7589520" cy="184666"/>
          </a:xfrm>
        </p:spPr>
        <p:txBody>
          <a:bodyPr vert="horz" wrap="square" lIns="0" tIns="0" rIns="0" bIns="0" rtlCol="0">
            <a:noAutofit/>
          </a:bodyPr>
          <a:lstStyle>
            <a:lvl1pPr>
              <a:defRPr lang="de-DE" sz="1200" b="0" cap="all" baseline="0" dirty="0" smtClean="0">
                <a:solidFill>
                  <a:schemeClr val="tx1"/>
                </a:solidFill>
              </a:defRPr>
            </a:lvl1pPr>
          </a:lstStyle>
          <a:p>
            <a:r>
              <a:rPr lang="en-GB" sz="1200" cap="all" baseline="0" noProof="0"/>
              <a:t>Click to edit classification</a:t>
            </a:r>
          </a:p>
        </p:txBody>
      </p:sp>
      <p:sp>
        <p:nvSpPr>
          <p:cNvPr id="19" name="图片占位符 18">
            <a:extLst>
              <a:ext uri="{FF2B5EF4-FFF2-40B4-BE49-F238E27FC236}">
                <a16:creationId xmlns:a16="http://schemas.microsoft.com/office/drawing/2014/main" id="{813C2619-9A0B-6EFA-8BA5-B89CAE15632C}"/>
              </a:ext>
            </a:extLst>
          </p:cNvPr>
          <p:cNvSpPr>
            <a:spLocks noGrp="1"/>
          </p:cNvSpPr>
          <p:nvPr>
            <p:ph type="pic" sz="quarter" idx="20" hasCustomPrompt="1"/>
          </p:nvPr>
        </p:nvSpPr>
        <p:spPr>
          <a:xfrm>
            <a:off x="8657439" y="338255"/>
            <a:ext cx="3136386" cy="442308"/>
          </a:xfrm>
          <a:blipFill>
            <a:blip r:embed="rId2">
              <a:extLst>
                <a:ext uri="{96DAC541-7B7A-43D3-8B79-37D633B846F1}">
                  <asvg:svgBlip xmlns:asvg="http://schemas.microsoft.com/office/drawing/2016/SVG/main" r:embed="rId3"/>
                </a:ext>
              </a:extLst>
            </a:blip>
            <a:stretch>
              <a:fillRect/>
            </a:stretch>
          </a:blipFill>
        </p:spPr>
        <p:txBody>
          <a:bodyPr/>
          <a:lstStyle/>
          <a:p>
            <a:r>
              <a:rPr kumimoji="1" lang="zh-CN" altLang="en-US" dirty="0"/>
              <a:t> </a:t>
            </a:r>
          </a:p>
        </p:txBody>
      </p:sp>
    </p:spTree>
    <p:extLst>
      <p:ext uri="{BB962C8B-B14F-4D97-AF65-F5344CB8AC3E}">
        <p14:creationId xmlns:p14="http://schemas.microsoft.com/office/powerpoint/2010/main" val="4068183678"/>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5x Agenda Deep Space Blue">
    <p:bg>
      <p:bgRef idx="1001">
        <a:schemeClr val="bg2"/>
      </p:bgRef>
    </p:bg>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0AEFA6B9-193B-F764-6879-5907A98C6DA9}"/>
              </a:ext>
            </a:extLst>
          </p:cNvPr>
          <p:cNvSpPr>
            <a:spLocks noGrp="1"/>
          </p:cNvSpPr>
          <p:nvPr>
            <p:ph type="title" hasCustomPrompt="1"/>
          </p:nvPr>
        </p:nvSpPr>
        <p:spPr/>
        <p:txBody>
          <a:bodyPr/>
          <a:lstStyle>
            <a:lvl1pPr>
              <a:defRPr>
                <a:solidFill>
                  <a:schemeClr val="tx1"/>
                </a:solidFill>
              </a:defRPr>
            </a:lvl1pPr>
          </a:lstStyle>
          <a:p>
            <a:r>
              <a:rPr lang="en-GB"/>
              <a:t>Agenda title in The Group Head Light 28pt, White</a:t>
            </a:r>
            <a:endParaRPr/>
          </a:p>
        </p:txBody>
      </p:sp>
      <p:sp>
        <p:nvSpPr>
          <p:cNvPr id="3" name="Footer Placeholder ">
            <a:extLst>
              <a:ext uri="{FF2B5EF4-FFF2-40B4-BE49-F238E27FC236}">
                <a16:creationId xmlns:a16="http://schemas.microsoft.com/office/drawing/2014/main" id="{DFA8C87C-8292-6579-8BFA-166F0832DE18}"/>
              </a:ext>
            </a:extLst>
          </p:cNvPr>
          <p:cNvSpPr>
            <a:spLocks noGrp="1"/>
          </p:cNvSpPr>
          <p:nvPr>
            <p:ph type="ftr" sz="quarter" idx="10"/>
          </p:nvPr>
        </p:nvSpPr>
        <p:spPr/>
        <p:txBody>
          <a:bodyPr/>
          <a:lstStyle/>
          <a:p>
            <a:r>
              <a:rPr lang="en-GB"/>
              <a:t>Department K-OE  |  Presentation title  |  CSD-class</a:t>
            </a:r>
          </a:p>
        </p:txBody>
      </p:sp>
      <p:sp>
        <p:nvSpPr>
          <p:cNvPr id="4" name="Date Placeholder ">
            <a:extLst>
              <a:ext uri="{FF2B5EF4-FFF2-40B4-BE49-F238E27FC236}">
                <a16:creationId xmlns:a16="http://schemas.microsoft.com/office/drawing/2014/main" id="{789E6527-861E-20F2-46F3-6B74AFCA4CFA}"/>
              </a:ext>
            </a:extLst>
          </p:cNvPr>
          <p:cNvSpPr>
            <a:spLocks noGrp="1"/>
          </p:cNvSpPr>
          <p:nvPr>
            <p:ph type="dt" sz="half" idx="11"/>
          </p:nvPr>
        </p:nvSpPr>
        <p:spPr/>
        <p:txBody>
          <a:bodyPr/>
          <a:lstStyle/>
          <a:p>
            <a:r>
              <a:rPr lang="de-DE"/>
              <a:t>01.11.2023</a:t>
            </a:r>
            <a:endParaRPr lang="en-GB"/>
          </a:p>
        </p:txBody>
      </p:sp>
      <p:sp>
        <p:nvSpPr>
          <p:cNvPr id="5" name="Slide Number Placeholder ">
            <a:extLst>
              <a:ext uri="{FF2B5EF4-FFF2-40B4-BE49-F238E27FC236}">
                <a16:creationId xmlns:a16="http://schemas.microsoft.com/office/drawing/2014/main" id="{B73A3C5B-BF67-3886-454D-499164D2E39F}"/>
              </a:ext>
            </a:extLst>
          </p:cNvPr>
          <p:cNvSpPr>
            <a:spLocks noGrp="1"/>
          </p:cNvSpPr>
          <p:nvPr>
            <p:ph type="sldNum" sz="quarter" idx="12"/>
          </p:nvPr>
        </p:nvSpPr>
        <p:spPr/>
        <p:txBody>
          <a:bodyPr/>
          <a:lstStyle/>
          <a:p>
            <a:fld id="{445898F2-00FF-CD47-84F0-CF0F3C88FCDD}" type="slidenum">
              <a:rPr lang="en-GB" smtClean="0"/>
              <a:pPr/>
              <a:t>‹#›</a:t>
            </a:fld>
            <a:endParaRPr lang="en-GB"/>
          </a:p>
        </p:txBody>
      </p:sp>
      <p:sp>
        <p:nvSpPr>
          <p:cNvPr id="27" name="Numbering 1">
            <a:extLst>
              <a:ext uri="{FF2B5EF4-FFF2-40B4-BE49-F238E27FC236}">
                <a16:creationId xmlns:a16="http://schemas.microsoft.com/office/drawing/2014/main" id="{5AD21997-29E6-3B00-D6B7-A90B59402DC9}"/>
              </a:ext>
            </a:extLst>
          </p:cNvPr>
          <p:cNvSpPr>
            <a:spLocks noGrp="1"/>
          </p:cNvSpPr>
          <p:nvPr>
            <p:ph type="body" sz="quarter" idx="13" hasCustomPrompt="1"/>
          </p:nvPr>
        </p:nvSpPr>
        <p:spPr bwMode="auto">
          <a:xfrm>
            <a:off x="1217680" y="184870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28" name="Agenda Item 1">
            <a:extLst>
              <a:ext uri="{FF2B5EF4-FFF2-40B4-BE49-F238E27FC236}">
                <a16:creationId xmlns:a16="http://schemas.microsoft.com/office/drawing/2014/main" id="{5E0CAF94-A7FE-E935-94E5-F38CFE0B482E}"/>
              </a:ext>
            </a:extLst>
          </p:cNvPr>
          <p:cNvSpPr>
            <a:spLocks noGrp="1"/>
          </p:cNvSpPr>
          <p:nvPr>
            <p:ph type="body" sz="quarter" idx="14" hasCustomPrompt="1"/>
          </p:nvPr>
        </p:nvSpPr>
        <p:spPr bwMode="auto">
          <a:xfrm>
            <a:off x="1688854" y="184870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29" name="Numbering 2">
            <a:extLst>
              <a:ext uri="{FF2B5EF4-FFF2-40B4-BE49-F238E27FC236}">
                <a16:creationId xmlns:a16="http://schemas.microsoft.com/office/drawing/2014/main" id="{924B15E1-497A-BF6B-2563-66C7CA7CF929}"/>
              </a:ext>
            </a:extLst>
          </p:cNvPr>
          <p:cNvSpPr>
            <a:spLocks noGrp="1"/>
          </p:cNvSpPr>
          <p:nvPr>
            <p:ph type="body" sz="quarter" idx="25" hasCustomPrompt="1"/>
          </p:nvPr>
        </p:nvSpPr>
        <p:spPr bwMode="auto">
          <a:xfrm>
            <a:off x="1217680" y="268833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30" name="Agenda Item 2">
            <a:extLst>
              <a:ext uri="{FF2B5EF4-FFF2-40B4-BE49-F238E27FC236}">
                <a16:creationId xmlns:a16="http://schemas.microsoft.com/office/drawing/2014/main" id="{B16624A8-0D92-8B36-BFCB-0586B8C80F33}"/>
              </a:ext>
            </a:extLst>
          </p:cNvPr>
          <p:cNvSpPr>
            <a:spLocks noGrp="1"/>
          </p:cNvSpPr>
          <p:nvPr>
            <p:ph type="body" sz="quarter" idx="26" hasCustomPrompt="1"/>
          </p:nvPr>
        </p:nvSpPr>
        <p:spPr bwMode="auto">
          <a:xfrm>
            <a:off x="1688854" y="268833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31" name="Numbering 3">
            <a:extLst>
              <a:ext uri="{FF2B5EF4-FFF2-40B4-BE49-F238E27FC236}">
                <a16:creationId xmlns:a16="http://schemas.microsoft.com/office/drawing/2014/main" id="{0BDB2B44-4250-916F-33A9-ADB2CD085F4E}"/>
              </a:ext>
            </a:extLst>
          </p:cNvPr>
          <p:cNvSpPr>
            <a:spLocks noGrp="1"/>
          </p:cNvSpPr>
          <p:nvPr>
            <p:ph type="body" sz="quarter" idx="27" hasCustomPrompt="1"/>
          </p:nvPr>
        </p:nvSpPr>
        <p:spPr bwMode="auto">
          <a:xfrm>
            <a:off x="1217680" y="352797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32" name="Agenda Item 3">
            <a:extLst>
              <a:ext uri="{FF2B5EF4-FFF2-40B4-BE49-F238E27FC236}">
                <a16:creationId xmlns:a16="http://schemas.microsoft.com/office/drawing/2014/main" id="{0B2A0810-DBC5-5ECC-078D-DB2929B731E6}"/>
              </a:ext>
            </a:extLst>
          </p:cNvPr>
          <p:cNvSpPr>
            <a:spLocks noGrp="1"/>
          </p:cNvSpPr>
          <p:nvPr>
            <p:ph type="body" sz="quarter" idx="28" hasCustomPrompt="1"/>
          </p:nvPr>
        </p:nvSpPr>
        <p:spPr bwMode="auto">
          <a:xfrm>
            <a:off x="1688854" y="352797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33" name="Numbering 4">
            <a:extLst>
              <a:ext uri="{FF2B5EF4-FFF2-40B4-BE49-F238E27FC236}">
                <a16:creationId xmlns:a16="http://schemas.microsoft.com/office/drawing/2014/main" id="{DBFD4239-2FE0-1EAC-BADB-EDF5FAF9407E}"/>
              </a:ext>
            </a:extLst>
          </p:cNvPr>
          <p:cNvSpPr>
            <a:spLocks noGrp="1"/>
          </p:cNvSpPr>
          <p:nvPr>
            <p:ph type="body" sz="quarter" idx="29" hasCustomPrompt="1"/>
          </p:nvPr>
        </p:nvSpPr>
        <p:spPr bwMode="auto">
          <a:xfrm>
            <a:off x="1217680" y="4367607"/>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34" name="Agenda Item 4">
            <a:extLst>
              <a:ext uri="{FF2B5EF4-FFF2-40B4-BE49-F238E27FC236}">
                <a16:creationId xmlns:a16="http://schemas.microsoft.com/office/drawing/2014/main" id="{7BEBB55F-8E98-43D3-EC5E-1A72D61E1EA1}"/>
              </a:ext>
            </a:extLst>
          </p:cNvPr>
          <p:cNvSpPr>
            <a:spLocks noGrp="1"/>
          </p:cNvSpPr>
          <p:nvPr>
            <p:ph type="body" sz="quarter" idx="30" hasCustomPrompt="1"/>
          </p:nvPr>
        </p:nvSpPr>
        <p:spPr bwMode="auto">
          <a:xfrm>
            <a:off x="1688854" y="4367607"/>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35" name="Numbering 5">
            <a:extLst>
              <a:ext uri="{FF2B5EF4-FFF2-40B4-BE49-F238E27FC236}">
                <a16:creationId xmlns:a16="http://schemas.microsoft.com/office/drawing/2014/main" id="{DB022F5A-78D5-377A-A283-1F70EDE8C699}"/>
              </a:ext>
            </a:extLst>
          </p:cNvPr>
          <p:cNvSpPr>
            <a:spLocks noGrp="1"/>
          </p:cNvSpPr>
          <p:nvPr>
            <p:ph type="body" sz="quarter" idx="31" hasCustomPrompt="1"/>
          </p:nvPr>
        </p:nvSpPr>
        <p:spPr bwMode="auto">
          <a:xfrm>
            <a:off x="1217680" y="5207242"/>
            <a:ext cx="434603" cy="338554"/>
          </a:xfrm>
        </p:spPr>
        <p:txBody>
          <a:bodyPr wrap="square">
            <a:spAutoFit/>
          </a:bodyPr>
          <a:lstStyle>
            <a:lvl1pPr marL="0">
              <a:spcBef>
                <a:spcPts val="0"/>
              </a:spcBef>
              <a:buFontTx/>
              <a:buNone/>
              <a:defRPr sz="2200" b="0">
                <a:solidFill>
                  <a:schemeClr val="accent3"/>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36" name="Agenda Item 5">
            <a:extLst>
              <a:ext uri="{FF2B5EF4-FFF2-40B4-BE49-F238E27FC236}">
                <a16:creationId xmlns:a16="http://schemas.microsoft.com/office/drawing/2014/main" id="{4C0FE2B1-2004-D388-3B2F-85C476A4F31C}"/>
              </a:ext>
            </a:extLst>
          </p:cNvPr>
          <p:cNvSpPr>
            <a:spLocks noGrp="1"/>
          </p:cNvSpPr>
          <p:nvPr>
            <p:ph type="body" sz="quarter" idx="32" hasCustomPrompt="1"/>
          </p:nvPr>
        </p:nvSpPr>
        <p:spPr bwMode="auto">
          <a:xfrm>
            <a:off x="1688854" y="5207242"/>
            <a:ext cx="10095159" cy="338554"/>
          </a:xfrm>
        </p:spPr>
        <p:txBody>
          <a:bodyPr wrap="square">
            <a:spAutoFit/>
          </a:bodyPr>
          <a:lstStyle>
            <a:lvl1pPr marL="0">
              <a:spcBef>
                <a:spcPts val="0"/>
              </a:spcBef>
              <a:buFontTx/>
              <a:buNone/>
              <a:defRPr sz="22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pic>
        <p:nvPicPr>
          <p:cNvPr id="7" name="Graphic 6">
            <a:extLst>
              <a:ext uri="{FF2B5EF4-FFF2-40B4-BE49-F238E27FC236}">
                <a16:creationId xmlns:a16="http://schemas.microsoft.com/office/drawing/2014/main" id="{657372B4-680E-BF76-D966-3CD9D4EA06A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34632" y="257249"/>
            <a:ext cx="2049379" cy="289014"/>
          </a:xfrm>
          <a:prstGeom prst="rect">
            <a:avLst/>
          </a:prstGeom>
        </p:spPr>
      </p:pic>
    </p:spTree>
    <p:extLst>
      <p:ext uri="{BB962C8B-B14F-4D97-AF65-F5344CB8AC3E}">
        <p14:creationId xmlns:p14="http://schemas.microsoft.com/office/powerpoint/2010/main" val="1872941135"/>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x Agenda White, Deep Space Blue Headlin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0AEFA6B9-193B-F764-6879-5907A98C6DA9}"/>
              </a:ext>
            </a:extLst>
          </p:cNvPr>
          <p:cNvSpPr>
            <a:spLocks noGrp="1"/>
          </p:cNvSpPr>
          <p:nvPr>
            <p:ph type="title" hasCustomPrompt="1"/>
          </p:nvPr>
        </p:nvSpPr>
        <p:spPr/>
        <p:txBody>
          <a:bodyPr/>
          <a:lstStyle/>
          <a:p>
            <a:r>
              <a:rPr lang="en-GB"/>
              <a:t>Agenda title in The Group Head Light 28pt, Deep Space Blue</a:t>
            </a:r>
            <a:endParaRPr/>
          </a:p>
        </p:txBody>
      </p:sp>
      <p:sp>
        <p:nvSpPr>
          <p:cNvPr id="6" name="Numbering 1">
            <a:extLst>
              <a:ext uri="{FF2B5EF4-FFF2-40B4-BE49-F238E27FC236}">
                <a16:creationId xmlns:a16="http://schemas.microsoft.com/office/drawing/2014/main" id="{DBC83CB7-B8C4-AD22-1D9F-2DCA0FAECF6E}"/>
              </a:ext>
            </a:extLst>
          </p:cNvPr>
          <p:cNvSpPr>
            <a:spLocks noGrp="1"/>
          </p:cNvSpPr>
          <p:nvPr>
            <p:ph type="body" sz="quarter" idx="13" hasCustomPrompt="1"/>
          </p:nvPr>
        </p:nvSpPr>
        <p:spPr bwMode="auto">
          <a:xfrm>
            <a:off x="1217680" y="1848275"/>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7" name="Agenda Item 1">
            <a:extLst>
              <a:ext uri="{FF2B5EF4-FFF2-40B4-BE49-F238E27FC236}">
                <a16:creationId xmlns:a16="http://schemas.microsoft.com/office/drawing/2014/main" id="{3558896C-2172-9668-DFBC-51D6350C5153}"/>
              </a:ext>
            </a:extLst>
          </p:cNvPr>
          <p:cNvSpPr>
            <a:spLocks noGrp="1"/>
          </p:cNvSpPr>
          <p:nvPr>
            <p:ph type="body" sz="quarter" idx="14" hasCustomPrompt="1"/>
          </p:nvPr>
        </p:nvSpPr>
        <p:spPr bwMode="auto">
          <a:xfrm>
            <a:off x="1688854" y="1848275"/>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8" name="Numbering 2">
            <a:extLst>
              <a:ext uri="{FF2B5EF4-FFF2-40B4-BE49-F238E27FC236}">
                <a16:creationId xmlns:a16="http://schemas.microsoft.com/office/drawing/2014/main" id="{497917A1-1A39-8BFA-67BB-0B5110593940}"/>
              </a:ext>
            </a:extLst>
          </p:cNvPr>
          <p:cNvSpPr>
            <a:spLocks noGrp="1"/>
          </p:cNvSpPr>
          <p:nvPr>
            <p:ph type="body" sz="quarter" idx="15" hasCustomPrompt="1"/>
          </p:nvPr>
        </p:nvSpPr>
        <p:spPr bwMode="auto">
          <a:xfrm>
            <a:off x="1217680" y="2305081"/>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9" name="Agenda Item 2">
            <a:extLst>
              <a:ext uri="{FF2B5EF4-FFF2-40B4-BE49-F238E27FC236}">
                <a16:creationId xmlns:a16="http://schemas.microsoft.com/office/drawing/2014/main" id="{31F2654E-AC9D-3640-F2F6-AC3CA359583B}"/>
              </a:ext>
            </a:extLst>
          </p:cNvPr>
          <p:cNvSpPr>
            <a:spLocks noGrp="1"/>
          </p:cNvSpPr>
          <p:nvPr>
            <p:ph type="body" sz="quarter" idx="16" hasCustomPrompt="1"/>
          </p:nvPr>
        </p:nvSpPr>
        <p:spPr bwMode="auto">
          <a:xfrm>
            <a:off x="1688854" y="2305081"/>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10" name="Numbering 3">
            <a:extLst>
              <a:ext uri="{FF2B5EF4-FFF2-40B4-BE49-F238E27FC236}">
                <a16:creationId xmlns:a16="http://schemas.microsoft.com/office/drawing/2014/main" id="{EE6AAFED-0A82-CD1E-C6F7-EA49B7AAA7A1}"/>
              </a:ext>
            </a:extLst>
          </p:cNvPr>
          <p:cNvSpPr>
            <a:spLocks noGrp="1"/>
          </p:cNvSpPr>
          <p:nvPr>
            <p:ph type="body" sz="quarter" idx="17" hasCustomPrompt="1"/>
          </p:nvPr>
        </p:nvSpPr>
        <p:spPr bwMode="auto">
          <a:xfrm>
            <a:off x="1217680" y="2761887"/>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11" name="Agenda Item 3">
            <a:extLst>
              <a:ext uri="{FF2B5EF4-FFF2-40B4-BE49-F238E27FC236}">
                <a16:creationId xmlns:a16="http://schemas.microsoft.com/office/drawing/2014/main" id="{402C8ED7-837E-E146-8B05-B907D6DF30BC}"/>
              </a:ext>
            </a:extLst>
          </p:cNvPr>
          <p:cNvSpPr>
            <a:spLocks noGrp="1"/>
          </p:cNvSpPr>
          <p:nvPr>
            <p:ph type="body" sz="quarter" idx="18" hasCustomPrompt="1"/>
          </p:nvPr>
        </p:nvSpPr>
        <p:spPr bwMode="auto">
          <a:xfrm>
            <a:off x="1688854" y="2761887"/>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12" name="Numbering 4">
            <a:extLst>
              <a:ext uri="{FF2B5EF4-FFF2-40B4-BE49-F238E27FC236}">
                <a16:creationId xmlns:a16="http://schemas.microsoft.com/office/drawing/2014/main" id="{9A3E92C7-72B2-B3C5-F778-50F586C611F1}"/>
              </a:ext>
            </a:extLst>
          </p:cNvPr>
          <p:cNvSpPr>
            <a:spLocks noGrp="1"/>
          </p:cNvSpPr>
          <p:nvPr>
            <p:ph type="body" sz="quarter" idx="19" hasCustomPrompt="1"/>
          </p:nvPr>
        </p:nvSpPr>
        <p:spPr bwMode="auto">
          <a:xfrm>
            <a:off x="1217680" y="3218693"/>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13" name="Agenda Item 4">
            <a:extLst>
              <a:ext uri="{FF2B5EF4-FFF2-40B4-BE49-F238E27FC236}">
                <a16:creationId xmlns:a16="http://schemas.microsoft.com/office/drawing/2014/main" id="{A585B5A2-9386-9EF0-CF6D-CD7C7A69C9B4}"/>
              </a:ext>
            </a:extLst>
          </p:cNvPr>
          <p:cNvSpPr>
            <a:spLocks noGrp="1"/>
          </p:cNvSpPr>
          <p:nvPr>
            <p:ph type="body" sz="quarter" idx="20" hasCustomPrompt="1"/>
          </p:nvPr>
        </p:nvSpPr>
        <p:spPr bwMode="auto">
          <a:xfrm>
            <a:off x="1688854" y="3218693"/>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14" name="Numbering 5">
            <a:extLst>
              <a:ext uri="{FF2B5EF4-FFF2-40B4-BE49-F238E27FC236}">
                <a16:creationId xmlns:a16="http://schemas.microsoft.com/office/drawing/2014/main" id="{31A65FC2-901E-2970-D8EB-1AF62CFBC52F}"/>
              </a:ext>
            </a:extLst>
          </p:cNvPr>
          <p:cNvSpPr>
            <a:spLocks noGrp="1"/>
          </p:cNvSpPr>
          <p:nvPr>
            <p:ph type="body" sz="quarter" idx="21" hasCustomPrompt="1"/>
          </p:nvPr>
        </p:nvSpPr>
        <p:spPr bwMode="auto">
          <a:xfrm>
            <a:off x="1217680" y="3675499"/>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15" name="Agenda Item 5">
            <a:extLst>
              <a:ext uri="{FF2B5EF4-FFF2-40B4-BE49-F238E27FC236}">
                <a16:creationId xmlns:a16="http://schemas.microsoft.com/office/drawing/2014/main" id="{57A16E1C-B520-9303-449F-703E5320499E}"/>
              </a:ext>
            </a:extLst>
          </p:cNvPr>
          <p:cNvSpPr>
            <a:spLocks noGrp="1"/>
          </p:cNvSpPr>
          <p:nvPr>
            <p:ph type="body" sz="quarter" idx="22" hasCustomPrompt="1"/>
          </p:nvPr>
        </p:nvSpPr>
        <p:spPr bwMode="auto">
          <a:xfrm>
            <a:off x="1688854" y="3675499"/>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16" name="Numbering 6">
            <a:extLst>
              <a:ext uri="{FF2B5EF4-FFF2-40B4-BE49-F238E27FC236}">
                <a16:creationId xmlns:a16="http://schemas.microsoft.com/office/drawing/2014/main" id="{986FB543-DAA5-8006-2D94-B5288ECF711B}"/>
              </a:ext>
            </a:extLst>
          </p:cNvPr>
          <p:cNvSpPr>
            <a:spLocks noGrp="1"/>
          </p:cNvSpPr>
          <p:nvPr>
            <p:ph type="body" sz="quarter" idx="23" hasCustomPrompt="1"/>
          </p:nvPr>
        </p:nvSpPr>
        <p:spPr bwMode="auto">
          <a:xfrm>
            <a:off x="1217680" y="4132305"/>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17" name="Agenda Item 6">
            <a:extLst>
              <a:ext uri="{FF2B5EF4-FFF2-40B4-BE49-F238E27FC236}">
                <a16:creationId xmlns:a16="http://schemas.microsoft.com/office/drawing/2014/main" id="{DF0F7CE5-5819-43AC-ADC9-767A6753E6B3}"/>
              </a:ext>
            </a:extLst>
          </p:cNvPr>
          <p:cNvSpPr>
            <a:spLocks noGrp="1"/>
          </p:cNvSpPr>
          <p:nvPr>
            <p:ph type="body" sz="quarter" idx="24" hasCustomPrompt="1"/>
          </p:nvPr>
        </p:nvSpPr>
        <p:spPr bwMode="auto">
          <a:xfrm>
            <a:off x="1688854" y="4132305"/>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18" name="Numbering 7">
            <a:extLst>
              <a:ext uri="{FF2B5EF4-FFF2-40B4-BE49-F238E27FC236}">
                <a16:creationId xmlns:a16="http://schemas.microsoft.com/office/drawing/2014/main" id="{4FEF220E-860F-F384-8FF2-267C22BC5964}"/>
              </a:ext>
            </a:extLst>
          </p:cNvPr>
          <p:cNvSpPr>
            <a:spLocks noGrp="1"/>
          </p:cNvSpPr>
          <p:nvPr>
            <p:ph type="body" sz="quarter" idx="25" hasCustomPrompt="1"/>
          </p:nvPr>
        </p:nvSpPr>
        <p:spPr bwMode="auto">
          <a:xfrm>
            <a:off x="1217680" y="4589111"/>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19" name="Agenda Item 7">
            <a:extLst>
              <a:ext uri="{FF2B5EF4-FFF2-40B4-BE49-F238E27FC236}">
                <a16:creationId xmlns:a16="http://schemas.microsoft.com/office/drawing/2014/main" id="{0273EE92-505F-B525-66E6-61D214E8DE67}"/>
              </a:ext>
            </a:extLst>
          </p:cNvPr>
          <p:cNvSpPr>
            <a:spLocks noGrp="1"/>
          </p:cNvSpPr>
          <p:nvPr>
            <p:ph type="body" sz="quarter" idx="26" hasCustomPrompt="1"/>
          </p:nvPr>
        </p:nvSpPr>
        <p:spPr bwMode="auto">
          <a:xfrm>
            <a:off x="1688854" y="4589111"/>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20" name="Numbering 8">
            <a:extLst>
              <a:ext uri="{FF2B5EF4-FFF2-40B4-BE49-F238E27FC236}">
                <a16:creationId xmlns:a16="http://schemas.microsoft.com/office/drawing/2014/main" id="{882C608A-27C7-773A-F283-FE2A9D782F6E}"/>
              </a:ext>
            </a:extLst>
          </p:cNvPr>
          <p:cNvSpPr>
            <a:spLocks noGrp="1"/>
          </p:cNvSpPr>
          <p:nvPr>
            <p:ph type="body" sz="quarter" idx="27" hasCustomPrompt="1"/>
          </p:nvPr>
        </p:nvSpPr>
        <p:spPr bwMode="auto">
          <a:xfrm>
            <a:off x="1217680" y="5045917"/>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21" name="Agenda Item 8">
            <a:extLst>
              <a:ext uri="{FF2B5EF4-FFF2-40B4-BE49-F238E27FC236}">
                <a16:creationId xmlns:a16="http://schemas.microsoft.com/office/drawing/2014/main" id="{DC9C3E24-C0A4-E77B-42E0-A8D22E052CEF}"/>
              </a:ext>
            </a:extLst>
          </p:cNvPr>
          <p:cNvSpPr>
            <a:spLocks noGrp="1"/>
          </p:cNvSpPr>
          <p:nvPr>
            <p:ph type="body" sz="quarter" idx="28" hasCustomPrompt="1"/>
          </p:nvPr>
        </p:nvSpPr>
        <p:spPr bwMode="auto">
          <a:xfrm>
            <a:off x="1688854" y="5045917"/>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22" name="Numbering 9">
            <a:extLst>
              <a:ext uri="{FF2B5EF4-FFF2-40B4-BE49-F238E27FC236}">
                <a16:creationId xmlns:a16="http://schemas.microsoft.com/office/drawing/2014/main" id="{63D82C51-2FC9-1837-B016-4D3D394CBCBF}"/>
              </a:ext>
            </a:extLst>
          </p:cNvPr>
          <p:cNvSpPr>
            <a:spLocks noGrp="1"/>
          </p:cNvSpPr>
          <p:nvPr>
            <p:ph type="body" sz="quarter" idx="29" hasCustomPrompt="1"/>
          </p:nvPr>
        </p:nvSpPr>
        <p:spPr bwMode="auto">
          <a:xfrm>
            <a:off x="1217680" y="5502723"/>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23" name="Agenda Item 9">
            <a:extLst>
              <a:ext uri="{FF2B5EF4-FFF2-40B4-BE49-F238E27FC236}">
                <a16:creationId xmlns:a16="http://schemas.microsoft.com/office/drawing/2014/main" id="{4E55B04A-7EA9-E21D-FF59-766B10F8997D}"/>
              </a:ext>
            </a:extLst>
          </p:cNvPr>
          <p:cNvSpPr>
            <a:spLocks noGrp="1"/>
          </p:cNvSpPr>
          <p:nvPr>
            <p:ph type="body" sz="quarter" idx="30" hasCustomPrompt="1"/>
          </p:nvPr>
        </p:nvSpPr>
        <p:spPr bwMode="auto">
          <a:xfrm>
            <a:off x="1688854" y="5502723"/>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24" name="Numbering 10">
            <a:extLst>
              <a:ext uri="{FF2B5EF4-FFF2-40B4-BE49-F238E27FC236}">
                <a16:creationId xmlns:a16="http://schemas.microsoft.com/office/drawing/2014/main" id="{8967BB65-3138-2A41-6B28-A8A16ACE78C8}"/>
              </a:ext>
            </a:extLst>
          </p:cNvPr>
          <p:cNvSpPr>
            <a:spLocks noGrp="1"/>
          </p:cNvSpPr>
          <p:nvPr>
            <p:ph type="body" sz="quarter" idx="31" hasCustomPrompt="1"/>
          </p:nvPr>
        </p:nvSpPr>
        <p:spPr bwMode="auto">
          <a:xfrm>
            <a:off x="1217680" y="5959527"/>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25" name="Agenda Item 10">
            <a:extLst>
              <a:ext uri="{FF2B5EF4-FFF2-40B4-BE49-F238E27FC236}">
                <a16:creationId xmlns:a16="http://schemas.microsoft.com/office/drawing/2014/main" id="{335F8C7E-C6F9-2933-6501-EC31F4EC28A8}"/>
              </a:ext>
            </a:extLst>
          </p:cNvPr>
          <p:cNvSpPr>
            <a:spLocks noGrp="1"/>
          </p:cNvSpPr>
          <p:nvPr>
            <p:ph type="body" sz="quarter" idx="32" hasCustomPrompt="1"/>
          </p:nvPr>
        </p:nvSpPr>
        <p:spPr bwMode="auto">
          <a:xfrm>
            <a:off x="1688854" y="5959527"/>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3" name="Footer Placeholder ">
            <a:extLst>
              <a:ext uri="{FF2B5EF4-FFF2-40B4-BE49-F238E27FC236}">
                <a16:creationId xmlns:a16="http://schemas.microsoft.com/office/drawing/2014/main" id="{DFA8C87C-8292-6579-8BFA-166F0832DE18}"/>
              </a:ext>
            </a:extLst>
          </p:cNvPr>
          <p:cNvSpPr>
            <a:spLocks noGrp="1"/>
          </p:cNvSpPr>
          <p:nvPr>
            <p:ph type="ftr" sz="quarter" idx="10"/>
          </p:nvPr>
        </p:nvSpPr>
        <p:spPr/>
        <p:txBody>
          <a:bodyPr/>
          <a:lstStyle/>
          <a:p>
            <a:r>
              <a:rPr lang="en-GB"/>
              <a:t>Department K-OE  |  Presentation title  |  CSD-class</a:t>
            </a:r>
          </a:p>
        </p:txBody>
      </p:sp>
      <p:sp>
        <p:nvSpPr>
          <p:cNvPr id="4" name="Date Placeholder ">
            <a:extLst>
              <a:ext uri="{FF2B5EF4-FFF2-40B4-BE49-F238E27FC236}">
                <a16:creationId xmlns:a16="http://schemas.microsoft.com/office/drawing/2014/main" id="{789E6527-861E-20F2-46F3-6B74AFCA4CFA}"/>
              </a:ext>
            </a:extLst>
          </p:cNvPr>
          <p:cNvSpPr>
            <a:spLocks noGrp="1"/>
          </p:cNvSpPr>
          <p:nvPr>
            <p:ph type="dt" sz="half" idx="11"/>
          </p:nvPr>
        </p:nvSpPr>
        <p:spPr/>
        <p:txBody>
          <a:bodyPr/>
          <a:lstStyle/>
          <a:p>
            <a:r>
              <a:rPr lang="de-DE"/>
              <a:t>01.11.2023</a:t>
            </a:r>
            <a:endParaRPr lang="en-GB"/>
          </a:p>
        </p:txBody>
      </p:sp>
      <p:sp>
        <p:nvSpPr>
          <p:cNvPr id="5" name="Slide Number Placeholder ">
            <a:extLst>
              <a:ext uri="{FF2B5EF4-FFF2-40B4-BE49-F238E27FC236}">
                <a16:creationId xmlns:a16="http://schemas.microsoft.com/office/drawing/2014/main" id="{B73A3C5B-BF67-3886-454D-499164D2E39F}"/>
              </a:ext>
            </a:extLst>
          </p:cNvPr>
          <p:cNvSpPr>
            <a:spLocks noGrp="1"/>
          </p:cNvSpPr>
          <p:nvPr>
            <p:ph type="sldNum" sz="quarter" idx="12"/>
          </p:nvPr>
        </p:nvSpPr>
        <p:spPr/>
        <p:txBody>
          <a:bodyPr/>
          <a:lstStyle/>
          <a:p>
            <a:fld id="{445898F2-00FF-CD47-84F0-CF0F3C88FCDD}" type="slidenum">
              <a:rPr lang="en-GB" smtClean="0"/>
              <a:pPr/>
              <a:t>‹#›</a:t>
            </a:fld>
            <a:endParaRPr lang="en-GB"/>
          </a:p>
        </p:txBody>
      </p:sp>
    </p:spTree>
    <p:extLst>
      <p:ext uri="{BB962C8B-B14F-4D97-AF65-F5344CB8AC3E}">
        <p14:creationId xmlns:p14="http://schemas.microsoft.com/office/powerpoint/2010/main" val="20312091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x Agenda White, Vivid Green Headlin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0AEFA6B9-193B-F764-6879-5907A98C6DA9}"/>
              </a:ext>
            </a:extLst>
          </p:cNvPr>
          <p:cNvSpPr>
            <a:spLocks noGrp="1"/>
          </p:cNvSpPr>
          <p:nvPr>
            <p:ph type="title" hasCustomPrompt="1"/>
          </p:nvPr>
        </p:nvSpPr>
        <p:spPr/>
        <p:txBody>
          <a:bodyPr/>
          <a:lstStyle>
            <a:lvl1pPr>
              <a:defRPr>
                <a:solidFill>
                  <a:schemeClr val="accent2"/>
                </a:solidFill>
              </a:defRPr>
            </a:lvl1pPr>
          </a:lstStyle>
          <a:p>
            <a:r>
              <a:rPr lang="en-GB"/>
              <a:t>Agenda title in The Group Head Light 28pt, Vivid Green</a:t>
            </a:r>
            <a:endParaRPr/>
          </a:p>
        </p:txBody>
      </p:sp>
      <p:sp>
        <p:nvSpPr>
          <p:cNvPr id="6" name="Numbering 1">
            <a:extLst>
              <a:ext uri="{FF2B5EF4-FFF2-40B4-BE49-F238E27FC236}">
                <a16:creationId xmlns:a16="http://schemas.microsoft.com/office/drawing/2014/main" id="{DBC83CB7-B8C4-AD22-1D9F-2DCA0FAECF6E}"/>
              </a:ext>
            </a:extLst>
          </p:cNvPr>
          <p:cNvSpPr>
            <a:spLocks noGrp="1"/>
          </p:cNvSpPr>
          <p:nvPr>
            <p:ph type="body" sz="quarter" idx="13" hasCustomPrompt="1"/>
          </p:nvPr>
        </p:nvSpPr>
        <p:spPr bwMode="auto">
          <a:xfrm>
            <a:off x="1217680" y="1848275"/>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7" name="Agenda Item 1">
            <a:extLst>
              <a:ext uri="{FF2B5EF4-FFF2-40B4-BE49-F238E27FC236}">
                <a16:creationId xmlns:a16="http://schemas.microsoft.com/office/drawing/2014/main" id="{3558896C-2172-9668-DFBC-51D6350C5153}"/>
              </a:ext>
            </a:extLst>
          </p:cNvPr>
          <p:cNvSpPr>
            <a:spLocks noGrp="1"/>
          </p:cNvSpPr>
          <p:nvPr>
            <p:ph type="body" sz="quarter" idx="14" hasCustomPrompt="1"/>
          </p:nvPr>
        </p:nvSpPr>
        <p:spPr bwMode="auto">
          <a:xfrm>
            <a:off x="1688854" y="1848275"/>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8" name="Numbering 2">
            <a:extLst>
              <a:ext uri="{FF2B5EF4-FFF2-40B4-BE49-F238E27FC236}">
                <a16:creationId xmlns:a16="http://schemas.microsoft.com/office/drawing/2014/main" id="{497917A1-1A39-8BFA-67BB-0B5110593940}"/>
              </a:ext>
            </a:extLst>
          </p:cNvPr>
          <p:cNvSpPr>
            <a:spLocks noGrp="1"/>
          </p:cNvSpPr>
          <p:nvPr>
            <p:ph type="body" sz="quarter" idx="15" hasCustomPrompt="1"/>
          </p:nvPr>
        </p:nvSpPr>
        <p:spPr bwMode="auto">
          <a:xfrm>
            <a:off x="1217680" y="2305081"/>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9" name="Agenda Item 2">
            <a:extLst>
              <a:ext uri="{FF2B5EF4-FFF2-40B4-BE49-F238E27FC236}">
                <a16:creationId xmlns:a16="http://schemas.microsoft.com/office/drawing/2014/main" id="{31F2654E-AC9D-3640-F2F6-AC3CA359583B}"/>
              </a:ext>
            </a:extLst>
          </p:cNvPr>
          <p:cNvSpPr>
            <a:spLocks noGrp="1"/>
          </p:cNvSpPr>
          <p:nvPr>
            <p:ph type="body" sz="quarter" idx="16" hasCustomPrompt="1"/>
          </p:nvPr>
        </p:nvSpPr>
        <p:spPr bwMode="auto">
          <a:xfrm>
            <a:off x="1688854" y="2305081"/>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10" name="Numbering 3">
            <a:extLst>
              <a:ext uri="{FF2B5EF4-FFF2-40B4-BE49-F238E27FC236}">
                <a16:creationId xmlns:a16="http://schemas.microsoft.com/office/drawing/2014/main" id="{EE6AAFED-0A82-CD1E-C6F7-EA49B7AAA7A1}"/>
              </a:ext>
            </a:extLst>
          </p:cNvPr>
          <p:cNvSpPr>
            <a:spLocks noGrp="1"/>
          </p:cNvSpPr>
          <p:nvPr>
            <p:ph type="body" sz="quarter" idx="17" hasCustomPrompt="1"/>
          </p:nvPr>
        </p:nvSpPr>
        <p:spPr bwMode="auto">
          <a:xfrm>
            <a:off x="1217680" y="2761887"/>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11" name="Agenda Item 3">
            <a:extLst>
              <a:ext uri="{FF2B5EF4-FFF2-40B4-BE49-F238E27FC236}">
                <a16:creationId xmlns:a16="http://schemas.microsoft.com/office/drawing/2014/main" id="{402C8ED7-837E-E146-8B05-B907D6DF30BC}"/>
              </a:ext>
            </a:extLst>
          </p:cNvPr>
          <p:cNvSpPr>
            <a:spLocks noGrp="1"/>
          </p:cNvSpPr>
          <p:nvPr>
            <p:ph type="body" sz="quarter" idx="18" hasCustomPrompt="1"/>
          </p:nvPr>
        </p:nvSpPr>
        <p:spPr bwMode="auto">
          <a:xfrm>
            <a:off x="1688854" y="2761887"/>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12" name="Numbering 4">
            <a:extLst>
              <a:ext uri="{FF2B5EF4-FFF2-40B4-BE49-F238E27FC236}">
                <a16:creationId xmlns:a16="http://schemas.microsoft.com/office/drawing/2014/main" id="{9A3E92C7-72B2-B3C5-F778-50F586C611F1}"/>
              </a:ext>
            </a:extLst>
          </p:cNvPr>
          <p:cNvSpPr>
            <a:spLocks noGrp="1"/>
          </p:cNvSpPr>
          <p:nvPr>
            <p:ph type="body" sz="quarter" idx="19" hasCustomPrompt="1"/>
          </p:nvPr>
        </p:nvSpPr>
        <p:spPr bwMode="auto">
          <a:xfrm>
            <a:off x="1217680" y="3218693"/>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13" name="Agenda Item 4">
            <a:extLst>
              <a:ext uri="{FF2B5EF4-FFF2-40B4-BE49-F238E27FC236}">
                <a16:creationId xmlns:a16="http://schemas.microsoft.com/office/drawing/2014/main" id="{A585B5A2-9386-9EF0-CF6D-CD7C7A69C9B4}"/>
              </a:ext>
            </a:extLst>
          </p:cNvPr>
          <p:cNvSpPr>
            <a:spLocks noGrp="1"/>
          </p:cNvSpPr>
          <p:nvPr>
            <p:ph type="body" sz="quarter" idx="20" hasCustomPrompt="1"/>
          </p:nvPr>
        </p:nvSpPr>
        <p:spPr bwMode="auto">
          <a:xfrm>
            <a:off x="1688854" y="3218693"/>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14" name="Numbering 5">
            <a:extLst>
              <a:ext uri="{FF2B5EF4-FFF2-40B4-BE49-F238E27FC236}">
                <a16:creationId xmlns:a16="http://schemas.microsoft.com/office/drawing/2014/main" id="{31A65FC2-901E-2970-D8EB-1AF62CFBC52F}"/>
              </a:ext>
            </a:extLst>
          </p:cNvPr>
          <p:cNvSpPr>
            <a:spLocks noGrp="1"/>
          </p:cNvSpPr>
          <p:nvPr>
            <p:ph type="body" sz="quarter" idx="21" hasCustomPrompt="1"/>
          </p:nvPr>
        </p:nvSpPr>
        <p:spPr bwMode="auto">
          <a:xfrm>
            <a:off x="1217680" y="3675499"/>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15" name="Agenda Item 5">
            <a:extLst>
              <a:ext uri="{FF2B5EF4-FFF2-40B4-BE49-F238E27FC236}">
                <a16:creationId xmlns:a16="http://schemas.microsoft.com/office/drawing/2014/main" id="{57A16E1C-B520-9303-449F-703E5320499E}"/>
              </a:ext>
            </a:extLst>
          </p:cNvPr>
          <p:cNvSpPr>
            <a:spLocks noGrp="1"/>
          </p:cNvSpPr>
          <p:nvPr>
            <p:ph type="body" sz="quarter" idx="22" hasCustomPrompt="1"/>
          </p:nvPr>
        </p:nvSpPr>
        <p:spPr bwMode="auto">
          <a:xfrm>
            <a:off x="1688854" y="3675499"/>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16" name="Numbering 6">
            <a:extLst>
              <a:ext uri="{FF2B5EF4-FFF2-40B4-BE49-F238E27FC236}">
                <a16:creationId xmlns:a16="http://schemas.microsoft.com/office/drawing/2014/main" id="{986FB543-DAA5-8006-2D94-B5288ECF711B}"/>
              </a:ext>
            </a:extLst>
          </p:cNvPr>
          <p:cNvSpPr>
            <a:spLocks noGrp="1"/>
          </p:cNvSpPr>
          <p:nvPr>
            <p:ph type="body" sz="quarter" idx="23" hasCustomPrompt="1"/>
          </p:nvPr>
        </p:nvSpPr>
        <p:spPr bwMode="auto">
          <a:xfrm>
            <a:off x="1217680" y="4132305"/>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17" name="Agenda Item 6">
            <a:extLst>
              <a:ext uri="{FF2B5EF4-FFF2-40B4-BE49-F238E27FC236}">
                <a16:creationId xmlns:a16="http://schemas.microsoft.com/office/drawing/2014/main" id="{DF0F7CE5-5819-43AC-ADC9-767A6753E6B3}"/>
              </a:ext>
            </a:extLst>
          </p:cNvPr>
          <p:cNvSpPr>
            <a:spLocks noGrp="1"/>
          </p:cNvSpPr>
          <p:nvPr>
            <p:ph type="body" sz="quarter" idx="24" hasCustomPrompt="1"/>
          </p:nvPr>
        </p:nvSpPr>
        <p:spPr bwMode="auto">
          <a:xfrm>
            <a:off x="1688854" y="4132305"/>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18" name="Numbering 7">
            <a:extLst>
              <a:ext uri="{FF2B5EF4-FFF2-40B4-BE49-F238E27FC236}">
                <a16:creationId xmlns:a16="http://schemas.microsoft.com/office/drawing/2014/main" id="{4FEF220E-860F-F384-8FF2-267C22BC5964}"/>
              </a:ext>
            </a:extLst>
          </p:cNvPr>
          <p:cNvSpPr>
            <a:spLocks noGrp="1"/>
          </p:cNvSpPr>
          <p:nvPr>
            <p:ph type="body" sz="quarter" idx="25" hasCustomPrompt="1"/>
          </p:nvPr>
        </p:nvSpPr>
        <p:spPr bwMode="auto">
          <a:xfrm>
            <a:off x="1217680" y="4589111"/>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19" name="Agenda Item 7">
            <a:extLst>
              <a:ext uri="{FF2B5EF4-FFF2-40B4-BE49-F238E27FC236}">
                <a16:creationId xmlns:a16="http://schemas.microsoft.com/office/drawing/2014/main" id="{0273EE92-505F-B525-66E6-61D214E8DE67}"/>
              </a:ext>
            </a:extLst>
          </p:cNvPr>
          <p:cNvSpPr>
            <a:spLocks noGrp="1"/>
          </p:cNvSpPr>
          <p:nvPr>
            <p:ph type="body" sz="quarter" idx="26" hasCustomPrompt="1"/>
          </p:nvPr>
        </p:nvSpPr>
        <p:spPr bwMode="auto">
          <a:xfrm>
            <a:off x="1688854" y="4589111"/>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20" name="Numbering 8">
            <a:extLst>
              <a:ext uri="{FF2B5EF4-FFF2-40B4-BE49-F238E27FC236}">
                <a16:creationId xmlns:a16="http://schemas.microsoft.com/office/drawing/2014/main" id="{882C608A-27C7-773A-F283-FE2A9D782F6E}"/>
              </a:ext>
            </a:extLst>
          </p:cNvPr>
          <p:cNvSpPr>
            <a:spLocks noGrp="1"/>
          </p:cNvSpPr>
          <p:nvPr>
            <p:ph type="body" sz="quarter" idx="27" hasCustomPrompt="1"/>
          </p:nvPr>
        </p:nvSpPr>
        <p:spPr bwMode="auto">
          <a:xfrm>
            <a:off x="1217680" y="5045917"/>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21" name="Agenda Item 8">
            <a:extLst>
              <a:ext uri="{FF2B5EF4-FFF2-40B4-BE49-F238E27FC236}">
                <a16:creationId xmlns:a16="http://schemas.microsoft.com/office/drawing/2014/main" id="{DC9C3E24-C0A4-E77B-42E0-A8D22E052CEF}"/>
              </a:ext>
            </a:extLst>
          </p:cNvPr>
          <p:cNvSpPr>
            <a:spLocks noGrp="1"/>
          </p:cNvSpPr>
          <p:nvPr>
            <p:ph type="body" sz="quarter" idx="28" hasCustomPrompt="1"/>
          </p:nvPr>
        </p:nvSpPr>
        <p:spPr bwMode="auto">
          <a:xfrm>
            <a:off x="1688854" y="5045917"/>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22" name="Numbering 9">
            <a:extLst>
              <a:ext uri="{FF2B5EF4-FFF2-40B4-BE49-F238E27FC236}">
                <a16:creationId xmlns:a16="http://schemas.microsoft.com/office/drawing/2014/main" id="{63D82C51-2FC9-1837-B016-4D3D394CBCBF}"/>
              </a:ext>
            </a:extLst>
          </p:cNvPr>
          <p:cNvSpPr>
            <a:spLocks noGrp="1"/>
          </p:cNvSpPr>
          <p:nvPr>
            <p:ph type="body" sz="quarter" idx="29" hasCustomPrompt="1"/>
          </p:nvPr>
        </p:nvSpPr>
        <p:spPr bwMode="auto">
          <a:xfrm>
            <a:off x="1217680" y="5502723"/>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23" name="Agenda Item 9">
            <a:extLst>
              <a:ext uri="{FF2B5EF4-FFF2-40B4-BE49-F238E27FC236}">
                <a16:creationId xmlns:a16="http://schemas.microsoft.com/office/drawing/2014/main" id="{4E55B04A-7EA9-E21D-FF59-766B10F8997D}"/>
              </a:ext>
            </a:extLst>
          </p:cNvPr>
          <p:cNvSpPr>
            <a:spLocks noGrp="1"/>
          </p:cNvSpPr>
          <p:nvPr>
            <p:ph type="body" sz="quarter" idx="30" hasCustomPrompt="1"/>
          </p:nvPr>
        </p:nvSpPr>
        <p:spPr bwMode="auto">
          <a:xfrm>
            <a:off x="1688854" y="5502723"/>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24" name="Numbering 10">
            <a:extLst>
              <a:ext uri="{FF2B5EF4-FFF2-40B4-BE49-F238E27FC236}">
                <a16:creationId xmlns:a16="http://schemas.microsoft.com/office/drawing/2014/main" id="{8967BB65-3138-2A41-6B28-A8A16ACE78C8}"/>
              </a:ext>
            </a:extLst>
          </p:cNvPr>
          <p:cNvSpPr>
            <a:spLocks noGrp="1"/>
          </p:cNvSpPr>
          <p:nvPr>
            <p:ph type="body" sz="quarter" idx="31" hasCustomPrompt="1"/>
          </p:nvPr>
        </p:nvSpPr>
        <p:spPr bwMode="auto">
          <a:xfrm>
            <a:off x="1217680" y="5959527"/>
            <a:ext cx="434603" cy="246221"/>
          </a:xfrm>
        </p:spPr>
        <p:txBody>
          <a:bodyPr wrap="square">
            <a:spAutoFit/>
          </a:bodyPr>
          <a:lstStyle>
            <a:lvl1pPr marL="0">
              <a:spcBef>
                <a:spcPts val="0"/>
              </a:spcBef>
              <a:buFontTx/>
              <a:buNone/>
              <a:defRPr sz="1600" b="0">
                <a:solidFill>
                  <a:schemeClr val="accent2"/>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solidFill>
                  <a:schemeClr val="accent2"/>
                </a:solidFill>
              </a:defRPr>
            </a:lvl4pPr>
            <a:lvl5pPr marL="0" indent="0">
              <a:spcBef>
                <a:spcPts val="0"/>
              </a:spcBef>
              <a:buFontTx/>
              <a:buNone/>
              <a:defRPr sz="2400" b="0">
                <a:solidFill>
                  <a:schemeClr val="accent2"/>
                </a:solidFill>
              </a:defRPr>
            </a:lvl5pPr>
          </a:lstStyle>
          <a:p>
            <a:pPr lvl="0"/>
            <a:r>
              <a:rPr lang="en-GB" noProof="0"/>
              <a:t>0</a:t>
            </a:r>
          </a:p>
        </p:txBody>
      </p:sp>
      <p:sp>
        <p:nvSpPr>
          <p:cNvPr id="25" name="Agenda Item 10">
            <a:extLst>
              <a:ext uri="{FF2B5EF4-FFF2-40B4-BE49-F238E27FC236}">
                <a16:creationId xmlns:a16="http://schemas.microsoft.com/office/drawing/2014/main" id="{335F8C7E-C6F9-2933-6501-EC31F4EC28A8}"/>
              </a:ext>
            </a:extLst>
          </p:cNvPr>
          <p:cNvSpPr>
            <a:spLocks noGrp="1"/>
          </p:cNvSpPr>
          <p:nvPr>
            <p:ph type="body" sz="quarter" idx="32" hasCustomPrompt="1"/>
          </p:nvPr>
        </p:nvSpPr>
        <p:spPr bwMode="auto">
          <a:xfrm>
            <a:off x="1688854" y="5959527"/>
            <a:ext cx="10095159" cy="246221"/>
          </a:xfrm>
        </p:spPr>
        <p:txBody>
          <a:bodyPr wrap="square">
            <a:spAutoFit/>
          </a:bodyPr>
          <a:lstStyle>
            <a:lvl1pPr marL="0">
              <a:spcBef>
                <a:spcPts val="0"/>
              </a:spcBef>
              <a:buFontTx/>
              <a:buNone/>
              <a:defRPr sz="1600" b="0">
                <a:solidFill>
                  <a:schemeClr val="tx1"/>
                </a:solidFill>
              </a:defRPr>
            </a:lvl1pPr>
            <a:lvl2pPr marL="0">
              <a:spcBef>
                <a:spcPts val="0"/>
              </a:spcBef>
              <a:buFontTx/>
              <a:buNone/>
              <a:defRPr sz="2400" b="0"/>
            </a:lvl2pPr>
            <a:lvl3pPr marL="0" indent="0">
              <a:spcBef>
                <a:spcPts val="0"/>
              </a:spcBef>
              <a:buFontTx/>
              <a:buNone/>
              <a:defRPr sz="2400" b="0"/>
            </a:lvl3pPr>
            <a:lvl4pPr marL="0" indent="0">
              <a:spcBef>
                <a:spcPts val="0"/>
              </a:spcBef>
              <a:buFontTx/>
              <a:buNone/>
              <a:defRPr sz="2400" b="0"/>
            </a:lvl4pPr>
            <a:lvl5pPr marL="0" indent="0">
              <a:spcBef>
                <a:spcPts val="0"/>
              </a:spcBef>
              <a:buFontTx/>
              <a:buNone/>
              <a:defRPr sz="2400" b="0"/>
            </a:lvl5pPr>
          </a:lstStyle>
          <a:p>
            <a:pPr lvl="0"/>
            <a:r>
              <a:rPr lang="en-GB" noProof="0"/>
              <a:t>Click to edit agenda point</a:t>
            </a:r>
          </a:p>
        </p:txBody>
      </p:sp>
      <p:sp>
        <p:nvSpPr>
          <p:cNvPr id="3" name="Footer Placeholder ">
            <a:extLst>
              <a:ext uri="{FF2B5EF4-FFF2-40B4-BE49-F238E27FC236}">
                <a16:creationId xmlns:a16="http://schemas.microsoft.com/office/drawing/2014/main" id="{DFA8C87C-8292-6579-8BFA-166F0832DE18}"/>
              </a:ext>
            </a:extLst>
          </p:cNvPr>
          <p:cNvSpPr>
            <a:spLocks noGrp="1"/>
          </p:cNvSpPr>
          <p:nvPr>
            <p:ph type="ftr" sz="quarter" idx="10"/>
          </p:nvPr>
        </p:nvSpPr>
        <p:spPr/>
        <p:txBody>
          <a:bodyPr/>
          <a:lstStyle/>
          <a:p>
            <a:r>
              <a:rPr lang="en-GB"/>
              <a:t>Department K-OE  |  Presentation title  |  CSD-class</a:t>
            </a:r>
          </a:p>
        </p:txBody>
      </p:sp>
      <p:sp>
        <p:nvSpPr>
          <p:cNvPr id="4" name="Date Placeholder ">
            <a:extLst>
              <a:ext uri="{FF2B5EF4-FFF2-40B4-BE49-F238E27FC236}">
                <a16:creationId xmlns:a16="http://schemas.microsoft.com/office/drawing/2014/main" id="{789E6527-861E-20F2-46F3-6B74AFCA4CFA}"/>
              </a:ext>
            </a:extLst>
          </p:cNvPr>
          <p:cNvSpPr>
            <a:spLocks noGrp="1"/>
          </p:cNvSpPr>
          <p:nvPr>
            <p:ph type="dt" sz="half" idx="11"/>
          </p:nvPr>
        </p:nvSpPr>
        <p:spPr/>
        <p:txBody>
          <a:bodyPr/>
          <a:lstStyle/>
          <a:p>
            <a:r>
              <a:rPr lang="de-DE"/>
              <a:t>01.11.2023</a:t>
            </a:r>
            <a:endParaRPr lang="en-GB"/>
          </a:p>
        </p:txBody>
      </p:sp>
      <p:sp>
        <p:nvSpPr>
          <p:cNvPr id="5" name="Slide Number Placeholder ">
            <a:extLst>
              <a:ext uri="{FF2B5EF4-FFF2-40B4-BE49-F238E27FC236}">
                <a16:creationId xmlns:a16="http://schemas.microsoft.com/office/drawing/2014/main" id="{B73A3C5B-BF67-3886-454D-499164D2E39F}"/>
              </a:ext>
            </a:extLst>
          </p:cNvPr>
          <p:cNvSpPr>
            <a:spLocks noGrp="1"/>
          </p:cNvSpPr>
          <p:nvPr>
            <p:ph type="sldNum" sz="quarter" idx="12"/>
          </p:nvPr>
        </p:nvSpPr>
        <p:spPr/>
        <p:txBody>
          <a:bodyPr/>
          <a:lstStyle/>
          <a:p>
            <a:fld id="{445898F2-00FF-CD47-84F0-CF0F3C88FCDD}" type="slidenum">
              <a:rPr lang="en-GB" smtClean="0"/>
              <a:pPr/>
              <a:t>‹#›</a:t>
            </a:fld>
            <a:endParaRPr lang="en-GB"/>
          </a:p>
        </p:txBody>
      </p:sp>
    </p:spTree>
    <p:extLst>
      <p:ext uri="{BB962C8B-B14F-4D97-AF65-F5344CB8AC3E}">
        <p14:creationId xmlns:p14="http://schemas.microsoft.com/office/powerpoint/2010/main" val="3648040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bschnitts-&#10;überschrift">
    <p:bg>
      <p:bgRef idx="1001">
        <a:schemeClr val="bg2"/>
      </p:bgRef>
    </p:bg>
    <p:spTree>
      <p:nvGrpSpPr>
        <p:cNvPr id="1" name=""/>
        <p:cNvGrpSpPr/>
        <p:nvPr/>
      </p:nvGrpSpPr>
      <p:grpSpPr>
        <a:xfrm>
          <a:off x="0" y="0"/>
          <a:ext cx="0" cy="0"/>
          <a:chOff x="0" y="0"/>
          <a:chExt cx="0" cy="0"/>
        </a:xfrm>
      </p:grpSpPr>
      <p:sp>
        <p:nvSpPr>
          <p:cNvPr id="9" name="Section Number">
            <a:extLst>
              <a:ext uri="{FF2B5EF4-FFF2-40B4-BE49-F238E27FC236}">
                <a16:creationId xmlns:a16="http://schemas.microsoft.com/office/drawing/2014/main" id="{550D4533-5796-67B4-D594-1ACA2C54A8E1}"/>
              </a:ext>
            </a:extLst>
          </p:cNvPr>
          <p:cNvSpPr>
            <a:spLocks noGrp="1"/>
          </p:cNvSpPr>
          <p:nvPr>
            <p:ph type="body" sz="quarter" idx="36" hasCustomPrompt="1"/>
          </p:nvPr>
        </p:nvSpPr>
        <p:spPr bwMode="auto">
          <a:xfrm>
            <a:off x="435600" y="621792"/>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1"/>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2" name="Title ">
            <a:extLst>
              <a:ext uri="{FF2B5EF4-FFF2-40B4-BE49-F238E27FC236}">
                <a16:creationId xmlns:a16="http://schemas.microsoft.com/office/drawing/2014/main" id="{3F0BAE5B-0938-9F6D-3F9B-39B0B1375C19}"/>
              </a:ext>
            </a:extLst>
          </p:cNvPr>
          <p:cNvSpPr>
            <a:spLocks noGrp="1"/>
          </p:cNvSpPr>
          <p:nvPr>
            <p:ph type="title" hasCustomPrompt="1"/>
          </p:nvPr>
        </p:nvSpPr>
        <p:spPr>
          <a:xfrm>
            <a:off x="407987" y="3005249"/>
            <a:ext cx="11376025" cy="1218796"/>
          </a:xfrm>
        </p:spPr>
        <p:txBody>
          <a:bodyPr anchor="t"/>
          <a:lstStyle>
            <a:lvl1pPr>
              <a:defRPr sz="4400"/>
            </a:lvl1pPr>
          </a:lstStyle>
          <a:p>
            <a:r>
              <a:rPr lang="en-GB"/>
              <a:t>Chapter divider, max. two lines in The Group Head Light 44pt, White</a:t>
            </a:r>
            <a:br>
              <a:rPr lang="en-GB"/>
            </a:br>
            <a:endParaRPr lang="en-GB"/>
          </a:p>
        </p:txBody>
      </p:sp>
      <p:sp>
        <p:nvSpPr>
          <p:cNvPr id="3" name="Text Placeholder ">
            <a:extLst>
              <a:ext uri="{FF2B5EF4-FFF2-40B4-BE49-F238E27FC236}">
                <a16:creationId xmlns:a16="http://schemas.microsoft.com/office/drawing/2014/main" id="{58CAC886-924F-DF16-3F1A-117EC263EEEC}"/>
              </a:ext>
            </a:extLst>
          </p:cNvPr>
          <p:cNvSpPr>
            <a:spLocks noGrp="1"/>
          </p:cNvSpPr>
          <p:nvPr>
            <p:ph type="body" idx="1" hasCustomPrompt="1"/>
          </p:nvPr>
        </p:nvSpPr>
        <p:spPr>
          <a:xfrm>
            <a:off x="407035" y="4480426"/>
            <a:ext cx="11376978" cy="246221"/>
          </a:xfrm>
        </p:spPr>
        <p:txBody>
          <a:bodyPr/>
          <a:lstStyle>
            <a:lvl1pPr marL="0" indent="0">
              <a:buNone/>
              <a:defRPr sz="1600" b="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err="1"/>
              <a:t>Subheader</a:t>
            </a:r>
            <a:r>
              <a:rPr lang="en-GB"/>
              <a:t> in The Group Text Regular 16pt</a:t>
            </a:r>
          </a:p>
        </p:txBody>
      </p:sp>
      <p:sp>
        <p:nvSpPr>
          <p:cNvPr id="5" name="Footer Placeholder ">
            <a:extLst>
              <a:ext uri="{FF2B5EF4-FFF2-40B4-BE49-F238E27FC236}">
                <a16:creationId xmlns:a16="http://schemas.microsoft.com/office/drawing/2014/main" id="{1E4BFC06-3A69-DB86-F6BF-452DFB167FE7}"/>
              </a:ext>
            </a:extLst>
          </p:cNvPr>
          <p:cNvSpPr>
            <a:spLocks noGrp="1"/>
          </p:cNvSpPr>
          <p:nvPr>
            <p:ph type="ftr" sz="quarter" idx="11"/>
          </p:nvPr>
        </p:nvSpPr>
        <p:spPr/>
        <p:txBody>
          <a:bodyPr/>
          <a:lstStyle/>
          <a:p>
            <a:r>
              <a:rPr lang="en-GB"/>
              <a:t>Department K-OE  |  Presentation title  |  CSD-class</a:t>
            </a:r>
          </a:p>
        </p:txBody>
      </p:sp>
      <p:sp>
        <p:nvSpPr>
          <p:cNvPr id="4" name="Date Placeholder ">
            <a:extLst>
              <a:ext uri="{FF2B5EF4-FFF2-40B4-BE49-F238E27FC236}">
                <a16:creationId xmlns:a16="http://schemas.microsoft.com/office/drawing/2014/main" id="{7C18214B-85C3-CAB6-F278-A782F60650DF}"/>
              </a:ext>
            </a:extLst>
          </p:cNvPr>
          <p:cNvSpPr>
            <a:spLocks noGrp="1"/>
          </p:cNvSpPr>
          <p:nvPr>
            <p:ph type="dt" sz="half" idx="10"/>
          </p:nvPr>
        </p:nvSpPr>
        <p:spPr/>
        <p:txBody>
          <a:bodyPr/>
          <a:lstStyle/>
          <a:p>
            <a:r>
              <a:rPr lang="de-DE"/>
              <a:t>01.11.2023</a:t>
            </a:r>
            <a:endParaRPr lang="en-GB"/>
          </a:p>
        </p:txBody>
      </p:sp>
      <p:sp>
        <p:nvSpPr>
          <p:cNvPr id="6" name="Slide Number Placeholder ">
            <a:extLst>
              <a:ext uri="{FF2B5EF4-FFF2-40B4-BE49-F238E27FC236}">
                <a16:creationId xmlns:a16="http://schemas.microsoft.com/office/drawing/2014/main" id="{BCF31876-8256-F475-E872-F912C364BC11}"/>
              </a:ext>
            </a:extLst>
          </p:cNvPr>
          <p:cNvSpPr>
            <a:spLocks noGrp="1"/>
          </p:cNvSpPr>
          <p:nvPr>
            <p:ph type="sldNum" sz="quarter" idx="12"/>
          </p:nvPr>
        </p:nvSpPr>
        <p:spPr/>
        <p:txBody>
          <a:bodyPr/>
          <a:lstStyle/>
          <a:p>
            <a:fld id="{445898F2-00FF-CD47-84F0-CF0F3C88FCDD}" type="slidenum">
              <a:rPr lang="en-GB" smtClean="0"/>
              <a:t>‹#›</a:t>
            </a:fld>
            <a:endParaRPr lang="en-GB"/>
          </a:p>
        </p:txBody>
      </p:sp>
      <p:pic>
        <p:nvPicPr>
          <p:cNvPr id="8" name="Graphic 7">
            <a:extLst>
              <a:ext uri="{FF2B5EF4-FFF2-40B4-BE49-F238E27FC236}">
                <a16:creationId xmlns:a16="http://schemas.microsoft.com/office/drawing/2014/main" id="{971F07C5-24D9-947D-B8DB-F98E14BC15F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34632" y="257249"/>
            <a:ext cx="2049379" cy="289014"/>
          </a:xfrm>
          <a:prstGeom prst="rect">
            <a:avLst/>
          </a:prstGeom>
        </p:spPr>
      </p:pic>
    </p:spTree>
    <p:extLst>
      <p:ext uri="{BB962C8B-B14F-4D97-AF65-F5344CB8AC3E}">
        <p14:creationId xmlns:p14="http://schemas.microsoft.com/office/powerpoint/2010/main" val="593244"/>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White">
    <p:bg>
      <p:bgRef idx="1001">
        <a:schemeClr val="bg2"/>
      </p:bgRef>
    </p:bg>
    <p:spTree>
      <p:nvGrpSpPr>
        <p:cNvPr id="1" name=""/>
        <p:cNvGrpSpPr/>
        <p:nvPr/>
      </p:nvGrpSpPr>
      <p:grpSpPr>
        <a:xfrm>
          <a:off x="0" y="0"/>
          <a:ext cx="0" cy="0"/>
          <a:chOff x="0" y="0"/>
          <a:chExt cx="0" cy="0"/>
        </a:xfrm>
      </p:grpSpPr>
      <p:sp>
        <p:nvSpPr>
          <p:cNvPr id="9" name="Section Number">
            <a:extLst>
              <a:ext uri="{FF2B5EF4-FFF2-40B4-BE49-F238E27FC236}">
                <a16:creationId xmlns:a16="http://schemas.microsoft.com/office/drawing/2014/main" id="{550D4533-5796-67B4-D594-1ACA2C54A8E1}"/>
              </a:ext>
            </a:extLst>
          </p:cNvPr>
          <p:cNvSpPr>
            <a:spLocks noGrp="1"/>
          </p:cNvSpPr>
          <p:nvPr>
            <p:ph type="body" sz="quarter" idx="36" hasCustomPrompt="1"/>
          </p:nvPr>
        </p:nvSpPr>
        <p:spPr bwMode="auto">
          <a:xfrm>
            <a:off x="435600" y="621792"/>
            <a:ext cx="1480912" cy="1825768"/>
          </a:xfrm>
          <a:prstGeom prst="roundRect">
            <a:avLst>
              <a:gd name="adj" fmla="val 24235"/>
            </a:avLst>
          </a:prstGeom>
          <a:ln w="47625">
            <a:solidFill>
              <a:schemeClr val="accent2"/>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accent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2" name="Title ">
            <a:extLst>
              <a:ext uri="{FF2B5EF4-FFF2-40B4-BE49-F238E27FC236}">
                <a16:creationId xmlns:a16="http://schemas.microsoft.com/office/drawing/2014/main" id="{3F0BAE5B-0938-9F6D-3F9B-39B0B1375C19}"/>
              </a:ext>
            </a:extLst>
          </p:cNvPr>
          <p:cNvSpPr>
            <a:spLocks noGrp="1"/>
          </p:cNvSpPr>
          <p:nvPr>
            <p:ph type="title" hasCustomPrompt="1"/>
          </p:nvPr>
        </p:nvSpPr>
        <p:spPr>
          <a:xfrm>
            <a:off x="407987" y="3005249"/>
            <a:ext cx="11376025" cy="1218796"/>
          </a:xfrm>
        </p:spPr>
        <p:txBody>
          <a:bodyPr anchor="t"/>
          <a:lstStyle>
            <a:lvl1pPr>
              <a:defRPr sz="4400"/>
            </a:lvl1pPr>
          </a:lstStyle>
          <a:p>
            <a:r>
              <a:rPr lang="en-GB"/>
              <a:t>Chapter divider, max. two lines in The Group Head Light 44pt, Deep Space Blue</a:t>
            </a:r>
          </a:p>
        </p:txBody>
      </p:sp>
      <p:sp>
        <p:nvSpPr>
          <p:cNvPr id="3" name="Text Placeholder ">
            <a:extLst>
              <a:ext uri="{FF2B5EF4-FFF2-40B4-BE49-F238E27FC236}">
                <a16:creationId xmlns:a16="http://schemas.microsoft.com/office/drawing/2014/main" id="{58CAC886-924F-DF16-3F1A-117EC263EEEC}"/>
              </a:ext>
            </a:extLst>
          </p:cNvPr>
          <p:cNvSpPr>
            <a:spLocks noGrp="1"/>
          </p:cNvSpPr>
          <p:nvPr>
            <p:ph type="body" idx="1" hasCustomPrompt="1"/>
          </p:nvPr>
        </p:nvSpPr>
        <p:spPr>
          <a:xfrm>
            <a:off x="407035" y="4480426"/>
            <a:ext cx="11376978" cy="246221"/>
          </a:xfrm>
        </p:spPr>
        <p:txBody>
          <a:bodyPr/>
          <a:lstStyle>
            <a:lvl1pPr marL="0" indent="0">
              <a:buNone/>
              <a:defRPr sz="1600" b="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err="1"/>
              <a:t>Subheader</a:t>
            </a:r>
            <a:r>
              <a:rPr lang="en-GB"/>
              <a:t> in The Group Text Regular 16pt</a:t>
            </a:r>
          </a:p>
        </p:txBody>
      </p:sp>
      <p:sp>
        <p:nvSpPr>
          <p:cNvPr id="5" name="Footer Placeholder ">
            <a:extLst>
              <a:ext uri="{FF2B5EF4-FFF2-40B4-BE49-F238E27FC236}">
                <a16:creationId xmlns:a16="http://schemas.microsoft.com/office/drawing/2014/main" id="{1E4BFC06-3A69-DB86-F6BF-452DFB167FE7}"/>
              </a:ext>
            </a:extLst>
          </p:cNvPr>
          <p:cNvSpPr>
            <a:spLocks noGrp="1"/>
          </p:cNvSpPr>
          <p:nvPr>
            <p:ph type="ftr" sz="quarter" idx="11"/>
          </p:nvPr>
        </p:nvSpPr>
        <p:spPr/>
        <p:txBody>
          <a:bodyPr/>
          <a:lstStyle/>
          <a:p>
            <a:r>
              <a:rPr lang="en-GB"/>
              <a:t>Department K-OE  |  Presentation title  |  CSD-class</a:t>
            </a:r>
          </a:p>
        </p:txBody>
      </p:sp>
      <p:sp>
        <p:nvSpPr>
          <p:cNvPr id="4" name="Date Placeholder ">
            <a:extLst>
              <a:ext uri="{FF2B5EF4-FFF2-40B4-BE49-F238E27FC236}">
                <a16:creationId xmlns:a16="http://schemas.microsoft.com/office/drawing/2014/main" id="{7C18214B-85C3-CAB6-F278-A782F60650DF}"/>
              </a:ext>
            </a:extLst>
          </p:cNvPr>
          <p:cNvSpPr>
            <a:spLocks noGrp="1"/>
          </p:cNvSpPr>
          <p:nvPr>
            <p:ph type="dt" sz="half" idx="10"/>
          </p:nvPr>
        </p:nvSpPr>
        <p:spPr/>
        <p:txBody>
          <a:bodyPr/>
          <a:lstStyle/>
          <a:p>
            <a:r>
              <a:rPr lang="de-DE"/>
              <a:t>01.11.2023</a:t>
            </a:r>
            <a:endParaRPr lang="en-GB"/>
          </a:p>
        </p:txBody>
      </p:sp>
      <p:sp>
        <p:nvSpPr>
          <p:cNvPr id="6" name="Slide Number Placeholder ">
            <a:extLst>
              <a:ext uri="{FF2B5EF4-FFF2-40B4-BE49-F238E27FC236}">
                <a16:creationId xmlns:a16="http://schemas.microsoft.com/office/drawing/2014/main" id="{BCF31876-8256-F475-E872-F912C364BC11}"/>
              </a:ext>
            </a:extLst>
          </p:cNvPr>
          <p:cNvSpPr>
            <a:spLocks noGrp="1"/>
          </p:cNvSpPr>
          <p:nvPr>
            <p:ph type="sldNum" sz="quarter" idx="12"/>
          </p:nvPr>
        </p:nvSpPr>
        <p:spPr/>
        <p:txBody>
          <a:bodyPr/>
          <a:lstStyle/>
          <a:p>
            <a:fld id="{445898F2-00FF-CD47-84F0-CF0F3C88FCDD}" type="slidenum">
              <a:rPr lang="en-GB" smtClean="0"/>
              <a:t>‹#›</a:t>
            </a:fld>
            <a:endParaRPr lang="en-GB"/>
          </a:p>
        </p:txBody>
      </p:sp>
    </p:spTree>
    <p:extLst>
      <p:ext uri="{BB962C8B-B14F-4D97-AF65-F5344CB8AC3E}">
        <p14:creationId xmlns:p14="http://schemas.microsoft.com/office/powerpoint/2010/main" val="485054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Picture">
    <p:bg>
      <p:bgRef idx="1001">
        <a:schemeClr val="bg2"/>
      </p:bgRef>
    </p:bg>
    <p:spTree>
      <p:nvGrpSpPr>
        <p:cNvPr id="1" name=""/>
        <p:cNvGrpSpPr/>
        <p:nvPr/>
      </p:nvGrpSpPr>
      <p:grpSpPr>
        <a:xfrm>
          <a:off x="0" y="0"/>
          <a:ext cx="0" cy="0"/>
          <a:chOff x="0" y="0"/>
          <a:chExt cx="0" cy="0"/>
        </a:xfrm>
      </p:grpSpPr>
      <p:pic>
        <p:nvPicPr>
          <p:cNvPr id="2" name="Picture" descr="Ein Bild, das Person enthält.&#10;&#10;Automatisch generierte Beschreibung">
            <a:extLst>
              <a:ext uri="{FF2B5EF4-FFF2-40B4-BE49-F238E27FC236}">
                <a16:creationId xmlns:a16="http://schemas.microsoft.com/office/drawing/2014/main" id="{D2C9C1C2-DDE5-A32D-4C45-FBD788B0C20E}"/>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b="-1"/>
          <a:stretch/>
        </p:blipFill>
        <p:spPr bwMode="ltGray">
          <a:xfrm>
            <a:off x="0" y="0"/>
            <a:ext cx="12192000" cy="6858000"/>
          </a:xfrm>
          <a:prstGeom prst="rect">
            <a:avLst/>
          </a:prstGeom>
        </p:spPr>
      </p:pic>
      <p:sp>
        <p:nvSpPr>
          <p:cNvPr id="12" name="Text Placeholder ">
            <a:extLst>
              <a:ext uri="{FF2B5EF4-FFF2-40B4-BE49-F238E27FC236}">
                <a16:creationId xmlns:a16="http://schemas.microsoft.com/office/drawing/2014/main" id="{7896E6DB-D8B3-B0B6-0BBA-9808AEE46879}"/>
              </a:ext>
            </a:extLst>
          </p:cNvPr>
          <p:cNvSpPr>
            <a:spLocks noGrp="1"/>
          </p:cNvSpPr>
          <p:nvPr>
            <p:ph type="body" idx="38" hasCustomPrompt="1"/>
          </p:nvPr>
        </p:nvSpPr>
        <p:spPr>
          <a:xfrm>
            <a:off x="407035" y="5860351"/>
            <a:ext cx="11376978" cy="246221"/>
          </a:xfrm>
        </p:spPr>
        <p:txBody>
          <a:bodyPr/>
          <a:lstStyle>
            <a:lvl1pPr marL="0" indent="0">
              <a:buNone/>
              <a:defRPr sz="1600" b="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err="1"/>
              <a:t>Subheader</a:t>
            </a:r>
            <a:r>
              <a:rPr lang="en-GB"/>
              <a:t> in The Group Text Regular 16pt</a:t>
            </a:r>
          </a:p>
        </p:txBody>
      </p:sp>
      <p:sp>
        <p:nvSpPr>
          <p:cNvPr id="9" name="Section Number">
            <a:extLst>
              <a:ext uri="{FF2B5EF4-FFF2-40B4-BE49-F238E27FC236}">
                <a16:creationId xmlns:a16="http://schemas.microsoft.com/office/drawing/2014/main" id="{4D653CD3-AB54-27C6-2B84-024B4F7E0BB9}"/>
              </a:ext>
            </a:extLst>
          </p:cNvPr>
          <p:cNvSpPr>
            <a:spLocks noGrp="1"/>
          </p:cNvSpPr>
          <p:nvPr>
            <p:ph type="body" sz="quarter" idx="37" hasCustomPrompt="1"/>
          </p:nvPr>
        </p:nvSpPr>
        <p:spPr bwMode="auto">
          <a:xfrm>
            <a:off x="407035" y="1603232"/>
            <a:ext cx="1480912" cy="1825768"/>
          </a:xfrm>
          <a:prstGeom prst="roundRect">
            <a:avLst>
              <a:gd name="adj" fmla="val 24235"/>
            </a:avLst>
          </a:prstGeom>
          <a:ln w="47625">
            <a:solidFill>
              <a:srgbClr val="C2FE06"/>
            </a:solidFill>
          </a:ln>
        </p:spPr>
        <p:txBody>
          <a:bodyPr wrap="none" lIns="0" tIns="0" rIns="0" bIns="0" anchor="ctr" anchorCtr="0">
            <a:noAutofit/>
          </a:bodyPr>
          <a:lstStyle>
            <a:lvl1pPr marL="0" indent="0" algn="ctr">
              <a:spcBef>
                <a:spcPts val="0"/>
              </a:spcBef>
              <a:buFont typeface="The Group TEXT" panose="020B0604020202020204" pitchFamily="34" charset="0"/>
              <a:buNone/>
              <a:defRPr sz="9600" b="0">
                <a:solidFill>
                  <a:schemeClr val="tx2"/>
                </a:solidFill>
                <a:latin typeface="+mj-lt"/>
              </a:defRPr>
            </a:lvl1pPr>
            <a:lvl2pPr marL="0" indent="0">
              <a:buFont typeface="The Group TEXT" panose="020B0604020202020204" pitchFamily="34" charset="0"/>
              <a:buNone/>
              <a:defRPr sz="27500" b="0">
                <a:solidFill>
                  <a:schemeClr val="accent3"/>
                </a:solidFill>
              </a:defRPr>
            </a:lvl2pPr>
            <a:lvl3pPr marL="0" indent="0">
              <a:buNone/>
              <a:defRPr sz="27500" b="0">
                <a:solidFill>
                  <a:schemeClr val="accent3"/>
                </a:solidFill>
              </a:defRPr>
            </a:lvl3pPr>
            <a:lvl4pPr marL="0" indent="0">
              <a:buNone/>
              <a:defRPr sz="27500" b="0">
                <a:solidFill>
                  <a:schemeClr val="accent3"/>
                </a:solidFill>
              </a:defRPr>
            </a:lvl4pPr>
            <a:lvl5pPr marL="0" indent="0">
              <a:buNone/>
              <a:defRPr sz="27500" b="0">
                <a:solidFill>
                  <a:schemeClr val="accent3"/>
                </a:solidFill>
              </a:defRPr>
            </a:lvl5pPr>
            <a:lvl6pPr marL="0" indent="0">
              <a:buNone/>
              <a:defRPr sz="27500" b="0">
                <a:solidFill>
                  <a:schemeClr val="accent3"/>
                </a:solidFill>
              </a:defRPr>
            </a:lvl6pPr>
            <a:lvl7pPr marL="0" indent="0">
              <a:buNone/>
              <a:defRPr sz="27500" b="0">
                <a:solidFill>
                  <a:schemeClr val="accent3"/>
                </a:solidFill>
              </a:defRPr>
            </a:lvl7pPr>
            <a:lvl8pPr marL="0" indent="0">
              <a:buNone/>
              <a:defRPr sz="27500" b="0">
                <a:solidFill>
                  <a:schemeClr val="accent3"/>
                </a:solidFill>
              </a:defRPr>
            </a:lvl8pPr>
            <a:lvl9pPr marL="0" indent="0">
              <a:buNone/>
              <a:defRPr sz="27500" b="0">
                <a:solidFill>
                  <a:schemeClr val="accent3"/>
                </a:solidFill>
              </a:defRPr>
            </a:lvl9pPr>
          </a:lstStyle>
          <a:p>
            <a:pPr lvl="0"/>
            <a:r>
              <a:rPr lang="en-US" noProof="0"/>
              <a:t>0</a:t>
            </a:r>
          </a:p>
        </p:txBody>
      </p:sp>
      <p:sp>
        <p:nvSpPr>
          <p:cNvPr id="11" name="Title ">
            <a:extLst>
              <a:ext uri="{FF2B5EF4-FFF2-40B4-BE49-F238E27FC236}">
                <a16:creationId xmlns:a16="http://schemas.microsoft.com/office/drawing/2014/main" id="{4AABB83E-A2A5-B177-EF9A-DD33C82779CC}"/>
              </a:ext>
            </a:extLst>
          </p:cNvPr>
          <p:cNvSpPr>
            <a:spLocks noGrp="1"/>
          </p:cNvSpPr>
          <p:nvPr>
            <p:ph type="title" hasCustomPrompt="1"/>
          </p:nvPr>
        </p:nvSpPr>
        <p:spPr>
          <a:xfrm>
            <a:off x="407987" y="4093444"/>
            <a:ext cx="6424839" cy="1495795"/>
          </a:xfrm>
        </p:spPr>
        <p:txBody>
          <a:bodyPr anchor="t"/>
          <a:lstStyle>
            <a:lvl1pPr>
              <a:defRPr sz="3600"/>
            </a:lvl1pPr>
          </a:lstStyle>
          <a:p>
            <a:r>
              <a:rPr lang="en-GB"/>
              <a:t>Chapter divider, max. 3 lines in The Group Head Light 36pt, White</a:t>
            </a:r>
          </a:p>
        </p:txBody>
      </p:sp>
      <p:pic>
        <p:nvPicPr>
          <p:cNvPr id="4" name="Graphic 3">
            <a:extLst>
              <a:ext uri="{FF2B5EF4-FFF2-40B4-BE49-F238E27FC236}">
                <a16:creationId xmlns:a16="http://schemas.microsoft.com/office/drawing/2014/main" id="{2EF54BA5-1852-D02B-60B2-87EC41DAAA7C}"/>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9734632" y="257249"/>
            <a:ext cx="2049379" cy="289014"/>
          </a:xfrm>
          <a:prstGeom prst="rect">
            <a:avLst/>
          </a:prstGeom>
        </p:spPr>
      </p:pic>
      <p:sp>
        <p:nvSpPr>
          <p:cNvPr id="3" name="Footer Placeholder ">
            <a:extLst>
              <a:ext uri="{FF2B5EF4-FFF2-40B4-BE49-F238E27FC236}">
                <a16:creationId xmlns:a16="http://schemas.microsoft.com/office/drawing/2014/main" id="{530A9D5C-5BC0-11F1-9464-5B822971E4A1}"/>
              </a:ext>
            </a:extLst>
          </p:cNvPr>
          <p:cNvSpPr>
            <a:spLocks noGrp="1"/>
          </p:cNvSpPr>
          <p:nvPr>
            <p:ph type="ftr" sz="quarter" idx="11"/>
          </p:nvPr>
        </p:nvSpPr>
        <p:spPr>
          <a:xfrm>
            <a:off x="407988" y="6579882"/>
            <a:ext cx="10108800" cy="125999"/>
          </a:xfrm>
        </p:spPr>
        <p:txBody>
          <a:bodyPr/>
          <a:lstStyle/>
          <a:p>
            <a:r>
              <a:rPr lang="en-GB"/>
              <a:t>Department K-OE  |  Presentation title  |  CSD-class</a:t>
            </a:r>
          </a:p>
        </p:txBody>
      </p:sp>
      <p:sp>
        <p:nvSpPr>
          <p:cNvPr id="5" name="Date Placeholder ">
            <a:extLst>
              <a:ext uri="{FF2B5EF4-FFF2-40B4-BE49-F238E27FC236}">
                <a16:creationId xmlns:a16="http://schemas.microsoft.com/office/drawing/2014/main" id="{821013EC-F63F-BFE4-2F6C-163614D80823}"/>
              </a:ext>
            </a:extLst>
          </p:cNvPr>
          <p:cNvSpPr>
            <a:spLocks noGrp="1"/>
          </p:cNvSpPr>
          <p:nvPr>
            <p:ph type="dt" sz="half" idx="10"/>
          </p:nvPr>
        </p:nvSpPr>
        <p:spPr>
          <a:xfrm>
            <a:off x="10707152" y="6579882"/>
            <a:ext cx="720000" cy="125999"/>
          </a:xfrm>
        </p:spPr>
        <p:txBody>
          <a:bodyPr/>
          <a:lstStyle/>
          <a:p>
            <a:r>
              <a:rPr lang="de-DE"/>
              <a:t>01.11.2023</a:t>
            </a:r>
            <a:endParaRPr lang="en-GB"/>
          </a:p>
        </p:txBody>
      </p:sp>
      <p:sp>
        <p:nvSpPr>
          <p:cNvPr id="6" name="Slide Number Placeholder ">
            <a:extLst>
              <a:ext uri="{FF2B5EF4-FFF2-40B4-BE49-F238E27FC236}">
                <a16:creationId xmlns:a16="http://schemas.microsoft.com/office/drawing/2014/main" id="{B0841C90-9C37-85FE-D7C9-60842BD18054}"/>
              </a:ext>
            </a:extLst>
          </p:cNvPr>
          <p:cNvSpPr>
            <a:spLocks noGrp="1"/>
          </p:cNvSpPr>
          <p:nvPr>
            <p:ph type="sldNum" sz="quarter" idx="12"/>
          </p:nvPr>
        </p:nvSpPr>
        <p:spPr>
          <a:xfrm>
            <a:off x="11424012" y="6579882"/>
            <a:ext cx="360000" cy="125999"/>
          </a:xfrm>
        </p:spPr>
        <p:txBody>
          <a:bodyPr/>
          <a:lstStyle/>
          <a:p>
            <a:fld id="{445898F2-00FF-CD47-84F0-CF0F3C88FCDD}" type="slidenum">
              <a:rPr lang="en-GB" smtClean="0"/>
              <a:t>‹#›</a:t>
            </a:fld>
            <a:endParaRPr lang="en-GB"/>
          </a:p>
        </p:txBody>
      </p:sp>
    </p:spTree>
    <p:extLst>
      <p:ext uri="{BB962C8B-B14F-4D97-AF65-F5344CB8AC3E}">
        <p14:creationId xmlns:p14="http://schemas.microsoft.com/office/powerpoint/2010/main" val="395024881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halt mit Überschrift">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B1910D15-5DC3-831C-D80F-AF8AD639EFBD}"/>
              </a:ext>
            </a:extLst>
          </p:cNvPr>
          <p:cNvSpPr>
            <a:spLocks noGrp="1"/>
          </p:cNvSpPr>
          <p:nvPr>
            <p:ph type="pic" sz="quarter" idx="13" hasCustomPrompt="1"/>
          </p:nvPr>
        </p:nvSpPr>
        <p:spPr bwMode="auto">
          <a:xfrm>
            <a:off x="6096000" y="0"/>
            <a:ext cx="6096000" cy="6858000"/>
          </a:xfrm>
          <a:solidFill>
            <a:schemeClr val="accent5"/>
          </a:solidFill>
        </p:spPr>
        <p:txBody>
          <a:bodyPr vert="horz" lIns="432000" tIns="0" rIns="432000" bIns="864000" rtlCol="0" anchor="ctr">
            <a:noAutofit/>
          </a:bodyPr>
          <a:lstStyle>
            <a:lvl1pPr>
              <a:defRPr lang="en-US" b="0" noProof="0"/>
            </a:lvl1pPr>
          </a:lstStyle>
          <a:p>
            <a:pPr lvl="0" algn="ctr"/>
            <a:r>
              <a:rPr lang="en-US" noProof="0"/>
              <a:t>Add image by clicking on icon, then ‘Send to Back’</a:t>
            </a:r>
          </a:p>
        </p:txBody>
      </p:sp>
      <p:sp>
        <p:nvSpPr>
          <p:cNvPr id="8" name="Title">
            <a:extLst>
              <a:ext uri="{FF2B5EF4-FFF2-40B4-BE49-F238E27FC236}">
                <a16:creationId xmlns:a16="http://schemas.microsoft.com/office/drawing/2014/main" id="{D710BE3A-500A-4872-82F3-D36EDEF42FB9}"/>
              </a:ext>
            </a:extLst>
          </p:cNvPr>
          <p:cNvSpPr>
            <a:spLocks noGrp="1"/>
          </p:cNvSpPr>
          <p:nvPr>
            <p:ph type="title" hasCustomPrompt="1"/>
          </p:nvPr>
        </p:nvSpPr>
        <p:spPr>
          <a:xfrm>
            <a:off x="407988" y="623885"/>
            <a:ext cx="5400674" cy="431800"/>
          </a:xfrm>
        </p:spPr>
        <p:txBody>
          <a:bodyPr/>
          <a:lstStyle/>
          <a:p>
            <a:r>
              <a:rPr lang="en-GB"/>
              <a:t>Headline in Deep Space Blue</a:t>
            </a:r>
            <a:endParaRPr/>
          </a:p>
        </p:txBody>
      </p:sp>
      <p:sp>
        <p:nvSpPr>
          <p:cNvPr id="11" name="Action Title">
            <a:extLst>
              <a:ext uri="{FF2B5EF4-FFF2-40B4-BE49-F238E27FC236}">
                <a16:creationId xmlns:a16="http://schemas.microsoft.com/office/drawing/2014/main" id="{A6E00DC7-E402-6CC3-A4BB-83DE06A0F72F}"/>
              </a:ext>
            </a:extLst>
          </p:cNvPr>
          <p:cNvSpPr>
            <a:spLocks noGrp="1"/>
          </p:cNvSpPr>
          <p:nvPr>
            <p:ph type="body" sz="quarter" idx="14" hasCustomPrompt="1"/>
          </p:nvPr>
        </p:nvSpPr>
        <p:spPr bwMode="auto">
          <a:xfrm>
            <a:off x="406401" y="1056085"/>
            <a:ext cx="5400674" cy="276999"/>
          </a:xfrm>
        </p:spPr>
        <p:txBody>
          <a:bodyPr wrap="square" anchor="t">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18pt, Vivid Green</a:t>
            </a:r>
          </a:p>
        </p:txBody>
      </p:sp>
      <p:sp>
        <p:nvSpPr>
          <p:cNvPr id="12" name="Content Placeholder">
            <a:extLst>
              <a:ext uri="{FF2B5EF4-FFF2-40B4-BE49-F238E27FC236}">
                <a16:creationId xmlns:a16="http://schemas.microsoft.com/office/drawing/2014/main" id="{EA5E24D2-F0C7-60FC-AA41-F474DF6E34D5}"/>
              </a:ext>
            </a:extLst>
          </p:cNvPr>
          <p:cNvSpPr>
            <a:spLocks noGrp="1"/>
          </p:cNvSpPr>
          <p:nvPr>
            <p:ph sz="quarter" idx="15" hasCustomPrompt="1"/>
          </p:nvPr>
        </p:nvSpPr>
        <p:spPr bwMode="auto">
          <a:xfrm>
            <a:off x="406402" y="1844675"/>
            <a:ext cx="5400673" cy="3222312"/>
          </a:xfrm>
        </p:spPr>
        <p:txBody>
          <a:bodyPr/>
          <a:lstStyle/>
          <a:p>
            <a:pPr lvl="0"/>
            <a:r>
              <a:rPr lang="en-US"/>
              <a:t>Click to add content (optional)</a:t>
            </a:r>
          </a:p>
          <a:p>
            <a:pPr lvl="1"/>
            <a:r>
              <a:rPr lang="en-US"/>
              <a:t>Second level</a:t>
            </a:r>
          </a:p>
          <a:p>
            <a:pPr lvl="2"/>
            <a:r>
              <a:rPr lang="en-US"/>
              <a:t>Third level</a:t>
            </a:r>
          </a:p>
          <a:p>
            <a:pPr lvl="3"/>
            <a:r>
              <a:rPr lang="en-US"/>
              <a:t>Fourth level</a:t>
            </a:r>
          </a:p>
          <a:p>
            <a:pPr lvl="4"/>
            <a:r>
              <a:rPr lang="en-US"/>
              <a:t>Fifth level</a:t>
            </a:r>
            <a:endParaRPr lang="ar-AE"/>
          </a:p>
        </p:txBody>
      </p:sp>
      <p:sp>
        <p:nvSpPr>
          <p:cNvPr id="10" name="Text Placeholder ">
            <a:extLst>
              <a:ext uri="{FF2B5EF4-FFF2-40B4-BE49-F238E27FC236}">
                <a16:creationId xmlns:a16="http://schemas.microsoft.com/office/drawing/2014/main" id="{4BB9672C-7977-C762-4505-9C184D35ADC5}"/>
              </a:ext>
            </a:extLst>
          </p:cNvPr>
          <p:cNvSpPr>
            <a:spLocks noGrp="1"/>
          </p:cNvSpPr>
          <p:nvPr>
            <p:ph type="body" sz="quarter" idx="17"/>
          </p:nvPr>
        </p:nvSpPr>
        <p:spPr>
          <a:xfrm>
            <a:off x="406401" y="5309284"/>
            <a:ext cx="5400674" cy="1143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a:extLst>
              <a:ext uri="{FF2B5EF4-FFF2-40B4-BE49-F238E27FC236}">
                <a16:creationId xmlns:a16="http://schemas.microsoft.com/office/drawing/2014/main" id="{82326C2F-53E6-A155-4E9C-BC92BB92658E}"/>
              </a:ext>
            </a:extLst>
          </p:cNvPr>
          <p:cNvSpPr>
            <a:spLocks noGrp="1"/>
          </p:cNvSpPr>
          <p:nvPr>
            <p:ph type="ftr" sz="quarter" idx="11"/>
          </p:nvPr>
        </p:nvSpPr>
        <p:spPr/>
        <p:txBody>
          <a:bodyPr/>
          <a:lstStyle/>
          <a:p>
            <a:r>
              <a:rPr lang="en-GB"/>
              <a:t>Department K-OE  |  Presentation title  |  CSD-class</a:t>
            </a:r>
          </a:p>
        </p:txBody>
      </p:sp>
      <p:sp>
        <p:nvSpPr>
          <p:cNvPr id="5" name="Date Placeholder">
            <a:extLst>
              <a:ext uri="{FF2B5EF4-FFF2-40B4-BE49-F238E27FC236}">
                <a16:creationId xmlns:a16="http://schemas.microsoft.com/office/drawing/2014/main" id="{A51C0E83-6D56-AA25-CE50-097518A057C1}"/>
              </a:ext>
            </a:extLst>
          </p:cNvPr>
          <p:cNvSpPr>
            <a:spLocks noGrp="1"/>
          </p:cNvSpPr>
          <p:nvPr>
            <p:ph type="dt" sz="half" idx="10"/>
          </p:nvPr>
        </p:nvSpPr>
        <p:spPr/>
        <p:txBody>
          <a:bodyPr/>
          <a:lstStyle/>
          <a:p>
            <a:r>
              <a:rPr lang="de-DE"/>
              <a:t>01.11.2023</a:t>
            </a:r>
            <a:endParaRPr lang="en-GB"/>
          </a:p>
        </p:txBody>
      </p:sp>
      <p:sp>
        <p:nvSpPr>
          <p:cNvPr id="7" name="Slide Number Placeholder">
            <a:extLst>
              <a:ext uri="{FF2B5EF4-FFF2-40B4-BE49-F238E27FC236}">
                <a16:creationId xmlns:a16="http://schemas.microsoft.com/office/drawing/2014/main" id="{EDF9B28D-F3CB-F5A6-45A4-30FD6B140B84}"/>
              </a:ext>
            </a:extLst>
          </p:cNvPr>
          <p:cNvSpPr>
            <a:spLocks noGrp="1"/>
          </p:cNvSpPr>
          <p:nvPr>
            <p:ph type="sldNum" sz="quarter" idx="12"/>
          </p:nvPr>
        </p:nvSpPr>
        <p:spPr/>
        <p:txBody>
          <a:bodyPr/>
          <a:lstStyle/>
          <a:p>
            <a:fld id="{445898F2-00FF-CD47-84F0-CF0F3C88FCDD}" type="slidenum">
              <a:rPr lang="en-GB" smtClean="0"/>
              <a:t>‹#›</a:t>
            </a:fld>
            <a:endParaRPr lang="en-GB"/>
          </a:p>
        </p:txBody>
      </p:sp>
      <p:sp>
        <p:nvSpPr>
          <p:cNvPr id="3" name="图片占位符 4">
            <a:extLst>
              <a:ext uri="{FF2B5EF4-FFF2-40B4-BE49-F238E27FC236}">
                <a16:creationId xmlns:a16="http://schemas.microsoft.com/office/drawing/2014/main" id="{CAB62C9F-6266-0EBA-4280-5D71F2A66A74}"/>
              </a:ext>
            </a:extLst>
          </p:cNvPr>
          <p:cNvSpPr>
            <a:spLocks noGrp="1"/>
          </p:cNvSpPr>
          <p:nvPr>
            <p:ph type="pic" sz="quarter" idx="18" hasCustomPrompt="1"/>
          </p:nvPr>
        </p:nvSpPr>
        <p:spPr>
          <a:xfrm>
            <a:off x="9735121" y="257174"/>
            <a:ext cx="2048400" cy="291600"/>
          </a:xfrm>
          <a:blipFill>
            <a:blip r:embed="rId2">
              <a:extLst>
                <a:ext uri="{96DAC541-7B7A-43D3-8B79-37D633B846F1}">
                  <asvg:svgBlip xmlns:asvg="http://schemas.microsoft.com/office/drawing/2016/SVG/main" r:embed="rId3"/>
                </a:ext>
              </a:extLst>
            </a:blip>
            <a:stretch>
              <a:fillRect/>
            </a:stretch>
          </a:blipFill>
        </p:spPr>
        <p:txBody>
          <a:bodyPr/>
          <a:lstStyle/>
          <a:p>
            <a:r>
              <a:rPr kumimoji="1" lang="zh-CN" altLang="en-US" dirty="0"/>
              <a:t> </a:t>
            </a:r>
          </a:p>
        </p:txBody>
      </p:sp>
    </p:spTree>
    <p:extLst>
      <p:ext uri="{BB962C8B-B14F-4D97-AF65-F5344CB8AC3E}">
        <p14:creationId xmlns:p14="http://schemas.microsoft.com/office/powerpoint/2010/main" val="40112729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20" name="Title ">
            <a:extLst>
              <a:ext uri="{FF2B5EF4-FFF2-40B4-BE49-F238E27FC236}">
                <a16:creationId xmlns:a16="http://schemas.microsoft.com/office/drawing/2014/main" id="{76DDAE7F-4BF2-D655-C847-7E61DE1AEC71}"/>
              </a:ext>
            </a:extLst>
          </p:cNvPr>
          <p:cNvSpPr>
            <a:spLocks noGrp="1"/>
          </p:cNvSpPr>
          <p:nvPr>
            <p:ph type="title" hasCustomPrompt="1"/>
          </p:nvPr>
        </p:nvSpPr>
        <p:spPr>
          <a:xfrm>
            <a:off x="407988" y="623885"/>
            <a:ext cx="7444322" cy="431800"/>
          </a:xfrm>
        </p:spPr>
        <p:txBody>
          <a:bodyPr/>
          <a:lstStyle/>
          <a:p>
            <a:r>
              <a:rPr lang="en-GB"/>
              <a:t>Headline in 28pt, Deep Space Blue</a:t>
            </a:r>
            <a:endParaRPr/>
          </a:p>
        </p:txBody>
      </p:sp>
      <p:sp>
        <p:nvSpPr>
          <p:cNvPr id="21" name="Action Title">
            <a:extLst>
              <a:ext uri="{FF2B5EF4-FFF2-40B4-BE49-F238E27FC236}">
                <a16:creationId xmlns:a16="http://schemas.microsoft.com/office/drawing/2014/main" id="{9393D10B-FDC3-0613-63D5-2F1A8E63D322}"/>
              </a:ext>
            </a:extLst>
          </p:cNvPr>
          <p:cNvSpPr>
            <a:spLocks noGrp="1"/>
          </p:cNvSpPr>
          <p:nvPr>
            <p:ph type="body" sz="quarter" idx="14" hasCustomPrompt="1"/>
          </p:nvPr>
        </p:nvSpPr>
        <p:spPr bwMode="auto">
          <a:xfrm>
            <a:off x="406400" y="1056085"/>
            <a:ext cx="7447415"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7" name="Text Placeholder ">
            <a:extLst>
              <a:ext uri="{FF2B5EF4-FFF2-40B4-BE49-F238E27FC236}">
                <a16:creationId xmlns:a16="http://schemas.microsoft.com/office/drawing/2014/main" id="{21603ECC-9F36-785F-3FEE-BDEE0F4262CC}"/>
              </a:ext>
            </a:extLst>
          </p:cNvPr>
          <p:cNvSpPr>
            <a:spLocks noGrp="1"/>
          </p:cNvSpPr>
          <p:nvPr>
            <p:ph type="body" sz="quarter" idx="17"/>
          </p:nvPr>
        </p:nvSpPr>
        <p:spPr>
          <a:xfrm>
            <a:off x="406401" y="5309284"/>
            <a:ext cx="3568699" cy="114390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8" name="Text Placeholder ">
            <a:extLst>
              <a:ext uri="{FF2B5EF4-FFF2-40B4-BE49-F238E27FC236}">
                <a16:creationId xmlns:a16="http://schemas.microsoft.com/office/drawing/2014/main" id="{00300FF1-3E45-963A-CCB0-6C778CC225D1}"/>
              </a:ext>
            </a:extLst>
          </p:cNvPr>
          <p:cNvSpPr>
            <a:spLocks noGrp="1"/>
          </p:cNvSpPr>
          <p:nvPr>
            <p:ph type="body" sz="quarter" idx="18"/>
          </p:nvPr>
        </p:nvSpPr>
        <p:spPr>
          <a:xfrm>
            <a:off x="4283611" y="5309284"/>
            <a:ext cx="3568699" cy="114390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Picture Placeholder ">
            <a:extLst>
              <a:ext uri="{FF2B5EF4-FFF2-40B4-BE49-F238E27FC236}">
                <a16:creationId xmlns:a16="http://schemas.microsoft.com/office/drawing/2014/main" id="{9932F5BC-7E5E-6CA1-0BC4-56B977348269}"/>
              </a:ext>
            </a:extLst>
          </p:cNvPr>
          <p:cNvSpPr>
            <a:spLocks noGrp="1"/>
          </p:cNvSpPr>
          <p:nvPr>
            <p:ph type="pic" idx="1" hasCustomPrompt="1"/>
          </p:nvPr>
        </p:nvSpPr>
        <p:spPr>
          <a:xfrm>
            <a:off x="8127600" y="1"/>
            <a:ext cx="4064400" cy="6857999"/>
          </a:xfrm>
          <a:solidFill>
            <a:schemeClr val="accent5"/>
          </a:solidFill>
        </p:spPr>
        <p:txBody>
          <a:bodyPr lIns="432000" rIns="432000" bIns="864000" anchor="ctr"/>
          <a:lstStyle>
            <a:lvl1pPr marL="0" indent="0" algn="ctr">
              <a:buNone/>
              <a:defRPr sz="1400" b="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image by clicking on icon, then ‘Send to Back’</a:t>
            </a:r>
          </a:p>
        </p:txBody>
      </p:sp>
      <p:sp>
        <p:nvSpPr>
          <p:cNvPr id="6" name="Footer Placeholder">
            <a:extLst>
              <a:ext uri="{FF2B5EF4-FFF2-40B4-BE49-F238E27FC236}">
                <a16:creationId xmlns:a16="http://schemas.microsoft.com/office/drawing/2014/main" id="{82326C2F-53E6-A155-4E9C-BC92BB92658E}"/>
              </a:ext>
            </a:extLst>
          </p:cNvPr>
          <p:cNvSpPr>
            <a:spLocks noGrp="1"/>
          </p:cNvSpPr>
          <p:nvPr>
            <p:ph type="ftr" sz="quarter" idx="11"/>
          </p:nvPr>
        </p:nvSpPr>
        <p:spPr/>
        <p:txBody>
          <a:bodyPr/>
          <a:lstStyle/>
          <a:p>
            <a:r>
              <a:rPr lang="en-GB"/>
              <a:t>Department K-OE  |  Presentation title  |  CSD-class</a:t>
            </a:r>
          </a:p>
        </p:txBody>
      </p:sp>
      <p:sp>
        <p:nvSpPr>
          <p:cNvPr id="5" name="Date Placeholder">
            <a:extLst>
              <a:ext uri="{FF2B5EF4-FFF2-40B4-BE49-F238E27FC236}">
                <a16:creationId xmlns:a16="http://schemas.microsoft.com/office/drawing/2014/main" id="{A51C0E83-6D56-AA25-CE50-097518A057C1}"/>
              </a:ext>
            </a:extLst>
          </p:cNvPr>
          <p:cNvSpPr>
            <a:spLocks noGrp="1"/>
          </p:cNvSpPr>
          <p:nvPr>
            <p:ph type="dt" sz="half" idx="10"/>
          </p:nvPr>
        </p:nvSpPr>
        <p:spPr/>
        <p:txBody>
          <a:bodyPr/>
          <a:lstStyle/>
          <a:p>
            <a:r>
              <a:rPr lang="de-DE"/>
              <a:t>01.11.2023</a:t>
            </a:r>
            <a:endParaRPr lang="en-GB"/>
          </a:p>
        </p:txBody>
      </p:sp>
      <p:sp>
        <p:nvSpPr>
          <p:cNvPr id="7" name="Slide Number Placeholder">
            <a:extLst>
              <a:ext uri="{FF2B5EF4-FFF2-40B4-BE49-F238E27FC236}">
                <a16:creationId xmlns:a16="http://schemas.microsoft.com/office/drawing/2014/main" id="{EDF9B28D-F3CB-F5A6-45A4-30FD6B140B84}"/>
              </a:ext>
            </a:extLst>
          </p:cNvPr>
          <p:cNvSpPr>
            <a:spLocks noGrp="1"/>
          </p:cNvSpPr>
          <p:nvPr>
            <p:ph type="sldNum" sz="quarter" idx="12"/>
          </p:nvPr>
        </p:nvSpPr>
        <p:spPr/>
        <p:txBody>
          <a:bodyPr/>
          <a:lstStyle/>
          <a:p>
            <a:fld id="{445898F2-00FF-CD47-84F0-CF0F3C88FCDD}" type="slidenum">
              <a:rPr lang="en-GB" smtClean="0"/>
              <a:t>‹#›</a:t>
            </a:fld>
            <a:endParaRPr lang="en-GB"/>
          </a:p>
        </p:txBody>
      </p:sp>
      <p:sp>
        <p:nvSpPr>
          <p:cNvPr id="2" name="图片占位符 4">
            <a:extLst>
              <a:ext uri="{FF2B5EF4-FFF2-40B4-BE49-F238E27FC236}">
                <a16:creationId xmlns:a16="http://schemas.microsoft.com/office/drawing/2014/main" id="{FA7674D5-6988-A316-53BD-C05BD2EDFC01}"/>
              </a:ext>
            </a:extLst>
          </p:cNvPr>
          <p:cNvSpPr>
            <a:spLocks noGrp="1"/>
          </p:cNvSpPr>
          <p:nvPr>
            <p:ph type="pic" sz="quarter" idx="19" hasCustomPrompt="1"/>
          </p:nvPr>
        </p:nvSpPr>
        <p:spPr>
          <a:xfrm>
            <a:off x="9735121" y="257174"/>
            <a:ext cx="2048400" cy="291600"/>
          </a:xfrm>
          <a:blipFill>
            <a:blip r:embed="rId2">
              <a:extLst>
                <a:ext uri="{96DAC541-7B7A-43D3-8B79-37D633B846F1}">
                  <asvg:svgBlip xmlns:asvg="http://schemas.microsoft.com/office/drawing/2016/SVG/main" r:embed="rId3"/>
                </a:ext>
              </a:extLst>
            </a:blip>
            <a:stretch>
              <a:fillRect/>
            </a:stretch>
          </a:blipFill>
        </p:spPr>
        <p:txBody>
          <a:bodyPr/>
          <a:lstStyle/>
          <a:p>
            <a:r>
              <a:rPr kumimoji="1" lang="zh-CN" altLang="en-US" dirty="0"/>
              <a:t> </a:t>
            </a:r>
          </a:p>
        </p:txBody>
      </p:sp>
    </p:spTree>
    <p:extLst>
      <p:ext uri="{BB962C8B-B14F-4D97-AF65-F5344CB8AC3E}">
        <p14:creationId xmlns:p14="http://schemas.microsoft.com/office/powerpoint/2010/main" val="36624023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Quote with Picture ">
    <p:bg>
      <p:bgRef idx="1001">
        <a:schemeClr val="bg2"/>
      </p:bgRef>
    </p:bg>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05A17BD1-21EB-3836-1A31-9AE0757ADB05}"/>
              </a:ext>
            </a:extLst>
          </p:cNvPr>
          <p:cNvSpPr>
            <a:spLocks noGrp="1"/>
          </p:cNvSpPr>
          <p:nvPr>
            <p:ph type="pic" sz="quarter" idx="13" hasCustomPrompt="1"/>
          </p:nvPr>
        </p:nvSpPr>
        <p:spPr bwMode="auto">
          <a:xfrm>
            <a:off x="0" y="0"/>
            <a:ext cx="12192000" cy="6858000"/>
          </a:xfrm>
          <a:noFill/>
        </p:spPr>
        <p:txBody>
          <a:bodyPr vert="horz" lIns="432000" tIns="864000" rIns="432000" bIns="864000" rtlCol="0" anchor="t">
            <a:noAutofit/>
          </a:bodyPr>
          <a:lstStyle>
            <a:lvl1pPr algn="ctr">
              <a:defRPr lang="en-US" b="0" noProof="0"/>
            </a:lvl1pPr>
          </a:lstStyle>
          <a:p>
            <a:pPr lvl="0" algn="ctr"/>
            <a:r>
              <a:rPr lang="en-US" noProof="0" dirty="0"/>
              <a:t>Add image by clicking on icon, then ‘Send to Back’</a:t>
            </a:r>
          </a:p>
        </p:txBody>
      </p:sp>
      <p:sp>
        <p:nvSpPr>
          <p:cNvPr id="11" name="Title">
            <a:extLst>
              <a:ext uri="{FF2B5EF4-FFF2-40B4-BE49-F238E27FC236}">
                <a16:creationId xmlns:a16="http://schemas.microsoft.com/office/drawing/2014/main" id="{46C992B3-4DCA-F98C-0A8A-2B9DD97C9BEB}"/>
              </a:ext>
            </a:extLst>
          </p:cNvPr>
          <p:cNvSpPr>
            <a:spLocks noGrp="1"/>
          </p:cNvSpPr>
          <p:nvPr>
            <p:ph type="ctrTitle" hasCustomPrompt="1"/>
          </p:nvPr>
        </p:nvSpPr>
        <p:spPr bwMode="black">
          <a:xfrm>
            <a:off x="407035" y="2391584"/>
            <a:ext cx="11376023" cy="1828193"/>
          </a:xfrm>
        </p:spPr>
        <p:txBody>
          <a:bodyPr wrap="square" anchor="b">
            <a:spAutoFit/>
          </a:bodyPr>
          <a:lstStyle>
            <a:lvl1pPr algn="ctr">
              <a:defRPr sz="4400">
                <a:solidFill>
                  <a:schemeClr val="tx2"/>
                </a:solidFill>
              </a:defRPr>
            </a:lvl1pPr>
          </a:lstStyle>
          <a:p>
            <a:r>
              <a:rPr lang="en-US" noProof="0"/>
              <a:t>“Key statement or quote</a:t>
            </a:r>
            <a:br>
              <a:rPr lang="en-US" noProof="0"/>
            </a:br>
            <a:r>
              <a:rPr lang="en-US" noProof="0"/>
              <a:t>to set the scene, three lines in</a:t>
            </a:r>
            <a:br>
              <a:rPr lang="en-US" noProof="0"/>
            </a:br>
            <a:r>
              <a:rPr lang="en-US" noProof="0"/>
              <a:t>The Group Head Light 44pt.“</a:t>
            </a:r>
          </a:p>
        </p:txBody>
      </p:sp>
      <p:sp>
        <p:nvSpPr>
          <p:cNvPr id="13" name="Subtitle">
            <a:extLst>
              <a:ext uri="{FF2B5EF4-FFF2-40B4-BE49-F238E27FC236}">
                <a16:creationId xmlns:a16="http://schemas.microsoft.com/office/drawing/2014/main" id="{61719BEE-442B-87AC-C2CB-A1AF7247A434}"/>
              </a:ext>
            </a:extLst>
          </p:cNvPr>
          <p:cNvSpPr>
            <a:spLocks noGrp="1"/>
          </p:cNvSpPr>
          <p:nvPr>
            <p:ph type="subTitle" idx="1" hasCustomPrompt="1"/>
          </p:nvPr>
        </p:nvSpPr>
        <p:spPr bwMode="black">
          <a:xfrm>
            <a:off x="407036" y="4496294"/>
            <a:ext cx="11376022" cy="246221"/>
          </a:xfrm>
        </p:spPr>
        <p:txBody>
          <a:bodyPr wrap="square">
            <a:spAutoFit/>
          </a:bodyPr>
          <a:lstStyle>
            <a:lvl1pPr marL="0" indent="0" algn="ctr">
              <a:buNone/>
              <a:defRPr sz="1600" b="0">
                <a:solidFill>
                  <a:srgbClr val="C2FE0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Subline in The Group Text Regular 16pt, Electric Neon</a:t>
            </a:r>
          </a:p>
        </p:txBody>
      </p:sp>
      <p:sp>
        <p:nvSpPr>
          <p:cNvPr id="6" name="Footer Placeholder ">
            <a:extLst>
              <a:ext uri="{FF2B5EF4-FFF2-40B4-BE49-F238E27FC236}">
                <a16:creationId xmlns:a16="http://schemas.microsoft.com/office/drawing/2014/main" id="{58915835-4A96-3661-B68F-55F518613732}"/>
              </a:ext>
            </a:extLst>
          </p:cNvPr>
          <p:cNvSpPr>
            <a:spLocks noGrp="1"/>
          </p:cNvSpPr>
          <p:nvPr>
            <p:ph type="ftr" sz="quarter" idx="15"/>
          </p:nvPr>
        </p:nvSpPr>
        <p:spPr/>
        <p:txBody>
          <a:bodyPr/>
          <a:lstStyle/>
          <a:p>
            <a:r>
              <a:rPr lang="en-GB"/>
              <a:t>Department K-OE  |  Presentation title  |  CSD-class</a:t>
            </a:r>
          </a:p>
        </p:txBody>
      </p:sp>
      <p:sp>
        <p:nvSpPr>
          <p:cNvPr id="2" name="Date Placeholder ">
            <a:extLst>
              <a:ext uri="{FF2B5EF4-FFF2-40B4-BE49-F238E27FC236}">
                <a16:creationId xmlns:a16="http://schemas.microsoft.com/office/drawing/2014/main" id="{F3FF3FA7-B4A7-B6DD-247D-B6B46FD00126}"/>
              </a:ext>
            </a:extLst>
          </p:cNvPr>
          <p:cNvSpPr>
            <a:spLocks noGrp="1"/>
          </p:cNvSpPr>
          <p:nvPr>
            <p:ph type="dt" sz="half" idx="14"/>
          </p:nvPr>
        </p:nvSpPr>
        <p:spPr/>
        <p:txBody>
          <a:bodyPr/>
          <a:lstStyle/>
          <a:p>
            <a:r>
              <a:rPr lang="de-DE"/>
              <a:t>01.11.2023</a:t>
            </a:r>
            <a:endParaRPr lang="en-GB"/>
          </a:p>
        </p:txBody>
      </p:sp>
      <p:sp>
        <p:nvSpPr>
          <p:cNvPr id="7" name="Slide Number Placeholder ">
            <a:extLst>
              <a:ext uri="{FF2B5EF4-FFF2-40B4-BE49-F238E27FC236}">
                <a16:creationId xmlns:a16="http://schemas.microsoft.com/office/drawing/2014/main" id="{E400264A-AAAB-82BF-9771-1F944EF307DF}"/>
              </a:ext>
            </a:extLst>
          </p:cNvPr>
          <p:cNvSpPr>
            <a:spLocks noGrp="1"/>
          </p:cNvSpPr>
          <p:nvPr>
            <p:ph type="sldNum" sz="quarter" idx="16"/>
          </p:nvPr>
        </p:nvSpPr>
        <p:spPr/>
        <p:txBody>
          <a:bodyPr/>
          <a:lstStyle/>
          <a:p>
            <a:fld id="{445898F2-00FF-CD47-84F0-CF0F3C88FCDD}" type="slidenum">
              <a:rPr lang="en-GB" smtClean="0"/>
              <a:pPr/>
              <a:t>‹#›</a:t>
            </a:fld>
            <a:endParaRPr lang="en-GB"/>
          </a:p>
        </p:txBody>
      </p:sp>
      <p:pic>
        <p:nvPicPr>
          <p:cNvPr id="3" name="Graphic 2">
            <a:extLst>
              <a:ext uri="{FF2B5EF4-FFF2-40B4-BE49-F238E27FC236}">
                <a16:creationId xmlns:a16="http://schemas.microsoft.com/office/drawing/2014/main" id="{8B26F7B3-6DF7-98DF-9D3A-23D76B13536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34632" y="257249"/>
            <a:ext cx="2049379" cy="289014"/>
          </a:xfrm>
          <a:prstGeom prst="rect">
            <a:avLst/>
          </a:prstGeom>
        </p:spPr>
      </p:pic>
    </p:spTree>
    <p:extLst>
      <p:ext uri="{BB962C8B-B14F-4D97-AF65-F5344CB8AC3E}">
        <p14:creationId xmlns:p14="http://schemas.microsoft.com/office/powerpoint/2010/main" val="3458731813"/>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Deep Space Blue">
    <p:bg>
      <p:bgRef idx="1001">
        <a:schemeClr val="bg2"/>
      </p:bgRef>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6C992B3-4DCA-F98C-0A8A-2B9DD97C9BEB}"/>
              </a:ext>
            </a:extLst>
          </p:cNvPr>
          <p:cNvSpPr>
            <a:spLocks noGrp="1"/>
          </p:cNvSpPr>
          <p:nvPr>
            <p:ph type="ctrTitle" hasCustomPrompt="1"/>
          </p:nvPr>
        </p:nvSpPr>
        <p:spPr bwMode="black">
          <a:xfrm>
            <a:off x="407035" y="2391584"/>
            <a:ext cx="11376023" cy="1828193"/>
          </a:xfrm>
        </p:spPr>
        <p:txBody>
          <a:bodyPr wrap="square" anchor="b">
            <a:spAutoFit/>
          </a:bodyPr>
          <a:lstStyle>
            <a:lvl1pPr algn="ctr">
              <a:defRPr sz="4400">
                <a:solidFill>
                  <a:schemeClr val="tx2"/>
                </a:solidFill>
              </a:defRPr>
            </a:lvl1pPr>
          </a:lstStyle>
          <a:p>
            <a:r>
              <a:rPr lang="en-US" noProof="0"/>
              <a:t>“Key statement or quote</a:t>
            </a:r>
            <a:br>
              <a:rPr lang="en-US" noProof="0"/>
            </a:br>
            <a:r>
              <a:rPr lang="en-US" noProof="0"/>
              <a:t>to set the scene, three lines in</a:t>
            </a:r>
            <a:br>
              <a:rPr lang="en-US" noProof="0"/>
            </a:br>
            <a:r>
              <a:rPr lang="en-US" noProof="0"/>
              <a:t>The Group Head Light 44pt.“</a:t>
            </a:r>
          </a:p>
        </p:txBody>
      </p:sp>
      <p:sp>
        <p:nvSpPr>
          <p:cNvPr id="13" name="Subtitle">
            <a:extLst>
              <a:ext uri="{FF2B5EF4-FFF2-40B4-BE49-F238E27FC236}">
                <a16:creationId xmlns:a16="http://schemas.microsoft.com/office/drawing/2014/main" id="{61719BEE-442B-87AC-C2CB-A1AF7247A434}"/>
              </a:ext>
            </a:extLst>
          </p:cNvPr>
          <p:cNvSpPr>
            <a:spLocks noGrp="1"/>
          </p:cNvSpPr>
          <p:nvPr>
            <p:ph type="subTitle" idx="1" hasCustomPrompt="1"/>
          </p:nvPr>
        </p:nvSpPr>
        <p:spPr bwMode="black">
          <a:xfrm>
            <a:off x="407036" y="4496294"/>
            <a:ext cx="11376022" cy="246221"/>
          </a:xfrm>
        </p:spPr>
        <p:txBody>
          <a:bodyPr wrap="square">
            <a:spAutoFit/>
          </a:bodyPr>
          <a:lstStyle>
            <a:lvl1pPr marL="0" indent="0" algn="ctr">
              <a:buNone/>
              <a:defRPr sz="1600" b="0">
                <a:solidFill>
                  <a:srgbClr val="C2FE0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Subline in The Group Text Regular 16pt, Electric Neon</a:t>
            </a:r>
          </a:p>
        </p:txBody>
      </p:sp>
      <p:sp>
        <p:nvSpPr>
          <p:cNvPr id="3" name="Footer Placeholder ">
            <a:extLst>
              <a:ext uri="{FF2B5EF4-FFF2-40B4-BE49-F238E27FC236}">
                <a16:creationId xmlns:a16="http://schemas.microsoft.com/office/drawing/2014/main" id="{876098DC-C928-7D63-551B-5AA0FBE038E7}"/>
              </a:ext>
            </a:extLst>
          </p:cNvPr>
          <p:cNvSpPr>
            <a:spLocks noGrp="1"/>
          </p:cNvSpPr>
          <p:nvPr>
            <p:ph type="ftr" sz="quarter" idx="10"/>
          </p:nvPr>
        </p:nvSpPr>
        <p:spPr/>
        <p:txBody>
          <a:bodyPr/>
          <a:lstStyle/>
          <a:p>
            <a:r>
              <a:rPr lang="en-GB"/>
              <a:t>Department K-OE  |  Presentation title  |  CSD-class</a:t>
            </a:r>
          </a:p>
        </p:txBody>
      </p:sp>
      <p:sp>
        <p:nvSpPr>
          <p:cNvPr id="4" name="Date Placeholder">
            <a:extLst>
              <a:ext uri="{FF2B5EF4-FFF2-40B4-BE49-F238E27FC236}">
                <a16:creationId xmlns:a16="http://schemas.microsoft.com/office/drawing/2014/main" id="{4F305AA9-73AF-5039-23E8-3B51FDC8DE2B}"/>
              </a:ext>
            </a:extLst>
          </p:cNvPr>
          <p:cNvSpPr>
            <a:spLocks noGrp="1"/>
          </p:cNvSpPr>
          <p:nvPr>
            <p:ph type="dt" sz="half" idx="11"/>
          </p:nvPr>
        </p:nvSpPr>
        <p:spPr/>
        <p:txBody>
          <a:bodyPr/>
          <a:lstStyle/>
          <a:p>
            <a:r>
              <a:rPr lang="de-DE"/>
              <a:t>01.11.2023</a:t>
            </a:r>
            <a:endParaRPr lang="en-GB"/>
          </a:p>
        </p:txBody>
      </p:sp>
      <p:sp>
        <p:nvSpPr>
          <p:cNvPr id="5" name="Slide Number Placeholder">
            <a:extLst>
              <a:ext uri="{FF2B5EF4-FFF2-40B4-BE49-F238E27FC236}">
                <a16:creationId xmlns:a16="http://schemas.microsoft.com/office/drawing/2014/main" id="{5A5F5016-4E24-23AA-A1D2-60AFDE438149}"/>
              </a:ext>
            </a:extLst>
          </p:cNvPr>
          <p:cNvSpPr>
            <a:spLocks noGrp="1"/>
          </p:cNvSpPr>
          <p:nvPr>
            <p:ph type="sldNum" sz="quarter" idx="12"/>
          </p:nvPr>
        </p:nvSpPr>
        <p:spPr/>
        <p:txBody>
          <a:bodyPr/>
          <a:lstStyle/>
          <a:p>
            <a:fld id="{445898F2-00FF-CD47-84F0-CF0F3C88FCDD}" type="slidenum">
              <a:rPr lang="en-GB" smtClean="0"/>
              <a:pPr/>
              <a:t>‹#›</a:t>
            </a:fld>
            <a:endParaRPr lang="en-GB"/>
          </a:p>
        </p:txBody>
      </p:sp>
      <p:pic>
        <p:nvPicPr>
          <p:cNvPr id="2" name="Graphic 1">
            <a:extLst>
              <a:ext uri="{FF2B5EF4-FFF2-40B4-BE49-F238E27FC236}">
                <a16:creationId xmlns:a16="http://schemas.microsoft.com/office/drawing/2014/main" id="{790F6057-80DC-6F85-26AC-B914271FA9D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34632" y="257249"/>
            <a:ext cx="2049379" cy="289014"/>
          </a:xfrm>
          <a:prstGeom prst="rect">
            <a:avLst/>
          </a:prstGeom>
        </p:spPr>
      </p:pic>
    </p:spTree>
    <p:extLst>
      <p:ext uri="{BB962C8B-B14F-4D97-AF65-F5344CB8AC3E}">
        <p14:creationId xmlns:p14="http://schemas.microsoft.com/office/powerpoint/2010/main" val="3141204846"/>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White">
    <p:bg>
      <p:bgRef idx="1001">
        <a:schemeClr val="bg2"/>
      </p:bgRef>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6C992B3-4DCA-F98C-0A8A-2B9DD97C9BEB}"/>
              </a:ext>
            </a:extLst>
          </p:cNvPr>
          <p:cNvSpPr>
            <a:spLocks noGrp="1"/>
          </p:cNvSpPr>
          <p:nvPr>
            <p:ph type="ctrTitle" hasCustomPrompt="1"/>
          </p:nvPr>
        </p:nvSpPr>
        <p:spPr bwMode="black">
          <a:xfrm>
            <a:off x="407035" y="2391584"/>
            <a:ext cx="11376023" cy="1828193"/>
          </a:xfrm>
        </p:spPr>
        <p:txBody>
          <a:bodyPr wrap="square" anchor="b">
            <a:spAutoFit/>
          </a:bodyPr>
          <a:lstStyle>
            <a:lvl1pPr algn="ctr">
              <a:defRPr sz="4400">
                <a:solidFill>
                  <a:schemeClr val="tx2"/>
                </a:solidFill>
              </a:defRPr>
            </a:lvl1pPr>
          </a:lstStyle>
          <a:p>
            <a:r>
              <a:rPr lang="en-US" noProof="0"/>
              <a:t>“Key statement or quote</a:t>
            </a:r>
            <a:br>
              <a:rPr lang="en-US" noProof="0"/>
            </a:br>
            <a:r>
              <a:rPr lang="en-US" noProof="0"/>
              <a:t>to set the scene, three lines in</a:t>
            </a:r>
            <a:br>
              <a:rPr lang="en-US" noProof="0"/>
            </a:br>
            <a:r>
              <a:rPr lang="en-US" noProof="0"/>
              <a:t>The Group Head Light 44pt.“</a:t>
            </a:r>
          </a:p>
        </p:txBody>
      </p:sp>
      <p:sp>
        <p:nvSpPr>
          <p:cNvPr id="13" name="Subtitle">
            <a:extLst>
              <a:ext uri="{FF2B5EF4-FFF2-40B4-BE49-F238E27FC236}">
                <a16:creationId xmlns:a16="http://schemas.microsoft.com/office/drawing/2014/main" id="{61719BEE-442B-87AC-C2CB-A1AF7247A434}"/>
              </a:ext>
            </a:extLst>
          </p:cNvPr>
          <p:cNvSpPr>
            <a:spLocks noGrp="1"/>
          </p:cNvSpPr>
          <p:nvPr>
            <p:ph type="subTitle" idx="1" hasCustomPrompt="1"/>
          </p:nvPr>
        </p:nvSpPr>
        <p:spPr bwMode="black">
          <a:xfrm>
            <a:off x="407036" y="4496294"/>
            <a:ext cx="11376022" cy="246221"/>
          </a:xfrm>
        </p:spPr>
        <p:txBody>
          <a:bodyPr wrap="square">
            <a:spAutoFit/>
          </a:bodyPr>
          <a:lstStyle>
            <a:lvl1pPr marL="0" indent="0" algn="ctr">
              <a:buNone/>
              <a:defRPr sz="1600" b="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Subline in The Group Text Regular 16pt, Vivid Green</a:t>
            </a:r>
          </a:p>
        </p:txBody>
      </p:sp>
      <p:sp>
        <p:nvSpPr>
          <p:cNvPr id="3" name="Footer Placeholder ">
            <a:extLst>
              <a:ext uri="{FF2B5EF4-FFF2-40B4-BE49-F238E27FC236}">
                <a16:creationId xmlns:a16="http://schemas.microsoft.com/office/drawing/2014/main" id="{876098DC-C928-7D63-551B-5AA0FBE038E7}"/>
              </a:ext>
            </a:extLst>
          </p:cNvPr>
          <p:cNvSpPr>
            <a:spLocks noGrp="1"/>
          </p:cNvSpPr>
          <p:nvPr>
            <p:ph type="ftr" sz="quarter" idx="10"/>
          </p:nvPr>
        </p:nvSpPr>
        <p:spPr/>
        <p:txBody>
          <a:bodyPr/>
          <a:lstStyle/>
          <a:p>
            <a:r>
              <a:rPr lang="en-GB"/>
              <a:t>Department K-OE  |  Presentation title  |  CSD-class</a:t>
            </a:r>
          </a:p>
        </p:txBody>
      </p:sp>
      <p:sp>
        <p:nvSpPr>
          <p:cNvPr id="4" name="Date Placeholder">
            <a:extLst>
              <a:ext uri="{FF2B5EF4-FFF2-40B4-BE49-F238E27FC236}">
                <a16:creationId xmlns:a16="http://schemas.microsoft.com/office/drawing/2014/main" id="{4F305AA9-73AF-5039-23E8-3B51FDC8DE2B}"/>
              </a:ext>
            </a:extLst>
          </p:cNvPr>
          <p:cNvSpPr>
            <a:spLocks noGrp="1"/>
          </p:cNvSpPr>
          <p:nvPr>
            <p:ph type="dt" sz="half" idx="11"/>
          </p:nvPr>
        </p:nvSpPr>
        <p:spPr/>
        <p:txBody>
          <a:bodyPr/>
          <a:lstStyle/>
          <a:p>
            <a:r>
              <a:rPr lang="de-DE"/>
              <a:t>01.11.2023</a:t>
            </a:r>
            <a:endParaRPr lang="en-GB"/>
          </a:p>
        </p:txBody>
      </p:sp>
      <p:sp>
        <p:nvSpPr>
          <p:cNvPr id="5" name="Slide Number Placeholder">
            <a:extLst>
              <a:ext uri="{FF2B5EF4-FFF2-40B4-BE49-F238E27FC236}">
                <a16:creationId xmlns:a16="http://schemas.microsoft.com/office/drawing/2014/main" id="{5A5F5016-4E24-23AA-A1D2-60AFDE438149}"/>
              </a:ext>
            </a:extLst>
          </p:cNvPr>
          <p:cNvSpPr>
            <a:spLocks noGrp="1"/>
          </p:cNvSpPr>
          <p:nvPr>
            <p:ph type="sldNum" sz="quarter" idx="12"/>
          </p:nvPr>
        </p:nvSpPr>
        <p:spPr/>
        <p:txBody>
          <a:bodyPr/>
          <a:lstStyle/>
          <a:p>
            <a:fld id="{445898F2-00FF-CD47-84F0-CF0F3C88FCDD}" type="slidenum">
              <a:rPr lang="en-GB" smtClean="0"/>
              <a:pPr/>
              <a:t>‹#›</a:t>
            </a:fld>
            <a:endParaRPr lang="en-GB"/>
          </a:p>
        </p:txBody>
      </p:sp>
    </p:spTree>
    <p:extLst>
      <p:ext uri="{BB962C8B-B14F-4D97-AF65-F5344CB8AC3E}">
        <p14:creationId xmlns:p14="http://schemas.microsoft.com/office/powerpoint/2010/main" val="406297754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B4990DE-24B5-4AE6-09AC-590616E01D1B}"/>
              </a:ext>
            </a:extLst>
          </p:cNvPr>
          <p:cNvSpPr>
            <a:spLocks noGrp="1"/>
          </p:cNvSpPr>
          <p:nvPr>
            <p:ph type="title" hasCustomPrompt="1"/>
          </p:nvPr>
        </p:nvSpPr>
        <p:spPr/>
        <p:txBody>
          <a:bodyPr/>
          <a:lstStyle/>
          <a:p>
            <a:r>
              <a:rPr lang="en-GB"/>
              <a:t>Headline in The Group Head Light 28pt, Deep Space Blue</a:t>
            </a:r>
            <a:endParaRPr/>
          </a:p>
        </p:txBody>
      </p:sp>
      <p:sp>
        <p:nvSpPr>
          <p:cNvPr id="7" name="Action Title">
            <a:extLst>
              <a:ext uri="{FF2B5EF4-FFF2-40B4-BE49-F238E27FC236}">
                <a16:creationId xmlns:a16="http://schemas.microsoft.com/office/drawing/2014/main" id="{34DE05B1-E87B-7EAB-D609-1127CFF6318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3" name="Content Placeholder ">
            <a:extLst>
              <a:ext uri="{FF2B5EF4-FFF2-40B4-BE49-F238E27FC236}">
                <a16:creationId xmlns:a16="http://schemas.microsoft.com/office/drawing/2014/main" id="{F8D97570-2F9D-830A-47B1-C1CDF14A43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
            <a:extLst>
              <a:ext uri="{FF2B5EF4-FFF2-40B4-BE49-F238E27FC236}">
                <a16:creationId xmlns:a16="http://schemas.microsoft.com/office/drawing/2014/main" id="{A9E250A9-A49D-A6F9-E0E7-26D2AE2C715C}"/>
              </a:ext>
            </a:extLst>
          </p:cNvPr>
          <p:cNvSpPr>
            <a:spLocks noGrp="1"/>
          </p:cNvSpPr>
          <p:nvPr>
            <p:ph type="ftr" sz="quarter" idx="11"/>
          </p:nvPr>
        </p:nvSpPr>
        <p:spPr/>
        <p:txBody>
          <a:bodyPr/>
          <a:lstStyle/>
          <a:p>
            <a:r>
              <a:rPr lang="en-GB"/>
              <a:t>Department K-OE  |  Presentation title  |  CSD-class</a:t>
            </a:r>
          </a:p>
        </p:txBody>
      </p:sp>
      <p:sp>
        <p:nvSpPr>
          <p:cNvPr id="4" name="Date Placeholder ">
            <a:extLst>
              <a:ext uri="{FF2B5EF4-FFF2-40B4-BE49-F238E27FC236}">
                <a16:creationId xmlns:a16="http://schemas.microsoft.com/office/drawing/2014/main" id="{4261F72A-0630-CE84-E4DD-39B8209E2618}"/>
              </a:ext>
            </a:extLst>
          </p:cNvPr>
          <p:cNvSpPr>
            <a:spLocks noGrp="1"/>
          </p:cNvSpPr>
          <p:nvPr>
            <p:ph type="dt" sz="half" idx="10"/>
          </p:nvPr>
        </p:nvSpPr>
        <p:spPr/>
        <p:txBody>
          <a:bodyPr/>
          <a:lstStyle/>
          <a:p>
            <a:r>
              <a:rPr lang="de-DE"/>
              <a:t>01.11.2023</a:t>
            </a:r>
            <a:endParaRPr lang="en-GB"/>
          </a:p>
        </p:txBody>
      </p:sp>
      <p:sp>
        <p:nvSpPr>
          <p:cNvPr id="6" name="Slide Number Placeholder ">
            <a:extLst>
              <a:ext uri="{FF2B5EF4-FFF2-40B4-BE49-F238E27FC236}">
                <a16:creationId xmlns:a16="http://schemas.microsoft.com/office/drawing/2014/main" id="{E085AA5B-1B83-A681-E18D-36DD3E456245}"/>
              </a:ext>
            </a:extLst>
          </p:cNvPr>
          <p:cNvSpPr>
            <a:spLocks noGrp="1"/>
          </p:cNvSpPr>
          <p:nvPr>
            <p:ph type="sldNum" sz="quarter" idx="12"/>
          </p:nvPr>
        </p:nvSpPr>
        <p:spPr/>
        <p:txBody>
          <a:bodyPr/>
          <a:lstStyle/>
          <a:p>
            <a:fld id="{445898F2-00FF-CD47-84F0-CF0F3C88FCDD}" type="slidenum">
              <a:rPr lang="en-GB" smtClean="0"/>
              <a:t>‹#›</a:t>
            </a:fld>
            <a:endParaRPr lang="en-GB"/>
          </a:p>
        </p:txBody>
      </p:sp>
    </p:spTree>
    <p:extLst>
      <p:ext uri="{BB962C8B-B14F-4D97-AF65-F5344CB8AC3E}">
        <p14:creationId xmlns:p14="http://schemas.microsoft.com/office/powerpoint/2010/main" val="27725889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eep Space Blue">
    <p:bg>
      <p:bgRef idx="1001">
        <a:schemeClr val="bg2"/>
      </p:bgRef>
    </p:bg>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B4990DE-24B5-4AE6-09AC-590616E01D1B}"/>
              </a:ext>
            </a:extLst>
          </p:cNvPr>
          <p:cNvSpPr>
            <a:spLocks noGrp="1"/>
          </p:cNvSpPr>
          <p:nvPr>
            <p:ph type="title" hasCustomPrompt="1"/>
          </p:nvPr>
        </p:nvSpPr>
        <p:spPr/>
        <p:txBody>
          <a:bodyPr/>
          <a:lstStyle/>
          <a:p>
            <a:r>
              <a:rPr lang="en-GB"/>
              <a:t>Headline in The Group Head Light 28pt, White</a:t>
            </a:r>
            <a:endParaRPr/>
          </a:p>
        </p:txBody>
      </p:sp>
      <p:sp>
        <p:nvSpPr>
          <p:cNvPr id="7" name="Action Title">
            <a:extLst>
              <a:ext uri="{FF2B5EF4-FFF2-40B4-BE49-F238E27FC236}">
                <a16:creationId xmlns:a16="http://schemas.microsoft.com/office/drawing/2014/main" id="{34DE05B1-E87B-7EAB-D609-1127CFF6318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3" name="Content Placeholder ">
            <a:extLst>
              <a:ext uri="{FF2B5EF4-FFF2-40B4-BE49-F238E27FC236}">
                <a16:creationId xmlns:a16="http://schemas.microsoft.com/office/drawing/2014/main" id="{F8D97570-2F9D-830A-47B1-C1CDF14A43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
            <a:extLst>
              <a:ext uri="{FF2B5EF4-FFF2-40B4-BE49-F238E27FC236}">
                <a16:creationId xmlns:a16="http://schemas.microsoft.com/office/drawing/2014/main" id="{A9E250A9-A49D-A6F9-E0E7-26D2AE2C715C}"/>
              </a:ext>
            </a:extLst>
          </p:cNvPr>
          <p:cNvSpPr>
            <a:spLocks noGrp="1"/>
          </p:cNvSpPr>
          <p:nvPr>
            <p:ph type="ftr" sz="quarter" idx="11"/>
          </p:nvPr>
        </p:nvSpPr>
        <p:spPr/>
        <p:txBody>
          <a:bodyPr/>
          <a:lstStyle/>
          <a:p>
            <a:r>
              <a:rPr lang="en-GB"/>
              <a:t>Department K-OE  |  Presentation title  |  CSD-class</a:t>
            </a:r>
          </a:p>
        </p:txBody>
      </p:sp>
      <p:sp>
        <p:nvSpPr>
          <p:cNvPr id="4" name="Date Placeholder ">
            <a:extLst>
              <a:ext uri="{FF2B5EF4-FFF2-40B4-BE49-F238E27FC236}">
                <a16:creationId xmlns:a16="http://schemas.microsoft.com/office/drawing/2014/main" id="{4261F72A-0630-CE84-E4DD-39B8209E2618}"/>
              </a:ext>
            </a:extLst>
          </p:cNvPr>
          <p:cNvSpPr>
            <a:spLocks noGrp="1"/>
          </p:cNvSpPr>
          <p:nvPr>
            <p:ph type="dt" sz="half" idx="10"/>
          </p:nvPr>
        </p:nvSpPr>
        <p:spPr/>
        <p:txBody>
          <a:bodyPr/>
          <a:lstStyle/>
          <a:p>
            <a:r>
              <a:rPr lang="de-DE"/>
              <a:t>01.11.2023</a:t>
            </a:r>
            <a:endParaRPr lang="en-GB"/>
          </a:p>
        </p:txBody>
      </p:sp>
      <p:sp>
        <p:nvSpPr>
          <p:cNvPr id="6" name="Slide Number Placeholder ">
            <a:extLst>
              <a:ext uri="{FF2B5EF4-FFF2-40B4-BE49-F238E27FC236}">
                <a16:creationId xmlns:a16="http://schemas.microsoft.com/office/drawing/2014/main" id="{E085AA5B-1B83-A681-E18D-36DD3E456245}"/>
              </a:ext>
            </a:extLst>
          </p:cNvPr>
          <p:cNvSpPr>
            <a:spLocks noGrp="1"/>
          </p:cNvSpPr>
          <p:nvPr>
            <p:ph type="sldNum" sz="quarter" idx="12"/>
          </p:nvPr>
        </p:nvSpPr>
        <p:spPr/>
        <p:txBody>
          <a:bodyPr/>
          <a:lstStyle/>
          <a:p>
            <a:fld id="{445898F2-00FF-CD47-84F0-CF0F3C88FCDD}" type="slidenum">
              <a:rPr lang="en-GB" smtClean="0"/>
              <a:t>‹#›</a:t>
            </a:fld>
            <a:endParaRPr lang="en-GB"/>
          </a:p>
        </p:txBody>
      </p:sp>
      <p:pic>
        <p:nvPicPr>
          <p:cNvPr id="9" name="Graphic 8">
            <a:extLst>
              <a:ext uri="{FF2B5EF4-FFF2-40B4-BE49-F238E27FC236}">
                <a16:creationId xmlns:a16="http://schemas.microsoft.com/office/drawing/2014/main" id="{E533DBF9-0A08-1A2A-2101-70E6EBD4991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34632" y="257249"/>
            <a:ext cx="2049379" cy="289014"/>
          </a:xfrm>
          <a:prstGeom prst="rect">
            <a:avLst/>
          </a:prstGeom>
        </p:spPr>
      </p:pic>
    </p:spTree>
    <p:extLst>
      <p:ext uri="{BB962C8B-B14F-4D97-AF65-F5344CB8AC3E}">
        <p14:creationId xmlns:p14="http://schemas.microsoft.com/office/powerpoint/2010/main" val="3723604847"/>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4E5E5570-2155-1B2C-B171-0A3FC154AC01}"/>
              </a:ext>
            </a:extLst>
          </p:cNvPr>
          <p:cNvSpPr>
            <a:spLocks noGrp="1"/>
          </p:cNvSpPr>
          <p:nvPr>
            <p:ph type="title" hasCustomPrompt="1"/>
          </p:nvPr>
        </p:nvSpPr>
        <p:spPr/>
        <p:txBody>
          <a:bodyPr/>
          <a:lstStyle/>
          <a:p>
            <a:r>
              <a:rPr lang="en-GB"/>
              <a:t>Headline in The Group Head Light 28pt, Deep Space Blue</a:t>
            </a:r>
            <a:endParaRPr/>
          </a:p>
        </p:txBody>
      </p:sp>
      <p:sp>
        <p:nvSpPr>
          <p:cNvPr id="6" name="Action Title">
            <a:extLst>
              <a:ext uri="{FF2B5EF4-FFF2-40B4-BE49-F238E27FC236}">
                <a16:creationId xmlns:a16="http://schemas.microsoft.com/office/drawing/2014/main" id="{1940E3AB-3586-C461-1323-6542B7E6C3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8" name="Footer Placeholder ">
            <a:extLst>
              <a:ext uri="{FF2B5EF4-FFF2-40B4-BE49-F238E27FC236}">
                <a16:creationId xmlns:a16="http://schemas.microsoft.com/office/drawing/2014/main" id="{05415EB4-79FA-1E18-AABD-BC3A2B78C855}"/>
              </a:ext>
            </a:extLst>
          </p:cNvPr>
          <p:cNvSpPr>
            <a:spLocks noGrp="1"/>
          </p:cNvSpPr>
          <p:nvPr>
            <p:ph type="ftr" sz="quarter" idx="16"/>
          </p:nvPr>
        </p:nvSpPr>
        <p:spPr/>
        <p:txBody>
          <a:bodyPr/>
          <a:lstStyle/>
          <a:p>
            <a:r>
              <a:rPr lang="en-GB"/>
              <a:t>Department K-OE  |  Presentation title  |  CSD-class</a:t>
            </a:r>
          </a:p>
        </p:txBody>
      </p:sp>
      <p:sp>
        <p:nvSpPr>
          <p:cNvPr id="7" name="Date Placeholder ">
            <a:extLst>
              <a:ext uri="{FF2B5EF4-FFF2-40B4-BE49-F238E27FC236}">
                <a16:creationId xmlns:a16="http://schemas.microsoft.com/office/drawing/2014/main" id="{AF056D49-7F1A-DE55-82B0-F1A9E6B26AD7}"/>
              </a:ext>
            </a:extLst>
          </p:cNvPr>
          <p:cNvSpPr>
            <a:spLocks noGrp="1"/>
          </p:cNvSpPr>
          <p:nvPr>
            <p:ph type="dt" sz="half" idx="15"/>
          </p:nvPr>
        </p:nvSpPr>
        <p:spPr/>
        <p:txBody>
          <a:bodyPr/>
          <a:lstStyle/>
          <a:p>
            <a:r>
              <a:rPr lang="de-DE"/>
              <a:t>01.11.2023</a:t>
            </a:r>
            <a:endParaRPr lang="en-GB"/>
          </a:p>
        </p:txBody>
      </p:sp>
      <p:sp>
        <p:nvSpPr>
          <p:cNvPr id="9" name="Slide Number Placeholder">
            <a:extLst>
              <a:ext uri="{FF2B5EF4-FFF2-40B4-BE49-F238E27FC236}">
                <a16:creationId xmlns:a16="http://schemas.microsoft.com/office/drawing/2014/main" id="{824CBAC6-7084-0110-F57E-D6D4661086F4}"/>
              </a:ext>
            </a:extLst>
          </p:cNvPr>
          <p:cNvSpPr>
            <a:spLocks noGrp="1"/>
          </p:cNvSpPr>
          <p:nvPr>
            <p:ph type="sldNum" sz="quarter" idx="17"/>
          </p:nvPr>
        </p:nvSpPr>
        <p:spPr/>
        <p:txBody>
          <a:bodyPr/>
          <a:lstStyle/>
          <a:p>
            <a:fld id="{445898F2-00FF-CD47-84F0-CF0F3C88FCDD}" type="slidenum">
              <a:rPr lang="en-GB" smtClean="0"/>
              <a:pPr/>
              <a:t>‹#›</a:t>
            </a:fld>
            <a:endParaRPr lang="en-GB"/>
          </a:p>
        </p:txBody>
      </p:sp>
    </p:spTree>
    <p:extLst>
      <p:ext uri="{BB962C8B-B14F-4D97-AF65-F5344CB8AC3E}">
        <p14:creationId xmlns:p14="http://schemas.microsoft.com/office/powerpoint/2010/main" val="34957833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Deep Space Blue">
    <p:bg>
      <p:bgRef idx="1001">
        <a:schemeClr val="bg2"/>
      </p:bgRef>
    </p:bg>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4E5E5570-2155-1B2C-B171-0A3FC154AC01}"/>
              </a:ext>
            </a:extLst>
          </p:cNvPr>
          <p:cNvSpPr>
            <a:spLocks noGrp="1"/>
          </p:cNvSpPr>
          <p:nvPr>
            <p:ph type="title" hasCustomPrompt="1"/>
          </p:nvPr>
        </p:nvSpPr>
        <p:spPr/>
        <p:txBody>
          <a:bodyPr/>
          <a:lstStyle/>
          <a:p>
            <a:r>
              <a:rPr lang="en-GB"/>
              <a:t>Headline in The Group Head Light 28pt, White</a:t>
            </a:r>
            <a:endParaRPr/>
          </a:p>
        </p:txBody>
      </p:sp>
      <p:sp>
        <p:nvSpPr>
          <p:cNvPr id="6" name="Action Title">
            <a:extLst>
              <a:ext uri="{FF2B5EF4-FFF2-40B4-BE49-F238E27FC236}">
                <a16:creationId xmlns:a16="http://schemas.microsoft.com/office/drawing/2014/main" id="{1940E3AB-3586-C461-1323-6542B7E6C3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8" name="Footer Placeholder ">
            <a:extLst>
              <a:ext uri="{FF2B5EF4-FFF2-40B4-BE49-F238E27FC236}">
                <a16:creationId xmlns:a16="http://schemas.microsoft.com/office/drawing/2014/main" id="{05415EB4-79FA-1E18-AABD-BC3A2B78C855}"/>
              </a:ext>
            </a:extLst>
          </p:cNvPr>
          <p:cNvSpPr>
            <a:spLocks noGrp="1"/>
          </p:cNvSpPr>
          <p:nvPr>
            <p:ph type="ftr" sz="quarter" idx="16"/>
          </p:nvPr>
        </p:nvSpPr>
        <p:spPr/>
        <p:txBody>
          <a:bodyPr/>
          <a:lstStyle/>
          <a:p>
            <a:r>
              <a:rPr lang="en-GB"/>
              <a:t>Department K-OE  |  Presentation title  |  CSD-class</a:t>
            </a:r>
          </a:p>
        </p:txBody>
      </p:sp>
      <p:sp>
        <p:nvSpPr>
          <p:cNvPr id="7" name="Date Placeholder ">
            <a:extLst>
              <a:ext uri="{FF2B5EF4-FFF2-40B4-BE49-F238E27FC236}">
                <a16:creationId xmlns:a16="http://schemas.microsoft.com/office/drawing/2014/main" id="{AF056D49-7F1A-DE55-82B0-F1A9E6B26AD7}"/>
              </a:ext>
            </a:extLst>
          </p:cNvPr>
          <p:cNvSpPr>
            <a:spLocks noGrp="1"/>
          </p:cNvSpPr>
          <p:nvPr>
            <p:ph type="dt" sz="half" idx="15"/>
          </p:nvPr>
        </p:nvSpPr>
        <p:spPr/>
        <p:txBody>
          <a:bodyPr/>
          <a:lstStyle/>
          <a:p>
            <a:r>
              <a:rPr lang="de-DE"/>
              <a:t>01.11.2023</a:t>
            </a:r>
            <a:endParaRPr lang="en-GB"/>
          </a:p>
        </p:txBody>
      </p:sp>
      <p:sp>
        <p:nvSpPr>
          <p:cNvPr id="9" name="Slide Number Placeholder">
            <a:extLst>
              <a:ext uri="{FF2B5EF4-FFF2-40B4-BE49-F238E27FC236}">
                <a16:creationId xmlns:a16="http://schemas.microsoft.com/office/drawing/2014/main" id="{824CBAC6-7084-0110-F57E-D6D4661086F4}"/>
              </a:ext>
            </a:extLst>
          </p:cNvPr>
          <p:cNvSpPr>
            <a:spLocks noGrp="1"/>
          </p:cNvSpPr>
          <p:nvPr>
            <p:ph type="sldNum" sz="quarter" idx="17"/>
          </p:nvPr>
        </p:nvSpPr>
        <p:spPr/>
        <p:txBody>
          <a:bodyPr/>
          <a:lstStyle/>
          <a:p>
            <a:fld id="{445898F2-00FF-CD47-84F0-CF0F3C88FCDD}" type="slidenum">
              <a:rPr lang="en-GB" smtClean="0"/>
              <a:pPr/>
              <a:t>‹#›</a:t>
            </a:fld>
            <a:endParaRPr lang="en-GB"/>
          </a:p>
        </p:txBody>
      </p:sp>
      <p:pic>
        <p:nvPicPr>
          <p:cNvPr id="4" name="Graphic 3">
            <a:extLst>
              <a:ext uri="{FF2B5EF4-FFF2-40B4-BE49-F238E27FC236}">
                <a16:creationId xmlns:a16="http://schemas.microsoft.com/office/drawing/2014/main" id="{E3B2A064-414B-6EF7-9CA3-2AC41233948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34632" y="257249"/>
            <a:ext cx="2049379" cy="289014"/>
          </a:xfrm>
          <a:prstGeom prst="rect">
            <a:avLst/>
          </a:prstGeom>
        </p:spPr>
      </p:pic>
    </p:spTree>
    <p:extLst>
      <p:ext uri="{BB962C8B-B14F-4D97-AF65-F5344CB8AC3E}">
        <p14:creationId xmlns:p14="http://schemas.microsoft.com/office/powerpoint/2010/main" val="1854229514"/>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and Content Vivid Green ">
    <p:bg>
      <p:bgRef idx="1001">
        <a:schemeClr val="bg2"/>
      </p:bgRef>
    </p:bg>
    <p:spTree>
      <p:nvGrpSpPr>
        <p:cNvPr id="1" name=""/>
        <p:cNvGrpSpPr/>
        <p:nvPr/>
      </p:nvGrpSpPr>
      <p:grpSpPr>
        <a:xfrm>
          <a:off x="0" y="0"/>
          <a:ext cx="0" cy="0"/>
          <a:chOff x="0" y="0"/>
          <a:chExt cx="0" cy="0"/>
        </a:xfrm>
      </p:grpSpPr>
      <p:grpSp>
        <p:nvGrpSpPr>
          <p:cNvPr id="8" name="Gradient Background">
            <a:extLst>
              <a:ext uri="{FF2B5EF4-FFF2-40B4-BE49-F238E27FC236}">
                <a16:creationId xmlns:a16="http://schemas.microsoft.com/office/drawing/2014/main" id="{9EF05529-1468-3346-6700-EFC25065408C}"/>
              </a:ext>
            </a:extLst>
          </p:cNvPr>
          <p:cNvGrpSpPr/>
          <p:nvPr userDrawn="1"/>
        </p:nvGrpSpPr>
        <p:grpSpPr bwMode="ltGray">
          <a:xfrm rot="10800000">
            <a:off x="0" y="0"/>
            <a:ext cx="12192000" cy="6858000"/>
            <a:chOff x="0" y="0"/>
            <a:chExt cx="12192000" cy="6857999"/>
          </a:xfrm>
        </p:grpSpPr>
        <p:sp>
          <p:nvSpPr>
            <p:cNvPr id="9" name="Freeform 8">
              <a:extLst>
                <a:ext uri="{FF2B5EF4-FFF2-40B4-BE49-F238E27FC236}">
                  <a16:creationId xmlns:a16="http://schemas.microsoft.com/office/drawing/2014/main" id="{DB6B97EF-1193-F313-EFF2-60C0764F6ACA}"/>
                </a:ext>
              </a:extLst>
            </p:cNvPr>
            <p:cNvSpPr/>
            <p:nvPr/>
          </p:nvSpPr>
          <p:spPr bwMode="ltGray">
            <a:xfrm>
              <a:off x="0" y="0"/>
              <a:ext cx="12192000" cy="2730"/>
            </a:xfrm>
            <a:custGeom>
              <a:avLst/>
              <a:gdLst>
                <a:gd name="connsiteX0" fmla="*/ 0 w 12192000"/>
                <a:gd name="connsiteY0" fmla="*/ 0 h 2730"/>
                <a:gd name="connsiteX1" fmla="*/ 12192000 w 12192000"/>
                <a:gd name="connsiteY1" fmla="*/ 0 h 2730"/>
                <a:gd name="connsiteX2" fmla="*/ 12192000 w 12192000"/>
                <a:gd name="connsiteY2" fmla="*/ 2731 h 2730"/>
                <a:gd name="connsiteX3" fmla="*/ 0 w 12192000"/>
                <a:gd name="connsiteY3" fmla="*/ 2731 h 2730"/>
              </a:gdLst>
              <a:ahLst/>
              <a:cxnLst>
                <a:cxn ang="0">
                  <a:pos x="connsiteX0" y="connsiteY0"/>
                </a:cxn>
                <a:cxn ang="0">
                  <a:pos x="connsiteX1" y="connsiteY1"/>
                </a:cxn>
                <a:cxn ang="0">
                  <a:pos x="connsiteX2" y="connsiteY2"/>
                </a:cxn>
                <a:cxn ang="0">
                  <a:pos x="connsiteX3" y="connsiteY3"/>
                </a:cxn>
              </a:cxnLst>
              <a:rect l="l" t="t" r="r" b="b"/>
              <a:pathLst>
                <a:path w="12192000" h="2730">
                  <a:moveTo>
                    <a:pt x="0" y="0"/>
                  </a:moveTo>
                  <a:lnTo>
                    <a:pt x="12192000" y="0"/>
                  </a:lnTo>
                  <a:lnTo>
                    <a:pt x="12192000" y="2731"/>
                  </a:lnTo>
                  <a:lnTo>
                    <a:pt x="0" y="2731"/>
                  </a:lnTo>
                  <a:close/>
                </a:path>
              </a:pathLst>
            </a:custGeom>
            <a:noFill/>
            <a:ln w="3175"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14A69EDE-8E8C-EE23-9C81-0D58FD32BF9F}"/>
                </a:ext>
              </a:extLst>
            </p:cNvPr>
            <p:cNvSpPr/>
            <p:nvPr/>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solidFill>
              <a:srgbClr val="008C82"/>
            </a:solidFill>
            <a:ln w="3175"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797AD29F-AE7B-8CB7-3451-EC5502479FE7}"/>
                </a:ext>
              </a:extLst>
            </p:cNvPr>
            <p:cNvSpPr/>
            <p:nvPr userDrawn="1"/>
          </p:nvSpPr>
          <p:spPr bwMode="ltGray">
            <a:xfrm>
              <a:off x="0" y="2730"/>
              <a:ext cx="12192000" cy="6855269"/>
            </a:xfrm>
            <a:custGeom>
              <a:avLst/>
              <a:gdLst>
                <a:gd name="connsiteX0" fmla="*/ 0 w 12192000"/>
                <a:gd name="connsiteY0" fmla="*/ 0 h 6855269"/>
                <a:gd name="connsiteX1" fmla="*/ 12192000 w 12192000"/>
                <a:gd name="connsiteY1" fmla="*/ 0 h 6855269"/>
                <a:gd name="connsiteX2" fmla="*/ 12192000 w 12192000"/>
                <a:gd name="connsiteY2" fmla="*/ 6855270 h 6855269"/>
                <a:gd name="connsiteX3" fmla="*/ 0 w 12192000"/>
                <a:gd name="connsiteY3" fmla="*/ 6855270 h 6855269"/>
              </a:gdLst>
              <a:ahLst/>
              <a:cxnLst>
                <a:cxn ang="0">
                  <a:pos x="connsiteX0" y="connsiteY0"/>
                </a:cxn>
                <a:cxn ang="0">
                  <a:pos x="connsiteX1" y="connsiteY1"/>
                </a:cxn>
                <a:cxn ang="0">
                  <a:pos x="connsiteX2" y="connsiteY2"/>
                </a:cxn>
                <a:cxn ang="0">
                  <a:pos x="connsiteX3" y="connsiteY3"/>
                </a:cxn>
              </a:cxnLst>
              <a:rect l="l" t="t" r="r" b="b"/>
              <a:pathLst>
                <a:path w="12192000" h="6855269">
                  <a:moveTo>
                    <a:pt x="0" y="0"/>
                  </a:moveTo>
                  <a:lnTo>
                    <a:pt x="12192000" y="0"/>
                  </a:lnTo>
                  <a:lnTo>
                    <a:pt x="12192000" y="6855270"/>
                  </a:lnTo>
                  <a:lnTo>
                    <a:pt x="0" y="6855270"/>
                  </a:lnTo>
                  <a:close/>
                </a:path>
              </a:pathLst>
            </a:custGeom>
            <a:gradFill>
              <a:gsLst>
                <a:gs pos="0">
                  <a:srgbClr val="00806F">
                    <a:alpha val="0"/>
                  </a:srgbClr>
                </a:gs>
                <a:gs pos="34000">
                  <a:srgbClr val="00867D">
                    <a:alpha val="0"/>
                  </a:srgbClr>
                </a:gs>
                <a:gs pos="67000">
                  <a:srgbClr val="00867D"/>
                </a:gs>
                <a:gs pos="100000">
                  <a:srgbClr val="036E68"/>
                </a:gs>
              </a:gsLst>
              <a:lin ang="19652065" scaled="1"/>
            </a:gradFill>
            <a:ln w="3175" cap="flat">
              <a:noFill/>
              <a:prstDash val="solid"/>
              <a:miter/>
            </a:ln>
          </p:spPr>
          <p:txBody>
            <a:bodyPr rtlCol="0" anchor="ctr"/>
            <a:lstStyle/>
            <a:p>
              <a:endParaRPr lang="en-GB"/>
            </a:p>
          </p:txBody>
        </p:sp>
      </p:grpSp>
      <p:sp>
        <p:nvSpPr>
          <p:cNvPr id="12" name="Gradient">
            <a:extLst>
              <a:ext uri="{FF2B5EF4-FFF2-40B4-BE49-F238E27FC236}">
                <a16:creationId xmlns:a16="http://schemas.microsoft.com/office/drawing/2014/main" id="{0E8EF97F-8106-D4A7-37FE-B070712DC1DF}"/>
              </a:ext>
            </a:extLst>
          </p:cNvPr>
          <p:cNvSpPr/>
          <p:nvPr userDrawn="1"/>
        </p:nvSpPr>
        <p:spPr bwMode="ltGray">
          <a:xfrm rot="16200000">
            <a:off x="6605826" y="1271826"/>
            <a:ext cx="6857998" cy="4314351"/>
          </a:xfrm>
          <a:custGeom>
            <a:avLst/>
            <a:gdLst>
              <a:gd name="connsiteX0" fmla="*/ 6857998 w 6857998"/>
              <a:gd name="connsiteY0" fmla="*/ 0 h 4314351"/>
              <a:gd name="connsiteX1" fmla="*/ 6857998 w 6857998"/>
              <a:gd name="connsiteY1" fmla="*/ 4314351 h 4314351"/>
              <a:gd name="connsiteX2" fmla="*/ 0 w 6857998"/>
              <a:gd name="connsiteY2" fmla="*/ 4314351 h 4314351"/>
              <a:gd name="connsiteX3" fmla="*/ 0 w 6857998"/>
              <a:gd name="connsiteY3" fmla="*/ 2571665 h 4314351"/>
              <a:gd name="connsiteX4" fmla="*/ 438488 w 6857998"/>
              <a:gd name="connsiteY4" fmla="*/ 2546480 h 4314351"/>
              <a:gd name="connsiteX5" fmla="*/ 6857998 w 6857998"/>
              <a:gd name="connsiteY5" fmla="*/ 0 h 431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7998" h="4314351">
                <a:moveTo>
                  <a:pt x="6857998" y="0"/>
                </a:moveTo>
                <a:lnTo>
                  <a:pt x="6857998" y="4314351"/>
                </a:lnTo>
                <a:lnTo>
                  <a:pt x="0" y="4314351"/>
                </a:lnTo>
                <a:lnTo>
                  <a:pt x="0" y="2571665"/>
                </a:lnTo>
                <a:lnTo>
                  <a:pt x="438488" y="2546480"/>
                </a:lnTo>
                <a:cubicBezTo>
                  <a:pt x="6189193" y="2144405"/>
                  <a:pt x="6857998" y="0"/>
                  <a:pt x="6857998" y="0"/>
                </a:cubicBezTo>
                <a:close/>
              </a:path>
            </a:pathLst>
          </a:custGeom>
          <a:gradFill>
            <a:gsLst>
              <a:gs pos="0">
                <a:schemeClr val="accent2">
                  <a:alpha val="0"/>
                </a:schemeClr>
              </a:gs>
              <a:gs pos="34000">
                <a:schemeClr val="accent2">
                  <a:alpha val="99617"/>
                </a:schemeClr>
              </a:gs>
              <a:gs pos="100000">
                <a:srgbClr val="FFFFFF">
                  <a:alpha val="59000"/>
                </a:srgbClr>
              </a:gs>
            </a:gsLst>
            <a:lin ang="18600000" scaled="0"/>
          </a:gradFill>
          <a:ln w="3175" cap="flat">
            <a:noFill/>
            <a:prstDash val="solid"/>
            <a:miter/>
          </a:ln>
          <a:effectLst>
            <a:softEdge rad="0"/>
          </a:effectLst>
        </p:spPr>
        <p:txBody>
          <a:bodyPr wrap="square" rtlCol="0" anchor="ctr">
            <a:noAutofit/>
          </a:bodyPr>
          <a:lstStyle/>
          <a:p>
            <a:pPr lvl="0"/>
            <a:endParaRPr lang="en-GB"/>
          </a:p>
        </p:txBody>
      </p:sp>
      <p:sp>
        <p:nvSpPr>
          <p:cNvPr id="2" name="Title ">
            <a:extLst>
              <a:ext uri="{FF2B5EF4-FFF2-40B4-BE49-F238E27FC236}">
                <a16:creationId xmlns:a16="http://schemas.microsoft.com/office/drawing/2014/main" id="{FB4990DE-24B5-4AE6-09AC-590616E01D1B}"/>
              </a:ext>
            </a:extLst>
          </p:cNvPr>
          <p:cNvSpPr>
            <a:spLocks noGrp="1"/>
          </p:cNvSpPr>
          <p:nvPr>
            <p:ph type="title" hasCustomPrompt="1"/>
          </p:nvPr>
        </p:nvSpPr>
        <p:spPr/>
        <p:txBody>
          <a:bodyPr/>
          <a:lstStyle/>
          <a:p>
            <a:r>
              <a:rPr lang="en-GB"/>
              <a:t>Headline in The Group Head Light 28pt, White</a:t>
            </a:r>
            <a:endParaRPr/>
          </a:p>
        </p:txBody>
      </p:sp>
      <p:sp>
        <p:nvSpPr>
          <p:cNvPr id="7" name="Action Title">
            <a:extLst>
              <a:ext uri="{FF2B5EF4-FFF2-40B4-BE49-F238E27FC236}">
                <a16:creationId xmlns:a16="http://schemas.microsoft.com/office/drawing/2014/main" id="{34DE05B1-E87B-7EAB-D609-1127CFF63183}"/>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3" name="Content Placeholder ">
            <a:extLst>
              <a:ext uri="{FF2B5EF4-FFF2-40B4-BE49-F238E27FC236}">
                <a16:creationId xmlns:a16="http://schemas.microsoft.com/office/drawing/2014/main" id="{F8D97570-2F9D-830A-47B1-C1CDF14A43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
            <a:extLst>
              <a:ext uri="{FF2B5EF4-FFF2-40B4-BE49-F238E27FC236}">
                <a16:creationId xmlns:a16="http://schemas.microsoft.com/office/drawing/2014/main" id="{A9E250A9-A49D-A6F9-E0E7-26D2AE2C715C}"/>
              </a:ext>
            </a:extLst>
          </p:cNvPr>
          <p:cNvSpPr>
            <a:spLocks noGrp="1"/>
          </p:cNvSpPr>
          <p:nvPr>
            <p:ph type="ftr" sz="quarter" idx="11"/>
          </p:nvPr>
        </p:nvSpPr>
        <p:spPr/>
        <p:txBody>
          <a:bodyPr/>
          <a:lstStyle>
            <a:lvl1pPr>
              <a:defRPr>
                <a:solidFill>
                  <a:schemeClr val="tx1"/>
                </a:solidFill>
              </a:defRPr>
            </a:lvl1pPr>
          </a:lstStyle>
          <a:p>
            <a:r>
              <a:rPr lang="en-GB"/>
              <a:t>Department K-OE  |  Presentation title  |  CSD-class</a:t>
            </a:r>
          </a:p>
        </p:txBody>
      </p:sp>
      <p:sp>
        <p:nvSpPr>
          <p:cNvPr id="4" name="Date Placeholder ">
            <a:extLst>
              <a:ext uri="{FF2B5EF4-FFF2-40B4-BE49-F238E27FC236}">
                <a16:creationId xmlns:a16="http://schemas.microsoft.com/office/drawing/2014/main" id="{4261F72A-0630-CE84-E4DD-39B8209E2618}"/>
              </a:ext>
            </a:extLst>
          </p:cNvPr>
          <p:cNvSpPr>
            <a:spLocks noGrp="1"/>
          </p:cNvSpPr>
          <p:nvPr>
            <p:ph type="dt" sz="half" idx="10"/>
          </p:nvPr>
        </p:nvSpPr>
        <p:spPr/>
        <p:txBody>
          <a:bodyPr/>
          <a:lstStyle>
            <a:lvl1pPr>
              <a:defRPr>
                <a:solidFill>
                  <a:schemeClr val="tx1"/>
                </a:solidFill>
              </a:defRPr>
            </a:lvl1pPr>
          </a:lstStyle>
          <a:p>
            <a:r>
              <a:rPr lang="de-DE"/>
              <a:t>01.11.2023</a:t>
            </a:r>
            <a:endParaRPr lang="en-GB"/>
          </a:p>
        </p:txBody>
      </p:sp>
      <p:sp>
        <p:nvSpPr>
          <p:cNvPr id="6" name="Slide Number Placeholder ">
            <a:extLst>
              <a:ext uri="{FF2B5EF4-FFF2-40B4-BE49-F238E27FC236}">
                <a16:creationId xmlns:a16="http://schemas.microsoft.com/office/drawing/2014/main" id="{E085AA5B-1B83-A681-E18D-36DD3E456245}"/>
              </a:ext>
            </a:extLst>
          </p:cNvPr>
          <p:cNvSpPr>
            <a:spLocks noGrp="1"/>
          </p:cNvSpPr>
          <p:nvPr>
            <p:ph type="sldNum" sz="quarter" idx="12"/>
          </p:nvPr>
        </p:nvSpPr>
        <p:spPr/>
        <p:txBody>
          <a:bodyPr/>
          <a:lstStyle>
            <a:lvl1pPr>
              <a:defRPr>
                <a:solidFill>
                  <a:schemeClr val="tx1"/>
                </a:solidFill>
              </a:defRPr>
            </a:lvl1pPr>
          </a:lstStyle>
          <a:p>
            <a:fld id="{445898F2-00FF-CD47-84F0-CF0F3C88FCDD}" type="slidenum">
              <a:rPr lang="en-GB" smtClean="0"/>
              <a:pPr/>
              <a:t>‹#›</a:t>
            </a:fld>
            <a:endParaRPr lang="en-GB"/>
          </a:p>
        </p:txBody>
      </p:sp>
      <p:pic>
        <p:nvPicPr>
          <p:cNvPr id="14" name="Graphic 13">
            <a:extLst>
              <a:ext uri="{FF2B5EF4-FFF2-40B4-BE49-F238E27FC236}">
                <a16:creationId xmlns:a16="http://schemas.microsoft.com/office/drawing/2014/main" id="{AFD0F42F-CD04-BA5D-B92C-3A1B2B616B1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34632" y="257249"/>
            <a:ext cx="2049379" cy="289014"/>
          </a:xfrm>
          <a:prstGeom prst="rect">
            <a:avLst/>
          </a:prstGeom>
        </p:spPr>
      </p:pic>
    </p:spTree>
    <p:extLst>
      <p:ext uri="{BB962C8B-B14F-4D97-AF65-F5344CB8AC3E}">
        <p14:creationId xmlns:p14="http://schemas.microsoft.com/office/powerpoint/2010/main" val="3474987512"/>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501001-5F4C-6D0E-AF53-D9CB065F703C}"/>
              </a:ext>
            </a:extLst>
          </p:cNvPr>
          <p:cNvSpPr>
            <a:spLocks noGrp="1"/>
          </p:cNvSpPr>
          <p:nvPr>
            <p:ph type="body" idx="1" hasCustomPrompt="1"/>
          </p:nvPr>
        </p:nvSpPr>
        <p:spPr>
          <a:xfrm>
            <a:off x="407989" y="1844674"/>
            <a:ext cx="5394960" cy="741771"/>
          </a:xfrm>
        </p:spPr>
        <p:txBody>
          <a:bodyPr anchor="b"/>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Place headline here</a:t>
            </a:r>
          </a:p>
        </p:txBody>
      </p:sp>
      <p:sp>
        <p:nvSpPr>
          <p:cNvPr id="4" name="Content Placeholder 3">
            <a:extLst>
              <a:ext uri="{FF2B5EF4-FFF2-40B4-BE49-F238E27FC236}">
                <a16:creationId xmlns:a16="http://schemas.microsoft.com/office/drawing/2014/main" id="{ECA4230D-35C8-31F9-24C4-E61B0315A9F7}"/>
              </a:ext>
            </a:extLst>
          </p:cNvPr>
          <p:cNvSpPr>
            <a:spLocks noGrp="1"/>
          </p:cNvSpPr>
          <p:nvPr>
            <p:ph sz="half" idx="2"/>
          </p:nvPr>
        </p:nvSpPr>
        <p:spPr>
          <a:xfrm>
            <a:off x="407989" y="2757123"/>
            <a:ext cx="5394960" cy="369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a:extLst>
              <a:ext uri="{FF2B5EF4-FFF2-40B4-BE49-F238E27FC236}">
                <a16:creationId xmlns:a16="http://schemas.microsoft.com/office/drawing/2014/main" id="{5F94E222-AF46-D281-BD1D-3CCA084A5E40}"/>
              </a:ext>
            </a:extLst>
          </p:cNvPr>
          <p:cNvSpPr>
            <a:spLocks noGrp="1"/>
          </p:cNvSpPr>
          <p:nvPr>
            <p:ph type="body" sz="quarter" idx="3" hasCustomPrompt="1"/>
          </p:nvPr>
        </p:nvSpPr>
        <p:spPr>
          <a:xfrm>
            <a:off x="6385835" y="1844674"/>
            <a:ext cx="5398177" cy="741771"/>
          </a:xfrm>
        </p:spPr>
        <p:txBody>
          <a:bodyPr anchor="b"/>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Place headline here</a:t>
            </a:r>
          </a:p>
        </p:txBody>
      </p:sp>
      <p:sp>
        <p:nvSpPr>
          <p:cNvPr id="6" name="Content Placeholder 5">
            <a:extLst>
              <a:ext uri="{FF2B5EF4-FFF2-40B4-BE49-F238E27FC236}">
                <a16:creationId xmlns:a16="http://schemas.microsoft.com/office/drawing/2014/main" id="{68B37BCA-6B07-6C3A-12DC-ACF38E8342CC}"/>
              </a:ext>
            </a:extLst>
          </p:cNvPr>
          <p:cNvSpPr>
            <a:spLocks noGrp="1"/>
          </p:cNvSpPr>
          <p:nvPr>
            <p:ph sz="quarter" idx="4"/>
          </p:nvPr>
        </p:nvSpPr>
        <p:spPr>
          <a:xfrm>
            <a:off x="6385835" y="2757123"/>
            <a:ext cx="5398177" cy="369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a:extLst>
              <a:ext uri="{FF2B5EF4-FFF2-40B4-BE49-F238E27FC236}">
                <a16:creationId xmlns:a16="http://schemas.microsoft.com/office/drawing/2014/main" id="{5DF6DA37-CF46-8888-5F44-1E5A3761F62B}"/>
              </a:ext>
            </a:extLst>
          </p:cNvPr>
          <p:cNvSpPr>
            <a:spLocks noGrp="1"/>
          </p:cNvSpPr>
          <p:nvPr>
            <p:ph type="dt" sz="half" idx="10"/>
          </p:nvPr>
        </p:nvSpPr>
        <p:spPr/>
        <p:txBody>
          <a:bodyPr/>
          <a:lstStyle/>
          <a:p>
            <a:r>
              <a:rPr lang="de-DE"/>
              <a:t>01.11.2023</a:t>
            </a:r>
            <a:endParaRPr lang="en-GB"/>
          </a:p>
        </p:txBody>
      </p:sp>
      <p:sp>
        <p:nvSpPr>
          <p:cNvPr id="8" name="Footer Placeholder 7">
            <a:extLst>
              <a:ext uri="{FF2B5EF4-FFF2-40B4-BE49-F238E27FC236}">
                <a16:creationId xmlns:a16="http://schemas.microsoft.com/office/drawing/2014/main" id="{D9BFFF95-1972-9312-850D-CA4AF7A95E2B}"/>
              </a:ext>
            </a:extLst>
          </p:cNvPr>
          <p:cNvSpPr>
            <a:spLocks noGrp="1"/>
          </p:cNvSpPr>
          <p:nvPr>
            <p:ph type="ftr" sz="quarter" idx="11"/>
          </p:nvPr>
        </p:nvSpPr>
        <p:spPr/>
        <p:txBody>
          <a:bodyPr/>
          <a:lstStyle/>
          <a:p>
            <a:r>
              <a:rPr lang="en-GB"/>
              <a:t>Department K-OE  |  Presentation title  |  CSD-class</a:t>
            </a:r>
          </a:p>
        </p:txBody>
      </p:sp>
      <p:sp>
        <p:nvSpPr>
          <p:cNvPr id="9" name="Slide Number Placeholder 8">
            <a:extLst>
              <a:ext uri="{FF2B5EF4-FFF2-40B4-BE49-F238E27FC236}">
                <a16:creationId xmlns:a16="http://schemas.microsoft.com/office/drawing/2014/main" id="{9A57E615-2039-64A1-5583-19BF0EC1F288}"/>
              </a:ext>
            </a:extLst>
          </p:cNvPr>
          <p:cNvSpPr>
            <a:spLocks noGrp="1"/>
          </p:cNvSpPr>
          <p:nvPr>
            <p:ph type="sldNum" sz="quarter" idx="12"/>
          </p:nvPr>
        </p:nvSpPr>
        <p:spPr/>
        <p:txBody>
          <a:bodyPr/>
          <a:lstStyle/>
          <a:p>
            <a:fld id="{445898F2-00FF-CD47-84F0-CF0F3C88FCDD}" type="slidenum">
              <a:rPr lang="en-GB" smtClean="0"/>
              <a:t>‹#›</a:t>
            </a:fld>
            <a:endParaRPr lang="en-GB"/>
          </a:p>
        </p:txBody>
      </p:sp>
      <p:sp>
        <p:nvSpPr>
          <p:cNvPr id="10" name="Title 9">
            <a:extLst>
              <a:ext uri="{FF2B5EF4-FFF2-40B4-BE49-F238E27FC236}">
                <a16:creationId xmlns:a16="http://schemas.microsoft.com/office/drawing/2014/main" id="{422AC07D-EB86-7701-B3A0-95CF97FB6485}"/>
              </a:ext>
            </a:extLst>
          </p:cNvPr>
          <p:cNvSpPr>
            <a:spLocks noGrp="1"/>
          </p:cNvSpPr>
          <p:nvPr>
            <p:ph type="title" hasCustomPrompt="1"/>
          </p:nvPr>
        </p:nvSpPr>
        <p:spPr/>
        <p:txBody>
          <a:bodyPr/>
          <a:lstStyle/>
          <a:p>
            <a:r>
              <a:rPr lang="en-GB"/>
              <a:t>Headline in The Group Head Light 28pt, Deep Space Blue</a:t>
            </a:r>
            <a:endParaRPr/>
          </a:p>
        </p:txBody>
      </p:sp>
      <p:sp>
        <p:nvSpPr>
          <p:cNvPr id="11" name="Action Title">
            <a:extLst>
              <a:ext uri="{FF2B5EF4-FFF2-40B4-BE49-F238E27FC236}">
                <a16:creationId xmlns:a16="http://schemas.microsoft.com/office/drawing/2014/main" id="{E0CE2980-79CC-53F1-3E30-878FE0162A02}"/>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Tree>
    <p:extLst>
      <p:ext uri="{BB962C8B-B14F-4D97-AF65-F5344CB8AC3E}">
        <p14:creationId xmlns:p14="http://schemas.microsoft.com/office/powerpoint/2010/main" val="18420915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3 Text Boxes, Vivid Green">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4E5E5570-2155-1B2C-B171-0A3FC154AC01}"/>
              </a:ext>
            </a:extLst>
          </p:cNvPr>
          <p:cNvSpPr>
            <a:spLocks noGrp="1"/>
          </p:cNvSpPr>
          <p:nvPr>
            <p:ph type="title" hasCustomPrompt="1"/>
          </p:nvPr>
        </p:nvSpPr>
        <p:spPr>
          <a:xfrm>
            <a:off x="407988" y="623885"/>
            <a:ext cx="11376024" cy="431800"/>
          </a:xfrm>
        </p:spPr>
        <p:txBody>
          <a:bodyPr/>
          <a:lstStyle/>
          <a:p>
            <a:r>
              <a:rPr lang="en-GB"/>
              <a:t>Headline in The Group Head Light 28pt, Deep Space Blue</a:t>
            </a:r>
            <a:endParaRPr/>
          </a:p>
        </p:txBody>
      </p:sp>
      <p:sp>
        <p:nvSpPr>
          <p:cNvPr id="6" name="Action Title">
            <a:extLst>
              <a:ext uri="{FF2B5EF4-FFF2-40B4-BE49-F238E27FC236}">
                <a16:creationId xmlns:a16="http://schemas.microsoft.com/office/drawing/2014/main" id="{1940E3AB-3586-C461-1323-6542B7E6C3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ext Placeholder ">
            <a:extLst>
              <a:ext uri="{FF2B5EF4-FFF2-40B4-BE49-F238E27FC236}">
                <a16:creationId xmlns:a16="http://schemas.microsoft.com/office/drawing/2014/main" id="{A70AF889-9FE5-7A6D-1001-6558D1A63378}"/>
              </a:ext>
            </a:extLst>
          </p:cNvPr>
          <p:cNvSpPr>
            <a:spLocks noGrp="1"/>
          </p:cNvSpPr>
          <p:nvPr>
            <p:ph type="body" sz="quarter" idx="39" hasCustomPrompt="1"/>
          </p:nvPr>
        </p:nvSpPr>
        <p:spPr>
          <a:xfrm>
            <a:off x="407988" y="2225675"/>
            <a:ext cx="3600452" cy="3076575"/>
          </a:xfrm>
          <a:solidFill>
            <a:srgbClr val="E5F3F2"/>
          </a:solidFill>
        </p:spPr>
        <p:txBody>
          <a:bodyPr lIns="216000" tIns="216000" rIns="216000" bIns="216000"/>
          <a:lstStyle>
            <a:lvl1pPr>
              <a:defRPr sz="2200" b="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GB"/>
              <a:t>Place text here, use indent for next text levels</a:t>
            </a:r>
          </a:p>
          <a:p>
            <a:pPr lvl="1"/>
            <a:r>
              <a:rPr lang="en-GB"/>
              <a:t>Second level</a:t>
            </a:r>
          </a:p>
          <a:p>
            <a:pPr lvl="2"/>
            <a:r>
              <a:rPr lang="en-GB"/>
              <a:t>Third level</a:t>
            </a:r>
          </a:p>
          <a:p>
            <a:pPr lvl="3"/>
            <a:r>
              <a:rPr lang="en-GB"/>
              <a:t>Fourth level</a:t>
            </a:r>
          </a:p>
          <a:p>
            <a:pPr lvl="4"/>
            <a:r>
              <a:rPr lang="en-GB"/>
              <a:t>Fifth level</a:t>
            </a:r>
            <a:endParaRPr/>
          </a:p>
        </p:txBody>
      </p:sp>
      <p:sp>
        <p:nvSpPr>
          <p:cNvPr id="12" name="Text Placeholder ">
            <a:extLst>
              <a:ext uri="{FF2B5EF4-FFF2-40B4-BE49-F238E27FC236}">
                <a16:creationId xmlns:a16="http://schemas.microsoft.com/office/drawing/2014/main" id="{D74B1B53-6931-A3A5-F453-EE5F16401375}"/>
              </a:ext>
            </a:extLst>
          </p:cNvPr>
          <p:cNvSpPr>
            <a:spLocks noGrp="1"/>
          </p:cNvSpPr>
          <p:nvPr>
            <p:ph type="body" sz="quarter" idx="40" hasCustomPrompt="1"/>
          </p:nvPr>
        </p:nvSpPr>
        <p:spPr>
          <a:xfrm>
            <a:off x="4295774" y="2225675"/>
            <a:ext cx="3600452" cy="3076575"/>
          </a:xfrm>
          <a:solidFill>
            <a:srgbClr val="E5F3F2"/>
          </a:solidFill>
        </p:spPr>
        <p:txBody>
          <a:bodyPr lIns="216000" tIns="216000" rIns="216000" bIns="216000"/>
          <a:lstStyle>
            <a:lvl1pPr>
              <a:defRPr sz="2200" b="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GB"/>
              <a:t>Place text here, use indent for next text levels</a:t>
            </a:r>
          </a:p>
          <a:p>
            <a:pPr lvl="1"/>
            <a:r>
              <a:rPr lang="en-GB"/>
              <a:t>Second level</a:t>
            </a:r>
          </a:p>
          <a:p>
            <a:pPr lvl="2"/>
            <a:r>
              <a:rPr lang="en-GB"/>
              <a:t>Third level</a:t>
            </a:r>
          </a:p>
          <a:p>
            <a:pPr lvl="3"/>
            <a:r>
              <a:rPr lang="en-GB"/>
              <a:t>Fourth level</a:t>
            </a:r>
          </a:p>
          <a:p>
            <a:pPr lvl="4"/>
            <a:r>
              <a:rPr lang="en-GB"/>
              <a:t>Fifth level</a:t>
            </a:r>
            <a:endParaRPr/>
          </a:p>
        </p:txBody>
      </p:sp>
      <p:sp>
        <p:nvSpPr>
          <p:cNvPr id="13" name="Text Placeholder ">
            <a:extLst>
              <a:ext uri="{FF2B5EF4-FFF2-40B4-BE49-F238E27FC236}">
                <a16:creationId xmlns:a16="http://schemas.microsoft.com/office/drawing/2014/main" id="{F861A2CC-97DE-776D-B55C-DCF0BB9AC794}"/>
              </a:ext>
            </a:extLst>
          </p:cNvPr>
          <p:cNvSpPr>
            <a:spLocks noGrp="1"/>
          </p:cNvSpPr>
          <p:nvPr>
            <p:ph type="body" sz="quarter" idx="41" hasCustomPrompt="1"/>
          </p:nvPr>
        </p:nvSpPr>
        <p:spPr>
          <a:xfrm>
            <a:off x="8183560" y="2225675"/>
            <a:ext cx="3600452" cy="3076575"/>
          </a:xfrm>
          <a:solidFill>
            <a:srgbClr val="E5F3F2"/>
          </a:solidFill>
        </p:spPr>
        <p:txBody>
          <a:bodyPr lIns="216000" tIns="216000" rIns="216000" bIns="216000"/>
          <a:lstStyle>
            <a:lvl1pPr>
              <a:defRPr sz="2200" b="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GB"/>
              <a:t>Place text here, use indent for next text levels</a:t>
            </a:r>
          </a:p>
          <a:p>
            <a:pPr lvl="1"/>
            <a:r>
              <a:rPr lang="en-GB"/>
              <a:t>Second level</a:t>
            </a:r>
          </a:p>
          <a:p>
            <a:pPr lvl="2"/>
            <a:r>
              <a:rPr lang="en-GB"/>
              <a:t>Third level</a:t>
            </a:r>
          </a:p>
          <a:p>
            <a:pPr lvl="3"/>
            <a:r>
              <a:rPr lang="en-GB"/>
              <a:t>Fourth level</a:t>
            </a:r>
          </a:p>
          <a:p>
            <a:pPr lvl="4"/>
            <a:r>
              <a:rPr lang="en-GB"/>
              <a:t>Fifth level</a:t>
            </a:r>
            <a:endParaRPr/>
          </a:p>
        </p:txBody>
      </p:sp>
      <p:sp>
        <p:nvSpPr>
          <p:cNvPr id="8" name="Footer Placeholder ">
            <a:extLst>
              <a:ext uri="{FF2B5EF4-FFF2-40B4-BE49-F238E27FC236}">
                <a16:creationId xmlns:a16="http://schemas.microsoft.com/office/drawing/2014/main" id="{05415EB4-79FA-1E18-AABD-BC3A2B78C855}"/>
              </a:ext>
            </a:extLst>
          </p:cNvPr>
          <p:cNvSpPr>
            <a:spLocks noGrp="1"/>
          </p:cNvSpPr>
          <p:nvPr>
            <p:ph type="ftr" sz="quarter" idx="16"/>
          </p:nvPr>
        </p:nvSpPr>
        <p:spPr/>
        <p:txBody>
          <a:bodyPr/>
          <a:lstStyle/>
          <a:p>
            <a:r>
              <a:rPr lang="en-GB"/>
              <a:t>Department K-OE  |  Presentation title  |  CSD-class</a:t>
            </a:r>
          </a:p>
        </p:txBody>
      </p:sp>
      <p:sp>
        <p:nvSpPr>
          <p:cNvPr id="7" name="Date Placeholder ">
            <a:extLst>
              <a:ext uri="{FF2B5EF4-FFF2-40B4-BE49-F238E27FC236}">
                <a16:creationId xmlns:a16="http://schemas.microsoft.com/office/drawing/2014/main" id="{AF056D49-7F1A-DE55-82B0-F1A9E6B26AD7}"/>
              </a:ext>
            </a:extLst>
          </p:cNvPr>
          <p:cNvSpPr>
            <a:spLocks noGrp="1"/>
          </p:cNvSpPr>
          <p:nvPr>
            <p:ph type="dt" sz="half" idx="15"/>
          </p:nvPr>
        </p:nvSpPr>
        <p:spPr/>
        <p:txBody>
          <a:bodyPr/>
          <a:lstStyle/>
          <a:p>
            <a:r>
              <a:rPr lang="de-DE"/>
              <a:t>01.11.2023</a:t>
            </a:r>
            <a:endParaRPr lang="en-GB"/>
          </a:p>
        </p:txBody>
      </p:sp>
      <p:sp>
        <p:nvSpPr>
          <p:cNvPr id="9" name="Slide Number Placeholder">
            <a:extLst>
              <a:ext uri="{FF2B5EF4-FFF2-40B4-BE49-F238E27FC236}">
                <a16:creationId xmlns:a16="http://schemas.microsoft.com/office/drawing/2014/main" id="{824CBAC6-7084-0110-F57E-D6D4661086F4}"/>
              </a:ext>
            </a:extLst>
          </p:cNvPr>
          <p:cNvSpPr>
            <a:spLocks noGrp="1"/>
          </p:cNvSpPr>
          <p:nvPr>
            <p:ph type="sldNum" sz="quarter" idx="17"/>
          </p:nvPr>
        </p:nvSpPr>
        <p:spPr/>
        <p:txBody>
          <a:bodyPr/>
          <a:lstStyle/>
          <a:p>
            <a:fld id="{445898F2-00FF-CD47-84F0-CF0F3C88FCDD}" type="slidenum">
              <a:rPr lang="en-GB" smtClean="0"/>
              <a:pPr/>
              <a:t>‹#›</a:t>
            </a:fld>
            <a:endParaRPr lang="en-GB"/>
          </a:p>
        </p:txBody>
      </p:sp>
    </p:spTree>
    <p:extLst>
      <p:ext uri="{BB962C8B-B14F-4D97-AF65-F5344CB8AC3E}">
        <p14:creationId xmlns:p14="http://schemas.microsoft.com/office/powerpoint/2010/main" val="31347706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3 Text Boxes, Deep Space Blu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4E5E5570-2155-1B2C-B171-0A3FC154AC01}"/>
              </a:ext>
            </a:extLst>
          </p:cNvPr>
          <p:cNvSpPr>
            <a:spLocks noGrp="1"/>
          </p:cNvSpPr>
          <p:nvPr>
            <p:ph type="title" hasCustomPrompt="1"/>
          </p:nvPr>
        </p:nvSpPr>
        <p:spPr>
          <a:xfrm>
            <a:off x="407988" y="623885"/>
            <a:ext cx="11376024" cy="431800"/>
          </a:xfrm>
        </p:spPr>
        <p:txBody>
          <a:bodyPr/>
          <a:lstStyle/>
          <a:p>
            <a:r>
              <a:rPr lang="en-GB"/>
              <a:t>Headline in The Group Head Light 28pt, Deep Space Blue</a:t>
            </a:r>
            <a:endParaRPr/>
          </a:p>
        </p:txBody>
      </p:sp>
      <p:sp>
        <p:nvSpPr>
          <p:cNvPr id="6" name="Action Title">
            <a:extLst>
              <a:ext uri="{FF2B5EF4-FFF2-40B4-BE49-F238E27FC236}">
                <a16:creationId xmlns:a16="http://schemas.microsoft.com/office/drawing/2014/main" id="{1940E3AB-3586-C461-1323-6542B7E6C38B}"/>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ext Placeholder ">
            <a:extLst>
              <a:ext uri="{FF2B5EF4-FFF2-40B4-BE49-F238E27FC236}">
                <a16:creationId xmlns:a16="http://schemas.microsoft.com/office/drawing/2014/main" id="{A70AF889-9FE5-7A6D-1001-6558D1A63378}"/>
              </a:ext>
            </a:extLst>
          </p:cNvPr>
          <p:cNvSpPr>
            <a:spLocks noGrp="1"/>
          </p:cNvSpPr>
          <p:nvPr>
            <p:ph type="body" sz="quarter" idx="39" hasCustomPrompt="1"/>
          </p:nvPr>
        </p:nvSpPr>
        <p:spPr>
          <a:xfrm>
            <a:off x="407988" y="2225675"/>
            <a:ext cx="3600452" cy="3076575"/>
          </a:xfrm>
          <a:solidFill>
            <a:srgbClr val="E5E9EB"/>
          </a:solidFill>
        </p:spPr>
        <p:txBody>
          <a:bodyPr lIns="216000" tIns="216000" rIns="216000" bIns="216000"/>
          <a:lstStyle>
            <a:lvl1pPr>
              <a:defRPr sz="2200" b="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GB"/>
              <a:t>Place text here, use indent for next text levels</a:t>
            </a:r>
          </a:p>
          <a:p>
            <a:pPr lvl="1"/>
            <a:r>
              <a:rPr lang="en-GB"/>
              <a:t>Second level</a:t>
            </a:r>
          </a:p>
          <a:p>
            <a:pPr lvl="2"/>
            <a:r>
              <a:rPr lang="en-GB"/>
              <a:t>Third level</a:t>
            </a:r>
          </a:p>
          <a:p>
            <a:pPr lvl="3"/>
            <a:r>
              <a:rPr lang="en-GB"/>
              <a:t>Fourth level</a:t>
            </a:r>
          </a:p>
          <a:p>
            <a:pPr lvl="4"/>
            <a:r>
              <a:rPr lang="en-GB"/>
              <a:t>Fifth level</a:t>
            </a:r>
            <a:endParaRPr/>
          </a:p>
        </p:txBody>
      </p:sp>
      <p:sp>
        <p:nvSpPr>
          <p:cNvPr id="12" name="Text Placeholder ">
            <a:extLst>
              <a:ext uri="{FF2B5EF4-FFF2-40B4-BE49-F238E27FC236}">
                <a16:creationId xmlns:a16="http://schemas.microsoft.com/office/drawing/2014/main" id="{D74B1B53-6931-A3A5-F453-EE5F16401375}"/>
              </a:ext>
            </a:extLst>
          </p:cNvPr>
          <p:cNvSpPr>
            <a:spLocks noGrp="1"/>
          </p:cNvSpPr>
          <p:nvPr>
            <p:ph type="body" sz="quarter" idx="40" hasCustomPrompt="1"/>
          </p:nvPr>
        </p:nvSpPr>
        <p:spPr>
          <a:xfrm>
            <a:off x="4295774" y="2225675"/>
            <a:ext cx="3600452" cy="3076575"/>
          </a:xfrm>
          <a:solidFill>
            <a:srgbClr val="E5E9EB"/>
          </a:solidFill>
        </p:spPr>
        <p:txBody>
          <a:bodyPr lIns="216000" tIns="216000" rIns="216000" bIns="216000"/>
          <a:lstStyle>
            <a:lvl1pPr>
              <a:defRPr sz="2200" b="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GB"/>
              <a:t>Place text here, use indent for next text levels</a:t>
            </a:r>
          </a:p>
          <a:p>
            <a:pPr lvl="1"/>
            <a:r>
              <a:rPr lang="en-GB"/>
              <a:t>Second level</a:t>
            </a:r>
          </a:p>
          <a:p>
            <a:pPr lvl="2"/>
            <a:r>
              <a:rPr lang="en-GB"/>
              <a:t>Third level</a:t>
            </a:r>
          </a:p>
          <a:p>
            <a:pPr lvl="3"/>
            <a:r>
              <a:rPr lang="en-GB"/>
              <a:t>Fourth level</a:t>
            </a:r>
          </a:p>
          <a:p>
            <a:pPr lvl="4"/>
            <a:r>
              <a:rPr lang="en-GB"/>
              <a:t>Fifth level</a:t>
            </a:r>
            <a:endParaRPr/>
          </a:p>
        </p:txBody>
      </p:sp>
      <p:sp>
        <p:nvSpPr>
          <p:cNvPr id="13" name="Text Placeholder ">
            <a:extLst>
              <a:ext uri="{FF2B5EF4-FFF2-40B4-BE49-F238E27FC236}">
                <a16:creationId xmlns:a16="http://schemas.microsoft.com/office/drawing/2014/main" id="{F861A2CC-97DE-776D-B55C-DCF0BB9AC794}"/>
              </a:ext>
            </a:extLst>
          </p:cNvPr>
          <p:cNvSpPr>
            <a:spLocks noGrp="1"/>
          </p:cNvSpPr>
          <p:nvPr>
            <p:ph type="body" sz="quarter" idx="41" hasCustomPrompt="1"/>
          </p:nvPr>
        </p:nvSpPr>
        <p:spPr>
          <a:xfrm>
            <a:off x="8183560" y="2225675"/>
            <a:ext cx="3600452" cy="3076575"/>
          </a:xfrm>
          <a:solidFill>
            <a:srgbClr val="E5E9EB"/>
          </a:solidFill>
        </p:spPr>
        <p:txBody>
          <a:bodyPr lIns="216000" tIns="216000" rIns="216000" bIns="216000"/>
          <a:lstStyle>
            <a:lvl1pPr>
              <a:defRPr sz="2200" b="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a:defRPr sz="1200">
                <a:solidFill>
                  <a:schemeClr val="tx2"/>
                </a:solidFill>
              </a:defRPr>
            </a:lvl5pPr>
          </a:lstStyle>
          <a:p>
            <a:pPr lvl="0"/>
            <a:r>
              <a:rPr lang="en-GB"/>
              <a:t>Place text here, use indent for next text levels</a:t>
            </a:r>
          </a:p>
          <a:p>
            <a:pPr lvl="1"/>
            <a:r>
              <a:rPr lang="en-GB"/>
              <a:t>Second level</a:t>
            </a:r>
          </a:p>
          <a:p>
            <a:pPr lvl="2"/>
            <a:r>
              <a:rPr lang="en-GB"/>
              <a:t>Third level</a:t>
            </a:r>
          </a:p>
          <a:p>
            <a:pPr lvl="3"/>
            <a:r>
              <a:rPr lang="en-GB"/>
              <a:t>Fourth level</a:t>
            </a:r>
          </a:p>
          <a:p>
            <a:pPr lvl="4"/>
            <a:r>
              <a:rPr lang="en-GB"/>
              <a:t>Fifth level</a:t>
            </a:r>
            <a:endParaRPr/>
          </a:p>
        </p:txBody>
      </p:sp>
      <p:sp>
        <p:nvSpPr>
          <p:cNvPr id="8" name="Footer Placeholder ">
            <a:extLst>
              <a:ext uri="{FF2B5EF4-FFF2-40B4-BE49-F238E27FC236}">
                <a16:creationId xmlns:a16="http://schemas.microsoft.com/office/drawing/2014/main" id="{05415EB4-79FA-1E18-AABD-BC3A2B78C855}"/>
              </a:ext>
            </a:extLst>
          </p:cNvPr>
          <p:cNvSpPr>
            <a:spLocks noGrp="1"/>
          </p:cNvSpPr>
          <p:nvPr>
            <p:ph type="ftr" sz="quarter" idx="16"/>
          </p:nvPr>
        </p:nvSpPr>
        <p:spPr/>
        <p:txBody>
          <a:bodyPr/>
          <a:lstStyle/>
          <a:p>
            <a:r>
              <a:rPr lang="en-GB"/>
              <a:t>Department K-OE  |  Presentation title  |  CSD-class</a:t>
            </a:r>
          </a:p>
        </p:txBody>
      </p:sp>
      <p:sp>
        <p:nvSpPr>
          <p:cNvPr id="7" name="Date Placeholder ">
            <a:extLst>
              <a:ext uri="{FF2B5EF4-FFF2-40B4-BE49-F238E27FC236}">
                <a16:creationId xmlns:a16="http://schemas.microsoft.com/office/drawing/2014/main" id="{AF056D49-7F1A-DE55-82B0-F1A9E6B26AD7}"/>
              </a:ext>
            </a:extLst>
          </p:cNvPr>
          <p:cNvSpPr>
            <a:spLocks noGrp="1"/>
          </p:cNvSpPr>
          <p:nvPr>
            <p:ph type="dt" sz="half" idx="15"/>
          </p:nvPr>
        </p:nvSpPr>
        <p:spPr/>
        <p:txBody>
          <a:bodyPr/>
          <a:lstStyle/>
          <a:p>
            <a:r>
              <a:rPr lang="de-DE"/>
              <a:t>01.11.2023</a:t>
            </a:r>
            <a:endParaRPr lang="en-GB"/>
          </a:p>
        </p:txBody>
      </p:sp>
      <p:sp>
        <p:nvSpPr>
          <p:cNvPr id="9" name="Slide Number Placeholder">
            <a:extLst>
              <a:ext uri="{FF2B5EF4-FFF2-40B4-BE49-F238E27FC236}">
                <a16:creationId xmlns:a16="http://schemas.microsoft.com/office/drawing/2014/main" id="{824CBAC6-7084-0110-F57E-D6D4661086F4}"/>
              </a:ext>
            </a:extLst>
          </p:cNvPr>
          <p:cNvSpPr>
            <a:spLocks noGrp="1"/>
          </p:cNvSpPr>
          <p:nvPr>
            <p:ph type="sldNum" sz="quarter" idx="17"/>
          </p:nvPr>
        </p:nvSpPr>
        <p:spPr/>
        <p:txBody>
          <a:bodyPr/>
          <a:lstStyle/>
          <a:p>
            <a:fld id="{445898F2-00FF-CD47-84F0-CF0F3C88FCDD}" type="slidenum">
              <a:rPr lang="en-GB" smtClean="0"/>
              <a:pPr/>
              <a:t>‹#›</a:t>
            </a:fld>
            <a:endParaRPr lang="en-GB"/>
          </a:p>
        </p:txBody>
      </p:sp>
    </p:spTree>
    <p:extLst>
      <p:ext uri="{BB962C8B-B14F-4D97-AF65-F5344CB8AC3E}">
        <p14:creationId xmlns:p14="http://schemas.microsoft.com/office/powerpoint/2010/main" val="37496103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2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de-DE" noProof="0"/>
              <a:t>01.11.2023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389048" y="4509715"/>
            <a:ext cx="539496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6" name="Bildplatzhalter 7">
            <a:extLst>
              <a:ext uri="{FF2B5EF4-FFF2-40B4-BE49-F238E27FC236}">
                <a16:creationId xmlns:a16="http://schemas.microsoft.com/office/drawing/2014/main" id="{1C754C6E-C986-8DDF-55E3-A38F42D531B9}"/>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E1C3B0FF-1B24-35F0-7304-A842261F1AE7}"/>
              </a:ext>
            </a:extLst>
          </p:cNvPr>
          <p:cNvSpPr>
            <a:spLocks noGrp="1"/>
          </p:cNvSpPr>
          <p:nvPr>
            <p:ph type="pic" sz="quarter" idx="18" hasCustomPrompt="1"/>
          </p:nvPr>
        </p:nvSpPr>
        <p:spPr bwMode="auto">
          <a:xfrm>
            <a:off x="638904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9" name="Textplatzhalter 8">
            <a:extLst>
              <a:ext uri="{FF2B5EF4-FFF2-40B4-BE49-F238E27FC236}">
                <a16:creationId xmlns:a16="http://schemas.microsoft.com/office/drawing/2014/main" id="{90AD2F9C-5072-2089-CA7D-3458D36CCFC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1" name="Title 6">
            <a:extLst>
              <a:ext uri="{FF2B5EF4-FFF2-40B4-BE49-F238E27FC236}">
                <a16:creationId xmlns:a16="http://schemas.microsoft.com/office/drawing/2014/main" id="{884A0B0E-F6D8-2CAC-F84E-4F1698368521}"/>
              </a:ext>
            </a:extLst>
          </p:cNvPr>
          <p:cNvSpPr>
            <a:spLocks noGrp="1"/>
          </p:cNvSpPr>
          <p:nvPr>
            <p:ph type="title" hasCustomPrompt="1"/>
          </p:nvPr>
        </p:nvSpPr>
        <p:spPr bwMode="auto">
          <a:xfrm>
            <a:off x="407987" y="621792"/>
            <a:ext cx="11376021" cy="387798"/>
          </a:xfrm>
        </p:spPr>
        <p:txBody>
          <a:bodyPr anchor="b"/>
          <a:lstStyle/>
          <a:p>
            <a:r>
              <a:rPr lang="en-US"/>
              <a:t>Headline in The Group Head Light 28pt, Deep Space Blue</a:t>
            </a:r>
            <a:endParaRPr lang="en-IN"/>
          </a:p>
        </p:txBody>
      </p:sp>
    </p:spTree>
    <p:extLst>
      <p:ext uri="{BB962C8B-B14F-4D97-AF65-F5344CB8AC3E}">
        <p14:creationId xmlns:p14="http://schemas.microsoft.com/office/powerpoint/2010/main" val="16335087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3x images and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de-DE" noProof="0"/>
              <a:t>01.11.2023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0798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433577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8263568" y="1844822"/>
            <a:ext cx="3520440" cy="2313432"/>
          </a:xfrm>
          <a:prstGeom prst="rect">
            <a:avLst/>
          </a:prstGeom>
          <a:solidFill>
            <a:srgbClr val="D9DFE0"/>
          </a:solidFill>
        </p:spPr>
        <p:txBody>
          <a:bodyPr lIns="0" rIns="0"/>
          <a:lstStyle>
            <a:lvl1pPr>
              <a:spcBef>
                <a:spcPts val="0"/>
              </a:spcBef>
              <a:defRPr b="0"/>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4337383"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8263568" y="4509715"/>
            <a:ext cx="3520440" cy="1943473"/>
          </a:xfrm>
        </p:spPr>
        <p:txBody>
          <a:bodyPr lIns="0" rIns="0"/>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2" name="Textplatzhalter 8">
            <a:extLst>
              <a:ext uri="{FF2B5EF4-FFF2-40B4-BE49-F238E27FC236}">
                <a16:creationId xmlns:a16="http://schemas.microsoft.com/office/drawing/2014/main" id="{B3720269-25E9-8B8D-F135-7E5CA52290DE}"/>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3" name="Title 6">
            <a:extLst>
              <a:ext uri="{FF2B5EF4-FFF2-40B4-BE49-F238E27FC236}">
                <a16:creationId xmlns:a16="http://schemas.microsoft.com/office/drawing/2014/main" id="{B418580F-E9BC-B6CD-A812-478CEF626F95}"/>
              </a:ext>
            </a:extLst>
          </p:cNvPr>
          <p:cNvSpPr>
            <a:spLocks noGrp="1"/>
          </p:cNvSpPr>
          <p:nvPr>
            <p:ph type="title" hasCustomPrompt="1"/>
          </p:nvPr>
        </p:nvSpPr>
        <p:spPr bwMode="auto">
          <a:xfrm>
            <a:off x="407987" y="621792"/>
            <a:ext cx="11376021" cy="387798"/>
          </a:xfrm>
        </p:spPr>
        <p:txBody>
          <a:bodyPr anchor="b"/>
          <a:lstStyle/>
          <a:p>
            <a:r>
              <a:rPr lang="en-US"/>
              <a:t>Headline in The Group Head Light 28pt, Deep Space Blue</a:t>
            </a:r>
            <a:endParaRPr lang="en-IN"/>
          </a:p>
        </p:txBody>
      </p:sp>
    </p:spTree>
    <p:extLst>
      <p:ext uri="{BB962C8B-B14F-4D97-AF65-F5344CB8AC3E}">
        <p14:creationId xmlns:p14="http://schemas.microsoft.com/office/powerpoint/2010/main" val="12613064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4x images and text Deep Space Blue">
    <p:bg>
      <p:bgPr>
        <a:solidFill>
          <a:schemeClr val="accent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de-DE" noProof="0" dirty="0"/>
              <a:t>01.11.2023</a:t>
            </a:r>
            <a:endParaRPr lang="en-US" noProof="0" dirty="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a:t>
            </a:fld>
            <a:endParaRPr lang="en-US" noProof="0" dirty="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11199" y="3879895"/>
            <a:ext cx="2560320"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9" name="Bildplatzhalter 7">
            <a:extLst>
              <a:ext uri="{FF2B5EF4-FFF2-40B4-BE49-F238E27FC236}">
                <a16:creationId xmlns:a16="http://schemas.microsoft.com/office/drawing/2014/main" id="{11FDCE06-A2F5-C6E7-F103-5738ABDE6E53}"/>
              </a:ext>
            </a:extLst>
          </p:cNvPr>
          <p:cNvSpPr>
            <a:spLocks noGrp="1"/>
          </p:cNvSpPr>
          <p:nvPr>
            <p:ph type="pic" sz="quarter" idx="17" hasCustomPrompt="1"/>
          </p:nvPr>
        </p:nvSpPr>
        <p:spPr bwMode="auto">
          <a:xfrm>
            <a:off x="41119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0" name="Bildplatzhalter 7">
            <a:extLst>
              <a:ext uri="{FF2B5EF4-FFF2-40B4-BE49-F238E27FC236}">
                <a16:creationId xmlns:a16="http://schemas.microsoft.com/office/drawing/2014/main" id="{3505615C-5E11-7598-CD0B-ABEACD038B8A}"/>
              </a:ext>
            </a:extLst>
          </p:cNvPr>
          <p:cNvSpPr>
            <a:spLocks noGrp="1"/>
          </p:cNvSpPr>
          <p:nvPr>
            <p:ph type="pic" sz="quarter" idx="18" hasCustomPrompt="1"/>
          </p:nvPr>
        </p:nvSpPr>
        <p:spPr bwMode="auto">
          <a:xfrm>
            <a:off x="3351743"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1" name="Bildplatzhalter 7">
            <a:extLst>
              <a:ext uri="{FF2B5EF4-FFF2-40B4-BE49-F238E27FC236}">
                <a16:creationId xmlns:a16="http://schemas.microsoft.com/office/drawing/2014/main" id="{00161EB8-4BF8-5553-DF4E-DB333F101B4E}"/>
              </a:ext>
            </a:extLst>
          </p:cNvPr>
          <p:cNvSpPr>
            <a:spLocks noGrp="1"/>
          </p:cNvSpPr>
          <p:nvPr>
            <p:ph type="pic" sz="quarter" idx="19" hasCustomPrompt="1"/>
          </p:nvPr>
        </p:nvSpPr>
        <p:spPr bwMode="auto">
          <a:xfrm>
            <a:off x="6292288"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12" name="Bildplatzhalter 7">
            <a:extLst>
              <a:ext uri="{FF2B5EF4-FFF2-40B4-BE49-F238E27FC236}">
                <a16:creationId xmlns:a16="http://schemas.microsoft.com/office/drawing/2014/main" id="{08666E51-3E00-8381-A7D1-65D1B1330873}"/>
              </a:ext>
            </a:extLst>
          </p:cNvPr>
          <p:cNvSpPr>
            <a:spLocks noGrp="1"/>
          </p:cNvSpPr>
          <p:nvPr>
            <p:ph type="pic" sz="quarter" idx="20" hasCustomPrompt="1"/>
          </p:nvPr>
        </p:nvSpPr>
        <p:spPr bwMode="auto">
          <a:xfrm>
            <a:off x="9232832" y="1844675"/>
            <a:ext cx="2551176" cy="1749600"/>
          </a:xfrm>
          <a:prstGeom prst="rect">
            <a:avLst/>
          </a:prstGeom>
          <a:solidFill>
            <a:srgbClr val="D9DFE0"/>
          </a:solidFill>
        </p:spPr>
        <p:txBody>
          <a:bodyPr lIns="0" rIns="0"/>
          <a:lstStyle>
            <a:lvl1pPr>
              <a:spcBef>
                <a:spcPts val="0"/>
              </a:spcBef>
              <a:defRPr b="0">
                <a:solidFill>
                  <a:srgbClr val="002733"/>
                </a:solidFill>
              </a:defRPr>
            </a:lvl1pPr>
          </a:lstStyle>
          <a:p>
            <a:r>
              <a:rPr lang="en-US" noProof="0"/>
              <a:t>Add image by clicking on icon</a:t>
            </a:r>
          </a:p>
        </p:txBody>
      </p:sp>
      <p:sp>
        <p:nvSpPr>
          <p:cNvPr id="6" name="Textplatzhalter 6">
            <a:extLst>
              <a:ext uri="{FF2B5EF4-FFF2-40B4-BE49-F238E27FC236}">
                <a16:creationId xmlns:a16="http://schemas.microsoft.com/office/drawing/2014/main" id="{C439D9F1-462D-CED6-E91C-756987D65FCF}"/>
              </a:ext>
            </a:extLst>
          </p:cNvPr>
          <p:cNvSpPr>
            <a:spLocks noGrp="1"/>
          </p:cNvSpPr>
          <p:nvPr>
            <p:ph type="body" sz="quarter" idx="21" hasCustomPrompt="1"/>
          </p:nvPr>
        </p:nvSpPr>
        <p:spPr bwMode="auto">
          <a:xfrm>
            <a:off x="3357839"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8" name="Textplatzhalter 6">
            <a:extLst>
              <a:ext uri="{FF2B5EF4-FFF2-40B4-BE49-F238E27FC236}">
                <a16:creationId xmlns:a16="http://schemas.microsoft.com/office/drawing/2014/main" id="{AA1DDFA4-3D43-CD41-5F1A-71ECB83AAB53}"/>
              </a:ext>
            </a:extLst>
          </p:cNvPr>
          <p:cNvSpPr>
            <a:spLocks noGrp="1"/>
          </p:cNvSpPr>
          <p:nvPr>
            <p:ph type="body" sz="quarter" idx="22" hasCustomPrompt="1"/>
          </p:nvPr>
        </p:nvSpPr>
        <p:spPr bwMode="auto">
          <a:xfrm>
            <a:off x="6295335"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3" name="Textplatzhalter 6">
            <a:extLst>
              <a:ext uri="{FF2B5EF4-FFF2-40B4-BE49-F238E27FC236}">
                <a16:creationId xmlns:a16="http://schemas.microsoft.com/office/drawing/2014/main" id="{F43021D9-F64C-F261-B4FF-D1B5258BB690}"/>
              </a:ext>
            </a:extLst>
          </p:cNvPr>
          <p:cNvSpPr>
            <a:spLocks noGrp="1"/>
          </p:cNvSpPr>
          <p:nvPr>
            <p:ph type="body" sz="quarter" idx="23" hasCustomPrompt="1"/>
          </p:nvPr>
        </p:nvSpPr>
        <p:spPr bwMode="auto">
          <a:xfrm>
            <a:off x="9232832" y="3879895"/>
            <a:ext cx="2551176" cy="1863768"/>
          </a:xfrm>
        </p:spPr>
        <p:txBody>
          <a:bodyPr lIns="0" rIns="0"/>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endParaRPr lang="en-US" noProof="0"/>
          </a:p>
        </p:txBody>
      </p:sp>
      <p:sp>
        <p:nvSpPr>
          <p:cNvPr id="15" name="Textplatzhalter 8">
            <a:extLst>
              <a:ext uri="{FF2B5EF4-FFF2-40B4-BE49-F238E27FC236}">
                <a16:creationId xmlns:a16="http://schemas.microsoft.com/office/drawing/2014/main" id="{DC75944D-18E3-54DB-F4F8-3EC99B2FE7B1}"/>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tx1"/>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White</a:t>
            </a:r>
          </a:p>
        </p:txBody>
      </p:sp>
      <p:sp>
        <p:nvSpPr>
          <p:cNvPr id="16" name="Title 6">
            <a:extLst>
              <a:ext uri="{FF2B5EF4-FFF2-40B4-BE49-F238E27FC236}">
                <a16:creationId xmlns:a16="http://schemas.microsoft.com/office/drawing/2014/main" id="{C73AAF5E-BC34-CBE9-1E80-B74CB39CDF52}"/>
              </a:ext>
            </a:extLst>
          </p:cNvPr>
          <p:cNvSpPr>
            <a:spLocks noGrp="1"/>
          </p:cNvSpPr>
          <p:nvPr>
            <p:ph type="title" hasCustomPrompt="1"/>
          </p:nvPr>
        </p:nvSpPr>
        <p:spPr bwMode="auto">
          <a:xfrm>
            <a:off x="407987" y="621792"/>
            <a:ext cx="11376021" cy="387798"/>
          </a:xfrm>
        </p:spPr>
        <p:txBody>
          <a:bodyPr anchor="b"/>
          <a:lstStyle>
            <a:lvl1pPr>
              <a:defRPr>
                <a:solidFill>
                  <a:schemeClr val="tx1"/>
                </a:solidFill>
              </a:defRPr>
            </a:lvl1pPr>
          </a:lstStyle>
          <a:p>
            <a:r>
              <a:rPr lang="en-US"/>
              <a:t>Headline in The Group Head Light 28pt, White</a:t>
            </a:r>
            <a:endParaRPr lang="en-IN"/>
          </a:p>
        </p:txBody>
      </p:sp>
      <p:pic>
        <p:nvPicPr>
          <p:cNvPr id="14" name="Graphic 13">
            <a:extLst>
              <a:ext uri="{FF2B5EF4-FFF2-40B4-BE49-F238E27FC236}">
                <a16:creationId xmlns:a16="http://schemas.microsoft.com/office/drawing/2014/main" id="{7CDBC403-5A13-0C27-2E2B-732E3D7FE46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34632" y="257249"/>
            <a:ext cx="2049379" cy="289014"/>
          </a:xfrm>
          <a:prstGeom prst="rect">
            <a:avLst/>
          </a:prstGeom>
        </p:spPr>
      </p:pic>
    </p:spTree>
    <p:extLst>
      <p:ext uri="{BB962C8B-B14F-4D97-AF65-F5344CB8AC3E}">
        <p14:creationId xmlns:p14="http://schemas.microsoft.com/office/powerpoint/2010/main" val="11444977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hart with Captio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de-DE" noProof="0"/>
              <a:t>01.11.2023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a:t>
            </a:fld>
            <a:endParaRPr lang="en-US" noProof="0"/>
          </a:p>
        </p:txBody>
      </p:sp>
      <p:sp>
        <p:nvSpPr>
          <p:cNvPr id="7" name="Textplatzhalter 6">
            <a:extLst>
              <a:ext uri="{FF2B5EF4-FFF2-40B4-BE49-F238E27FC236}">
                <a16:creationId xmlns:a16="http://schemas.microsoft.com/office/drawing/2014/main" id="{8B497EC5-92CE-DAA6-CBA9-E2B3BA2C5431}"/>
              </a:ext>
            </a:extLst>
          </p:cNvPr>
          <p:cNvSpPr>
            <a:spLocks noGrp="1"/>
          </p:cNvSpPr>
          <p:nvPr>
            <p:ph type="body" sz="quarter" idx="13" hasCustomPrompt="1"/>
          </p:nvPr>
        </p:nvSpPr>
        <p:spPr bwMode="auto">
          <a:xfrm>
            <a:off x="406800" y="1848473"/>
            <a:ext cx="5544739" cy="1143903"/>
          </a:xfrm>
        </p:spPr>
        <p:txBody>
          <a:bodyPr bIns="0" anchor="t" anchorCtr="0">
            <a:sp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stStyle>
          <a:p>
            <a:pPr lvl="0"/>
            <a:r>
              <a:rPr lang="en-US" noProof="0"/>
              <a:t>Click to edit text</a:t>
            </a:r>
          </a:p>
          <a:p>
            <a:pPr lvl="1"/>
            <a:r>
              <a:rPr lang="en-US" noProof="0"/>
              <a:t>Second level</a:t>
            </a:r>
          </a:p>
          <a:p>
            <a:pPr lvl="2"/>
            <a:r>
              <a:rPr lang="en-US" noProof="0"/>
              <a:t>Third level</a:t>
            </a:r>
          </a:p>
          <a:p>
            <a:pPr lvl="3"/>
            <a:r>
              <a:rPr lang="en-US" noProof="0"/>
              <a:t>Fourth level</a:t>
            </a:r>
          </a:p>
        </p:txBody>
      </p:sp>
      <p:sp>
        <p:nvSpPr>
          <p:cNvPr id="6" name="Textplatzhalter 2">
            <a:extLst>
              <a:ext uri="{FF2B5EF4-FFF2-40B4-BE49-F238E27FC236}">
                <a16:creationId xmlns:a16="http://schemas.microsoft.com/office/drawing/2014/main" id="{D207B34C-32D1-F6F6-F8F4-B8F891B79D68}"/>
              </a:ext>
            </a:extLst>
          </p:cNvPr>
          <p:cNvSpPr>
            <a:spLocks noGrp="1"/>
          </p:cNvSpPr>
          <p:nvPr>
            <p:ph type="body" sz="quarter" idx="19" hasCustomPrompt="1"/>
          </p:nvPr>
        </p:nvSpPr>
        <p:spPr bwMode="auto">
          <a:xfrm>
            <a:off x="6240452" y="1848473"/>
            <a:ext cx="5545905" cy="215444"/>
          </a:xfrm>
        </p:spPr>
        <p:txBody>
          <a:bodyPr wrap="square">
            <a:spAutoFit/>
          </a:bodyPr>
          <a:lstStyle>
            <a:lvl1pPr marL="0" indent="0">
              <a:spcBef>
                <a:spcPts val="0"/>
              </a:spcBef>
              <a:buFont typeface="The Group TEXT" panose="020B0604020202020204" pitchFamily="34" charset="0"/>
              <a:buNone/>
              <a:defRPr sz="1400" b="1">
                <a:solidFill>
                  <a:schemeClr val="accent2"/>
                </a:solidFill>
              </a:defRPr>
            </a:lvl1pPr>
            <a:lvl2pPr marL="0" indent="0">
              <a:spcBef>
                <a:spcPts val="0"/>
              </a:spcBef>
              <a:buFont typeface="The Group TEXT" panose="020B0604020202020204" pitchFamily="34" charset="0"/>
              <a:buNone/>
              <a:defRPr sz="1400" b="1"/>
            </a:lvl2pPr>
            <a:lvl3pPr marL="0" indent="0">
              <a:spcBef>
                <a:spcPts val="0"/>
              </a:spcBef>
              <a:buNone/>
              <a:defRPr sz="1400" b="1"/>
            </a:lvl3pPr>
            <a:lvl4pPr marL="0" indent="0">
              <a:spcBef>
                <a:spcPts val="0"/>
              </a:spcBef>
              <a:buNone/>
              <a:defRPr sz="1400" b="1"/>
            </a:lvl4pPr>
            <a:lvl5pPr marL="0" indent="0">
              <a:spcBef>
                <a:spcPts val="0"/>
              </a:spcBef>
              <a:buNone/>
              <a:defRPr sz="1400" b="1"/>
            </a:lvl5pPr>
            <a:lvl6pPr marL="0" indent="0">
              <a:spcBef>
                <a:spcPts val="0"/>
              </a:spcBef>
              <a:buNone/>
              <a:defRPr sz="1400" b="1"/>
            </a:lvl6pPr>
            <a:lvl7pPr marL="0" indent="0">
              <a:spcBef>
                <a:spcPts val="0"/>
              </a:spcBef>
              <a:buNone/>
              <a:defRPr sz="1400" b="1"/>
            </a:lvl7pPr>
            <a:lvl8pPr marL="0" indent="0">
              <a:spcBef>
                <a:spcPts val="0"/>
              </a:spcBef>
              <a:buNone/>
              <a:defRPr sz="1400" b="1"/>
            </a:lvl8pPr>
            <a:lvl9pPr marL="0" indent="0">
              <a:spcBef>
                <a:spcPts val="0"/>
              </a:spcBef>
              <a:buNone/>
              <a:defRPr sz="1400" b="1"/>
            </a:lvl9pPr>
          </a:lstStyle>
          <a:p>
            <a:pPr lvl="0"/>
            <a:r>
              <a:rPr lang="en-US" noProof="0"/>
              <a:t>Click to edit chart title</a:t>
            </a:r>
          </a:p>
        </p:txBody>
      </p:sp>
      <p:sp>
        <p:nvSpPr>
          <p:cNvPr id="8" name="Textplatzhalter 2">
            <a:extLst>
              <a:ext uri="{FF2B5EF4-FFF2-40B4-BE49-F238E27FC236}">
                <a16:creationId xmlns:a16="http://schemas.microsoft.com/office/drawing/2014/main" id="{73E8E045-5430-C79F-2809-7A1E3BC25678}"/>
              </a:ext>
            </a:extLst>
          </p:cNvPr>
          <p:cNvSpPr>
            <a:spLocks noGrp="1"/>
          </p:cNvSpPr>
          <p:nvPr>
            <p:ph type="body" sz="quarter" idx="20" hasCustomPrompt="1"/>
          </p:nvPr>
        </p:nvSpPr>
        <p:spPr bwMode="auto">
          <a:xfrm>
            <a:off x="6238480" y="6330076"/>
            <a:ext cx="5550301" cy="123111"/>
          </a:xfrm>
        </p:spPr>
        <p:txBody>
          <a:bodyPr wrap="square" anchor="b" anchorCtr="0">
            <a:spAutoFit/>
          </a:bodyPr>
          <a:lstStyle>
            <a:lvl1pPr marL="0" indent="0">
              <a:spcBef>
                <a:spcPts val="0"/>
              </a:spcBef>
              <a:buFont typeface="The Group TEXT" panose="020B0604020202020204" pitchFamily="34" charset="0"/>
              <a:buNone/>
              <a:defRPr sz="800" b="0"/>
            </a:lvl1pPr>
            <a:lvl2pPr marL="0" indent="0">
              <a:spcBef>
                <a:spcPts val="0"/>
              </a:spcBef>
              <a:buFont typeface="The Group TEXT" panose="020B0604020202020204" pitchFamily="34" charset="0"/>
              <a:buNone/>
              <a:defRPr sz="800" b="0"/>
            </a:lvl2pPr>
            <a:lvl3pPr marL="0" indent="0">
              <a:spcBef>
                <a:spcPts val="0"/>
              </a:spcBef>
              <a:buNone/>
              <a:defRPr sz="800" b="0"/>
            </a:lvl3pPr>
            <a:lvl4pPr marL="0" indent="0">
              <a:spcBef>
                <a:spcPts val="0"/>
              </a:spcBef>
              <a:buNone/>
              <a:defRPr sz="800" b="0"/>
            </a:lvl4pPr>
            <a:lvl5pPr marL="0" indent="0">
              <a:spcBef>
                <a:spcPts val="0"/>
              </a:spcBef>
              <a:buNone/>
              <a:defRPr sz="800" b="0"/>
            </a:lvl5pPr>
            <a:lvl6pPr marL="0" indent="0">
              <a:spcBef>
                <a:spcPts val="0"/>
              </a:spcBef>
              <a:buNone/>
              <a:defRPr sz="800" b="0"/>
            </a:lvl6pPr>
            <a:lvl7pPr marL="0" indent="0">
              <a:spcBef>
                <a:spcPts val="0"/>
              </a:spcBef>
              <a:buNone/>
              <a:defRPr sz="800" b="0"/>
            </a:lvl7pPr>
            <a:lvl8pPr marL="0" indent="0">
              <a:spcBef>
                <a:spcPts val="0"/>
              </a:spcBef>
              <a:buNone/>
              <a:defRPr sz="800" b="0"/>
            </a:lvl8pPr>
            <a:lvl9pPr marL="0" indent="0">
              <a:spcBef>
                <a:spcPts val="0"/>
              </a:spcBef>
              <a:buNone/>
              <a:defRPr sz="800" b="0"/>
            </a:lvl9pPr>
          </a:lstStyle>
          <a:p>
            <a:pPr lvl="0"/>
            <a:r>
              <a:rPr lang="en-US" noProof="0"/>
              <a:t>Click to edit footnote/source</a:t>
            </a:r>
          </a:p>
        </p:txBody>
      </p:sp>
      <p:sp>
        <p:nvSpPr>
          <p:cNvPr id="11" name="Textplatzhalter 2">
            <a:extLst>
              <a:ext uri="{FF2B5EF4-FFF2-40B4-BE49-F238E27FC236}">
                <a16:creationId xmlns:a16="http://schemas.microsoft.com/office/drawing/2014/main" id="{A53ECB80-A465-21BC-A187-FC61DA346442}"/>
              </a:ext>
            </a:extLst>
          </p:cNvPr>
          <p:cNvSpPr>
            <a:spLocks noGrp="1"/>
          </p:cNvSpPr>
          <p:nvPr>
            <p:ph type="body" sz="quarter" idx="21" hasCustomPrompt="1"/>
          </p:nvPr>
        </p:nvSpPr>
        <p:spPr bwMode="auto">
          <a:xfrm>
            <a:off x="6240484" y="2117611"/>
            <a:ext cx="5548256" cy="215444"/>
          </a:xfrm>
        </p:spPr>
        <p:txBody>
          <a:bodyPr wrap="square">
            <a:spAutoFit/>
          </a:bodyPr>
          <a:lstStyle>
            <a:lvl1pPr marL="0" indent="0">
              <a:spcBef>
                <a:spcPts val="0"/>
              </a:spcBef>
              <a:buFont typeface="The Group TEXT" panose="020B0604020202020204" pitchFamily="34" charset="0"/>
              <a:buNone/>
              <a:defRPr sz="1400" b="0">
                <a:solidFill>
                  <a:schemeClr val="accent2"/>
                </a:solidFill>
              </a:defRPr>
            </a:lvl1pPr>
            <a:lvl2pPr marL="0" indent="0">
              <a:spcBef>
                <a:spcPts val="0"/>
              </a:spcBef>
              <a:buFont typeface="The Group TEXT" panose="020B0604020202020204" pitchFamily="34" charset="0"/>
              <a:buNone/>
              <a:defRPr sz="1400" b="0"/>
            </a:lvl2pPr>
            <a:lvl3pPr marL="0" indent="0">
              <a:spcBef>
                <a:spcPts val="0"/>
              </a:spcBef>
              <a:buNone/>
              <a:defRPr sz="1400" b="0"/>
            </a:lvl3pPr>
            <a:lvl4pPr marL="0" indent="0">
              <a:spcBef>
                <a:spcPts val="0"/>
              </a:spcBef>
              <a:buNone/>
              <a:defRPr sz="1400" b="0"/>
            </a:lvl4pPr>
            <a:lvl5pPr marL="0" indent="0">
              <a:spcBef>
                <a:spcPts val="0"/>
              </a:spcBef>
              <a:buNone/>
              <a:defRPr sz="1400" b="0"/>
            </a:lvl5pPr>
            <a:lvl6pPr marL="0" indent="0">
              <a:spcBef>
                <a:spcPts val="0"/>
              </a:spcBef>
              <a:buNone/>
              <a:defRPr sz="1400" b="0"/>
            </a:lvl6pPr>
            <a:lvl7pPr marL="0" indent="0">
              <a:spcBef>
                <a:spcPts val="0"/>
              </a:spcBef>
              <a:buNone/>
              <a:defRPr sz="1400" b="0"/>
            </a:lvl7pPr>
            <a:lvl8pPr marL="0" indent="0">
              <a:spcBef>
                <a:spcPts val="0"/>
              </a:spcBef>
              <a:buNone/>
              <a:defRPr sz="1400" b="0"/>
            </a:lvl8pPr>
            <a:lvl9pPr marL="0" indent="0">
              <a:spcBef>
                <a:spcPts val="0"/>
              </a:spcBef>
              <a:buNone/>
              <a:defRPr sz="1400" b="0"/>
            </a:lvl9pPr>
          </a:lstStyle>
          <a:p>
            <a:pPr lvl="0"/>
            <a:r>
              <a:rPr lang="en-US" noProof="0"/>
              <a:t>Click to edit unit measure</a:t>
            </a:r>
          </a:p>
        </p:txBody>
      </p:sp>
      <p:sp>
        <p:nvSpPr>
          <p:cNvPr id="13" name="Diagrammplatzhalter 12">
            <a:extLst>
              <a:ext uri="{FF2B5EF4-FFF2-40B4-BE49-F238E27FC236}">
                <a16:creationId xmlns:a16="http://schemas.microsoft.com/office/drawing/2014/main" id="{A1FAE776-5EEC-7973-8E17-DC6E9B06EB59}"/>
              </a:ext>
            </a:extLst>
          </p:cNvPr>
          <p:cNvSpPr>
            <a:spLocks noGrp="1"/>
          </p:cNvSpPr>
          <p:nvPr>
            <p:ph type="chart" sz="quarter" idx="22" hasCustomPrompt="1"/>
          </p:nvPr>
        </p:nvSpPr>
        <p:spPr bwMode="auto">
          <a:xfrm>
            <a:off x="6240462" y="2386750"/>
            <a:ext cx="5546689" cy="3909276"/>
          </a:xfrm>
        </p:spPr>
        <p:txBody>
          <a:bodyPr/>
          <a:lstStyle>
            <a:lvl1pPr>
              <a:spcBef>
                <a:spcPts val="0"/>
              </a:spcBef>
              <a:defRPr sz="1400" b="0">
                <a:solidFill>
                  <a:schemeClr val="tx2"/>
                </a:solidFill>
              </a:defRPr>
            </a:lvl1pPr>
          </a:lstStyle>
          <a:p>
            <a:r>
              <a:rPr lang="en-US" noProof="0"/>
              <a:t>Add chart by clicking on icon</a:t>
            </a:r>
          </a:p>
        </p:txBody>
      </p:sp>
      <p:sp>
        <p:nvSpPr>
          <p:cNvPr id="9" name="Textplatzhalter 8">
            <a:extLst>
              <a:ext uri="{FF2B5EF4-FFF2-40B4-BE49-F238E27FC236}">
                <a16:creationId xmlns:a16="http://schemas.microsoft.com/office/drawing/2014/main" id="{B1F31402-8932-BEC5-3B36-515B73FBB52C}"/>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
        <p:nvSpPr>
          <p:cNvPr id="10" name="Title 6">
            <a:extLst>
              <a:ext uri="{FF2B5EF4-FFF2-40B4-BE49-F238E27FC236}">
                <a16:creationId xmlns:a16="http://schemas.microsoft.com/office/drawing/2014/main" id="{ADE3637A-8048-704D-6521-F87FA8FB5F37}"/>
              </a:ext>
            </a:extLst>
          </p:cNvPr>
          <p:cNvSpPr>
            <a:spLocks noGrp="1"/>
          </p:cNvSpPr>
          <p:nvPr>
            <p:ph type="title" hasCustomPrompt="1"/>
          </p:nvPr>
        </p:nvSpPr>
        <p:spPr bwMode="auto">
          <a:xfrm>
            <a:off x="407987" y="621792"/>
            <a:ext cx="11376021" cy="387798"/>
          </a:xfrm>
        </p:spPr>
        <p:txBody>
          <a:bodyPr anchor="b"/>
          <a:lstStyle/>
          <a:p>
            <a:r>
              <a:rPr lang="en-US"/>
              <a:t>Headline in The Group Head Light 28pt, Deep Space Blue</a:t>
            </a:r>
            <a:endParaRPr lang="en-IN"/>
          </a:p>
        </p:txBody>
      </p:sp>
    </p:spTree>
    <p:extLst>
      <p:ext uri="{BB962C8B-B14F-4D97-AF65-F5344CB8AC3E}">
        <p14:creationId xmlns:p14="http://schemas.microsoft.com/office/powerpoint/2010/main" val="3870622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EF3EA-15D0-80F6-EDF6-D8317760BFDA}"/>
              </a:ext>
            </a:extLst>
          </p:cNvPr>
          <p:cNvSpPr>
            <a:spLocks noGrp="1"/>
          </p:cNvSpPr>
          <p:nvPr>
            <p:ph type="title" hasCustomPrompt="1"/>
          </p:nvPr>
        </p:nvSpPr>
        <p:spPr/>
        <p:txBody>
          <a:bodyPr/>
          <a:lstStyle/>
          <a:p>
            <a:r>
              <a:rPr lang="en-GB"/>
              <a:t>Headline in The Group Head Light 28pt, Deep Space Blue</a:t>
            </a:r>
            <a:endParaRPr/>
          </a:p>
        </p:txBody>
      </p:sp>
      <p:sp>
        <p:nvSpPr>
          <p:cNvPr id="3" name="Content Placeholder 2">
            <a:extLst>
              <a:ext uri="{FF2B5EF4-FFF2-40B4-BE49-F238E27FC236}">
                <a16:creationId xmlns:a16="http://schemas.microsoft.com/office/drawing/2014/main" id="{70E52E0C-1600-9984-FD35-36910136C818}"/>
              </a:ext>
            </a:extLst>
          </p:cNvPr>
          <p:cNvSpPr>
            <a:spLocks noGrp="1"/>
          </p:cNvSpPr>
          <p:nvPr>
            <p:ph sz="half" idx="1"/>
          </p:nvPr>
        </p:nvSpPr>
        <p:spPr>
          <a:xfrm>
            <a:off x="407988" y="1844674"/>
            <a:ext cx="5394960" cy="46085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a:extLst>
              <a:ext uri="{FF2B5EF4-FFF2-40B4-BE49-F238E27FC236}">
                <a16:creationId xmlns:a16="http://schemas.microsoft.com/office/drawing/2014/main" id="{2491A61A-436D-CE9A-BE98-5567F0D550C0}"/>
              </a:ext>
            </a:extLst>
          </p:cNvPr>
          <p:cNvSpPr>
            <a:spLocks noGrp="1"/>
          </p:cNvSpPr>
          <p:nvPr>
            <p:ph sz="half" idx="2"/>
          </p:nvPr>
        </p:nvSpPr>
        <p:spPr>
          <a:xfrm>
            <a:off x="6385836" y="1844673"/>
            <a:ext cx="5394960" cy="46085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a:extLst>
              <a:ext uri="{FF2B5EF4-FFF2-40B4-BE49-F238E27FC236}">
                <a16:creationId xmlns:a16="http://schemas.microsoft.com/office/drawing/2014/main" id="{CF8DDB40-2604-AD2B-7825-85A68F1A00FE}"/>
              </a:ext>
            </a:extLst>
          </p:cNvPr>
          <p:cNvSpPr>
            <a:spLocks noGrp="1"/>
          </p:cNvSpPr>
          <p:nvPr>
            <p:ph type="dt" sz="half" idx="10"/>
          </p:nvPr>
        </p:nvSpPr>
        <p:spPr/>
        <p:txBody>
          <a:bodyPr/>
          <a:lstStyle/>
          <a:p>
            <a:r>
              <a:rPr lang="de-DE"/>
              <a:t>01.11.2023</a:t>
            </a:r>
            <a:endParaRPr lang="en-GB"/>
          </a:p>
        </p:txBody>
      </p:sp>
      <p:sp>
        <p:nvSpPr>
          <p:cNvPr id="6" name="Footer Placeholder 5">
            <a:extLst>
              <a:ext uri="{FF2B5EF4-FFF2-40B4-BE49-F238E27FC236}">
                <a16:creationId xmlns:a16="http://schemas.microsoft.com/office/drawing/2014/main" id="{0CC25335-89CA-8CED-EC6A-F7C6BAB8609C}"/>
              </a:ext>
            </a:extLst>
          </p:cNvPr>
          <p:cNvSpPr>
            <a:spLocks noGrp="1"/>
          </p:cNvSpPr>
          <p:nvPr>
            <p:ph type="ftr" sz="quarter" idx="11"/>
          </p:nvPr>
        </p:nvSpPr>
        <p:spPr/>
        <p:txBody>
          <a:bodyPr/>
          <a:lstStyle/>
          <a:p>
            <a:r>
              <a:rPr lang="en-GB"/>
              <a:t>Department K-OE  |  Presentation title  |  CSD-class</a:t>
            </a:r>
          </a:p>
        </p:txBody>
      </p:sp>
      <p:sp>
        <p:nvSpPr>
          <p:cNvPr id="7" name="Slide Number Placeholder 6">
            <a:extLst>
              <a:ext uri="{FF2B5EF4-FFF2-40B4-BE49-F238E27FC236}">
                <a16:creationId xmlns:a16="http://schemas.microsoft.com/office/drawing/2014/main" id="{9D743EB6-6E93-23B4-1DEB-C9D3122091BE}"/>
              </a:ext>
            </a:extLst>
          </p:cNvPr>
          <p:cNvSpPr>
            <a:spLocks noGrp="1"/>
          </p:cNvSpPr>
          <p:nvPr>
            <p:ph type="sldNum" sz="quarter" idx="12"/>
          </p:nvPr>
        </p:nvSpPr>
        <p:spPr/>
        <p:txBody>
          <a:bodyPr/>
          <a:lstStyle/>
          <a:p>
            <a:fld id="{445898F2-00FF-CD47-84F0-CF0F3C88FCDD}" type="slidenum">
              <a:rPr lang="en-GB" smtClean="0"/>
              <a:t>‹#›</a:t>
            </a:fld>
            <a:endParaRPr lang="en-GB"/>
          </a:p>
        </p:txBody>
      </p:sp>
      <p:sp>
        <p:nvSpPr>
          <p:cNvPr id="8" name="Action Title">
            <a:extLst>
              <a:ext uri="{FF2B5EF4-FFF2-40B4-BE49-F238E27FC236}">
                <a16:creationId xmlns:a16="http://schemas.microsoft.com/office/drawing/2014/main" id="{1FE73C78-A738-94B7-9AF6-65A582CEE6FA}"/>
              </a:ext>
            </a:extLst>
          </p:cNvPr>
          <p:cNvSpPr>
            <a:spLocks noGrp="1"/>
          </p:cNvSpPr>
          <p:nvPr>
            <p:ph type="body" sz="quarter" idx="14" hasCustomPrompt="1"/>
          </p:nvPr>
        </p:nvSpPr>
        <p:spPr bwMode="auto">
          <a:xfrm>
            <a:off x="406400" y="1056085"/>
            <a:ext cx="11380751" cy="276999"/>
          </a:xfrm>
        </p:spPr>
        <p:txBody>
          <a:bodyPr wrap="square">
            <a:spAutoFit/>
          </a:bodyPr>
          <a:lstStyle>
            <a:lvl1pPr marL="0">
              <a:spcBef>
                <a:spcPts val="0"/>
              </a:spcBef>
              <a:buFontTx/>
              <a:buNone/>
              <a:defRPr sz="1800" b="0">
                <a:solidFill>
                  <a:schemeClr val="accent2"/>
                </a:solidFill>
                <a:latin typeface="+mj-lt"/>
              </a:defRPr>
            </a:lvl1pPr>
            <a:lvl2pPr marL="0">
              <a:spcBef>
                <a:spcPts val="0"/>
              </a:spcBef>
              <a:buFontTx/>
              <a:buNone/>
              <a:defRPr sz="3200" b="0">
                <a:solidFill>
                  <a:schemeClr val="accent2"/>
                </a:solidFill>
              </a:defRPr>
            </a:lvl2pPr>
            <a:lvl3pPr marL="0" indent="0">
              <a:spcBef>
                <a:spcPts val="0"/>
              </a:spcBef>
              <a:buFontTx/>
              <a:buNone/>
              <a:defRPr sz="3200" b="0">
                <a:solidFill>
                  <a:schemeClr val="accent2"/>
                </a:solidFill>
              </a:defRPr>
            </a:lvl3pPr>
            <a:lvl4pPr marL="0" indent="0">
              <a:spcBef>
                <a:spcPts val="0"/>
              </a:spcBef>
              <a:buFontTx/>
              <a:buNone/>
              <a:defRPr sz="3200" b="0">
                <a:solidFill>
                  <a:schemeClr val="accent2"/>
                </a:solidFill>
              </a:defRPr>
            </a:lvl4pPr>
            <a:lvl5pPr marL="0" indent="0">
              <a:spcBef>
                <a:spcPts val="0"/>
              </a:spcBef>
              <a:buFontTx/>
              <a:buNone/>
              <a:defRPr sz="3200" b="0">
                <a:solidFill>
                  <a:schemeClr val="accent2"/>
                </a:solidFill>
              </a:defRPr>
            </a:lvl5pPr>
          </a:lstStyle>
          <a:p>
            <a:pPr lvl="0"/>
            <a:r>
              <a:rPr lang="en-US" noProof="0"/>
              <a:t>Action title in The Group Head Light 18pt, Vivid Green</a:t>
            </a:r>
          </a:p>
        </p:txBody>
      </p:sp>
    </p:spTree>
    <p:extLst>
      <p:ext uri="{BB962C8B-B14F-4D97-AF65-F5344CB8AC3E}">
        <p14:creationId xmlns:p14="http://schemas.microsoft.com/office/powerpoint/2010/main" val="38381735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71F8FB-A9ED-3A7A-C865-84AA42E05FF7}"/>
              </a:ext>
            </a:extLst>
          </p:cNvPr>
          <p:cNvSpPr>
            <a:spLocks noGrp="1"/>
          </p:cNvSpPr>
          <p:nvPr>
            <p:ph type="dt" sz="half" idx="10"/>
          </p:nvPr>
        </p:nvSpPr>
        <p:spPr/>
        <p:txBody>
          <a:bodyPr/>
          <a:lstStyle/>
          <a:p>
            <a:r>
              <a:rPr lang="de-DE"/>
              <a:t>01.11.2023</a:t>
            </a:r>
            <a:endParaRPr lang="en-GB"/>
          </a:p>
        </p:txBody>
      </p:sp>
      <p:sp>
        <p:nvSpPr>
          <p:cNvPr id="3" name="Footer Placeholder 2">
            <a:extLst>
              <a:ext uri="{FF2B5EF4-FFF2-40B4-BE49-F238E27FC236}">
                <a16:creationId xmlns:a16="http://schemas.microsoft.com/office/drawing/2014/main" id="{9722968D-5F10-D52F-405F-6746769911FD}"/>
              </a:ext>
            </a:extLst>
          </p:cNvPr>
          <p:cNvSpPr>
            <a:spLocks noGrp="1"/>
          </p:cNvSpPr>
          <p:nvPr>
            <p:ph type="ftr" sz="quarter" idx="11"/>
          </p:nvPr>
        </p:nvSpPr>
        <p:spPr/>
        <p:txBody>
          <a:bodyPr/>
          <a:lstStyle/>
          <a:p>
            <a:r>
              <a:rPr lang="en-GB"/>
              <a:t>Department K-OE  |  Presentation title  |  CSD-class</a:t>
            </a:r>
          </a:p>
        </p:txBody>
      </p:sp>
      <p:sp>
        <p:nvSpPr>
          <p:cNvPr id="4" name="Slide Number Placeholder 3">
            <a:extLst>
              <a:ext uri="{FF2B5EF4-FFF2-40B4-BE49-F238E27FC236}">
                <a16:creationId xmlns:a16="http://schemas.microsoft.com/office/drawing/2014/main" id="{5A0CDAC7-D99A-C024-FFFD-D4C93E77B65F}"/>
              </a:ext>
            </a:extLst>
          </p:cNvPr>
          <p:cNvSpPr>
            <a:spLocks noGrp="1"/>
          </p:cNvSpPr>
          <p:nvPr>
            <p:ph type="sldNum" sz="quarter" idx="12"/>
          </p:nvPr>
        </p:nvSpPr>
        <p:spPr/>
        <p:txBody>
          <a:bodyPr/>
          <a:lstStyle/>
          <a:p>
            <a:fld id="{445898F2-00FF-CD47-84F0-CF0F3C88FCDD}" type="slidenum">
              <a:rPr lang="en-GB" smtClean="0"/>
              <a:t>‹#›</a:t>
            </a:fld>
            <a:endParaRPr lang="en-GB"/>
          </a:p>
        </p:txBody>
      </p:sp>
    </p:spTree>
    <p:extLst>
      <p:ext uri="{BB962C8B-B14F-4D97-AF65-F5344CB8AC3E}">
        <p14:creationId xmlns:p14="http://schemas.microsoft.com/office/powerpoint/2010/main" val="22328094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Deep Space Blue">
    <p:bg>
      <p:bgRef idx="1001">
        <a:schemeClr val="bg2"/>
      </p:bgRef>
    </p:bg>
    <p:spTree>
      <p:nvGrpSpPr>
        <p:cNvPr id="1" name=""/>
        <p:cNvGrpSpPr/>
        <p:nvPr/>
      </p:nvGrpSpPr>
      <p:grpSpPr>
        <a:xfrm>
          <a:off x="0" y="0"/>
          <a:ext cx="0" cy="0"/>
          <a:chOff x="0" y="0"/>
          <a:chExt cx="0" cy="0"/>
        </a:xfrm>
      </p:grpSpPr>
      <p:sp>
        <p:nvSpPr>
          <p:cNvPr id="3" name="Footer Placeholder ">
            <a:extLst>
              <a:ext uri="{FF2B5EF4-FFF2-40B4-BE49-F238E27FC236}">
                <a16:creationId xmlns:a16="http://schemas.microsoft.com/office/drawing/2014/main" id="{9722968D-5F10-D52F-405F-6746769911FD}"/>
              </a:ext>
            </a:extLst>
          </p:cNvPr>
          <p:cNvSpPr>
            <a:spLocks noGrp="1"/>
          </p:cNvSpPr>
          <p:nvPr>
            <p:ph type="ftr" sz="quarter" idx="11"/>
          </p:nvPr>
        </p:nvSpPr>
        <p:spPr/>
        <p:txBody>
          <a:bodyPr/>
          <a:lstStyle/>
          <a:p>
            <a:r>
              <a:rPr lang="en-GB"/>
              <a:t>Department K-OE  |  Presentation title  |  CSD-class</a:t>
            </a:r>
          </a:p>
        </p:txBody>
      </p:sp>
      <p:sp>
        <p:nvSpPr>
          <p:cNvPr id="2" name="Date Placeholder ">
            <a:extLst>
              <a:ext uri="{FF2B5EF4-FFF2-40B4-BE49-F238E27FC236}">
                <a16:creationId xmlns:a16="http://schemas.microsoft.com/office/drawing/2014/main" id="{4071F8FB-A9ED-3A7A-C865-84AA42E05FF7}"/>
              </a:ext>
            </a:extLst>
          </p:cNvPr>
          <p:cNvSpPr>
            <a:spLocks noGrp="1"/>
          </p:cNvSpPr>
          <p:nvPr>
            <p:ph type="dt" sz="half" idx="10"/>
          </p:nvPr>
        </p:nvSpPr>
        <p:spPr/>
        <p:txBody>
          <a:bodyPr/>
          <a:lstStyle/>
          <a:p>
            <a:r>
              <a:rPr lang="de-DE"/>
              <a:t>01.11.2023</a:t>
            </a:r>
            <a:endParaRPr lang="en-GB"/>
          </a:p>
        </p:txBody>
      </p:sp>
      <p:sp>
        <p:nvSpPr>
          <p:cNvPr id="4" name="Slide Number Placeholder">
            <a:extLst>
              <a:ext uri="{FF2B5EF4-FFF2-40B4-BE49-F238E27FC236}">
                <a16:creationId xmlns:a16="http://schemas.microsoft.com/office/drawing/2014/main" id="{5A0CDAC7-D99A-C024-FFFD-D4C93E77B65F}"/>
              </a:ext>
            </a:extLst>
          </p:cNvPr>
          <p:cNvSpPr>
            <a:spLocks noGrp="1"/>
          </p:cNvSpPr>
          <p:nvPr>
            <p:ph type="sldNum" sz="quarter" idx="12"/>
          </p:nvPr>
        </p:nvSpPr>
        <p:spPr/>
        <p:txBody>
          <a:bodyPr/>
          <a:lstStyle/>
          <a:p>
            <a:fld id="{445898F2-00FF-CD47-84F0-CF0F3C88FCDD}" type="slidenum">
              <a:rPr lang="en-GB" smtClean="0"/>
              <a:t>‹#›</a:t>
            </a:fld>
            <a:endParaRPr lang="en-GB" dirty="0"/>
          </a:p>
        </p:txBody>
      </p:sp>
      <p:pic>
        <p:nvPicPr>
          <p:cNvPr id="6" name="Graphic 5">
            <a:extLst>
              <a:ext uri="{FF2B5EF4-FFF2-40B4-BE49-F238E27FC236}">
                <a16:creationId xmlns:a16="http://schemas.microsoft.com/office/drawing/2014/main" id="{722CAED2-9206-3F04-3B55-17944331AB8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34632" y="257249"/>
            <a:ext cx="2049379" cy="289014"/>
          </a:xfrm>
          <a:prstGeom prst="rect">
            <a:avLst/>
          </a:prstGeom>
        </p:spPr>
      </p:pic>
    </p:spTree>
    <p:extLst>
      <p:ext uri="{BB962C8B-B14F-4D97-AF65-F5344CB8AC3E}">
        <p14:creationId xmlns:p14="http://schemas.microsoft.com/office/powerpoint/2010/main" val="69959034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Final Slide Deep Space Blue">
    <p:bg>
      <p:bgRef idx="1001">
        <a:schemeClr val="bg2"/>
      </p:bgRef>
    </p:bg>
    <p:spTree>
      <p:nvGrpSpPr>
        <p:cNvPr id="1" name=""/>
        <p:cNvGrpSpPr/>
        <p:nvPr/>
      </p:nvGrpSpPr>
      <p:grpSpPr>
        <a:xfrm>
          <a:off x="0" y="0"/>
          <a:ext cx="0" cy="0"/>
          <a:chOff x="0" y="0"/>
          <a:chExt cx="0" cy="0"/>
        </a:xfrm>
      </p:grpSpPr>
      <p:sp>
        <p:nvSpPr>
          <p:cNvPr id="7" name="Graphic 6">
            <a:extLst>
              <a:ext uri="{FF2B5EF4-FFF2-40B4-BE49-F238E27FC236}">
                <a16:creationId xmlns:a16="http://schemas.microsoft.com/office/drawing/2014/main" id="{55D32AC2-2455-4D56-3440-7C9BA8B7F247}"/>
              </a:ext>
            </a:extLst>
          </p:cNvPr>
          <p:cNvSpPr/>
          <p:nvPr userDrawn="1"/>
        </p:nvSpPr>
        <p:spPr bwMode="invGray">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3000">
                <a:srgbClr val="0D323D"/>
              </a:gs>
              <a:gs pos="85000">
                <a:srgbClr val="002733"/>
              </a:gs>
            </a:gsLst>
            <a:lin ang="20092269" scaled="1"/>
          </a:gradFill>
          <a:ln w="3175" cap="flat">
            <a:noFill/>
            <a:prstDash val="solid"/>
            <a:miter/>
          </a:ln>
        </p:spPr>
        <p:txBody>
          <a:bodyPr rtlCol="0" anchor="ctr"/>
          <a:lstStyle/>
          <a:p>
            <a:endParaRPr lang="en-GB"/>
          </a:p>
        </p:txBody>
      </p:sp>
      <p:sp>
        <p:nvSpPr>
          <p:cNvPr id="8" name="Graphic 7">
            <a:extLst>
              <a:ext uri="{FF2B5EF4-FFF2-40B4-BE49-F238E27FC236}">
                <a16:creationId xmlns:a16="http://schemas.microsoft.com/office/drawing/2014/main" id="{A0634080-C889-7D14-C351-8FC2414B17B4}"/>
              </a:ext>
            </a:extLst>
          </p:cNvPr>
          <p:cNvSpPr/>
          <p:nvPr userDrawn="1"/>
        </p:nvSpPr>
        <p:spPr bwMode="inv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a:gsLst>
              <a:gs pos="37000">
                <a:srgbClr val="183F49">
                  <a:alpha val="23000"/>
                </a:srgbClr>
              </a:gs>
              <a:gs pos="24000">
                <a:srgbClr val="0D323D">
                  <a:alpha val="0"/>
                </a:srgbClr>
              </a:gs>
              <a:gs pos="53000">
                <a:srgbClr val="224B55">
                  <a:alpha val="60000"/>
                </a:srgbClr>
              </a:gs>
              <a:gs pos="72000">
                <a:srgbClr val="7E989F">
                  <a:alpha val="45000"/>
                </a:srgbClr>
              </a:gs>
              <a:gs pos="100000">
                <a:srgbClr val="7E989F"/>
              </a:gs>
            </a:gsLst>
            <a:lin ang="18000000" scaled="0"/>
          </a:gradFill>
          <a:ln w="3175" cap="flat">
            <a:noFill/>
            <a:prstDash val="solid"/>
            <a:miter/>
          </a:ln>
          <a:effectLst>
            <a:softEdge rad="0"/>
          </a:effectLst>
        </p:spPr>
        <p:txBody>
          <a:bodyPr rtlCol="0" anchor="ctr"/>
          <a:lstStyle/>
          <a:p>
            <a:endParaRPr lang="en-GB">
              <a:solidFill>
                <a:schemeClr val="tx1"/>
              </a:solidFill>
            </a:endParaRPr>
          </a:p>
        </p:txBody>
      </p:sp>
      <p:sp>
        <p:nvSpPr>
          <p:cNvPr id="2" name="Titel 1">
            <a:extLst>
              <a:ext uri="{FF2B5EF4-FFF2-40B4-BE49-F238E27FC236}">
                <a16:creationId xmlns:a16="http://schemas.microsoft.com/office/drawing/2014/main" id="{A27FB70C-E4E1-ECD0-3948-1A319339BA96}"/>
              </a:ext>
            </a:extLst>
          </p:cNvPr>
          <p:cNvSpPr>
            <a:spLocks noGrp="1"/>
          </p:cNvSpPr>
          <p:nvPr userDrawn="1">
            <p:ph type="ctrTitle" hasCustomPrompt="1"/>
          </p:nvPr>
        </p:nvSpPr>
        <p:spPr bwMode="auto">
          <a:xfrm>
            <a:off x="407988" y="1054445"/>
            <a:ext cx="6120000" cy="1828193"/>
          </a:xfrm>
        </p:spPr>
        <p:txBody>
          <a:bodyPr wrap="square" anchor="b">
            <a:spAutoFit/>
          </a:bodyPr>
          <a:lstStyle>
            <a:lvl1pPr algn="l">
              <a:defRPr sz="4400">
                <a:solidFill>
                  <a:srgbClr val="C2FE06"/>
                </a:solidFill>
              </a:defRPr>
            </a:lvl1pPr>
          </a:lstStyle>
          <a:p>
            <a:r>
              <a:rPr lang="en-US" noProof="0"/>
              <a:t>Final message in </a:t>
            </a:r>
            <a:br>
              <a:rPr lang="en-US" noProof="0"/>
            </a:br>
            <a:r>
              <a:rPr lang="en-US" noProof="0"/>
              <a:t>The Group Head Light 44pt, Electric Neon</a:t>
            </a:r>
          </a:p>
        </p:txBody>
      </p:sp>
      <p:sp>
        <p:nvSpPr>
          <p:cNvPr id="3" name="Untertitel 2">
            <a:extLst>
              <a:ext uri="{FF2B5EF4-FFF2-40B4-BE49-F238E27FC236}">
                <a16:creationId xmlns:a16="http://schemas.microsoft.com/office/drawing/2014/main" id="{D0C6A1CA-6940-3BAD-B4DA-3D7F50B6B4C8}"/>
              </a:ext>
            </a:extLst>
          </p:cNvPr>
          <p:cNvSpPr>
            <a:spLocks noGrp="1"/>
          </p:cNvSpPr>
          <p:nvPr userDrawn="1">
            <p:ph type="subTitle" idx="1" hasCustomPrompt="1"/>
          </p:nvPr>
        </p:nvSpPr>
        <p:spPr bwMode="auto">
          <a:xfrm>
            <a:off x="407036" y="3103843"/>
            <a:ext cx="6120000" cy="215444"/>
          </a:xfrm>
        </p:spPr>
        <p:txBody>
          <a:bodyPr wrap="square">
            <a:spAutoFit/>
          </a:bodyPr>
          <a:lstStyle>
            <a:lvl1pPr marL="0" indent="0" algn="l">
              <a:buNone/>
              <a:defRPr sz="1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Contact Details</a:t>
            </a:r>
          </a:p>
        </p:txBody>
      </p:sp>
      <p:sp>
        <p:nvSpPr>
          <p:cNvPr id="30" name="Datumsplatzhalter 29">
            <a:extLst>
              <a:ext uri="{FF2B5EF4-FFF2-40B4-BE49-F238E27FC236}">
                <a16:creationId xmlns:a16="http://schemas.microsoft.com/office/drawing/2014/main" id="{7BAC9C67-E2A9-F40C-A076-73D55ED36A14}"/>
              </a:ext>
            </a:extLst>
          </p:cNvPr>
          <p:cNvSpPr>
            <a:spLocks noGrp="1"/>
          </p:cNvSpPr>
          <p:nvPr>
            <p:ph type="dt" sz="half" idx="15"/>
          </p:nvPr>
        </p:nvSpPr>
        <p:spPr bwMode="auto"/>
        <p:txBody>
          <a:bodyPr/>
          <a:lstStyle>
            <a:lvl1pPr>
              <a:defRPr>
                <a:solidFill>
                  <a:srgbClr val="99A9AD"/>
                </a:solidFill>
              </a:defRPr>
            </a:lvl1pPr>
          </a:lstStyle>
          <a:p>
            <a:r>
              <a:rPr lang="de-DE"/>
              <a:t>01.11.2023</a:t>
            </a:r>
            <a:endParaRPr lang="en-US"/>
          </a:p>
        </p:txBody>
      </p:sp>
      <p:sp>
        <p:nvSpPr>
          <p:cNvPr id="31" name="Fußzeilenplatzhalter 30">
            <a:extLst>
              <a:ext uri="{FF2B5EF4-FFF2-40B4-BE49-F238E27FC236}">
                <a16:creationId xmlns:a16="http://schemas.microsoft.com/office/drawing/2014/main" id="{23235CD4-3F56-2640-0F79-7EA108D40DF2}"/>
              </a:ext>
            </a:extLst>
          </p:cNvPr>
          <p:cNvSpPr>
            <a:spLocks noGrp="1"/>
          </p:cNvSpPr>
          <p:nvPr>
            <p:ph type="ftr" sz="quarter" idx="16"/>
          </p:nvPr>
        </p:nvSpPr>
        <p:spPr bwMode="auto"/>
        <p:txBody>
          <a:bodyPr/>
          <a:lstStyle>
            <a:lvl1pPr>
              <a:defRPr>
                <a:solidFill>
                  <a:srgbClr val="99A9AD"/>
                </a:solidFill>
              </a:defRPr>
            </a:lvl1pPr>
          </a:lstStyle>
          <a:p>
            <a:r>
              <a:rPr lang="en-US"/>
              <a:t>Department K-OE  |  Presentation title  |  CSD-class</a:t>
            </a:r>
          </a:p>
        </p:txBody>
      </p:sp>
      <p:pic>
        <p:nvPicPr>
          <p:cNvPr id="4" name="Graphic 3">
            <a:extLst>
              <a:ext uri="{FF2B5EF4-FFF2-40B4-BE49-F238E27FC236}">
                <a16:creationId xmlns:a16="http://schemas.microsoft.com/office/drawing/2014/main" id="{09771D47-9537-4C98-42D4-F6F9C5E4D5E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8657439" y="338255"/>
            <a:ext cx="3136372" cy="442308"/>
          </a:xfrm>
          <a:prstGeom prst="rect">
            <a:avLst/>
          </a:prstGeom>
        </p:spPr>
      </p:pic>
      <p:sp>
        <p:nvSpPr>
          <p:cNvPr id="5" name="Slide Number Placeholder">
            <a:extLst>
              <a:ext uri="{FF2B5EF4-FFF2-40B4-BE49-F238E27FC236}">
                <a16:creationId xmlns:a16="http://schemas.microsoft.com/office/drawing/2014/main" id="{A178DE4B-3D2C-5E55-FB63-850C65700BBD}"/>
              </a:ext>
            </a:extLst>
          </p:cNvPr>
          <p:cNvSpPr>
            <a:spLocks noGrp="1"/>
          </p:cNvSpPr>
          <p:nvPr>
            <p:ph type="sldNum" sz="quarter" idx="12"/>
          </p:nvPr>
        </p:nvSpPr>
        <p:spPr>
          <a:xfrm>
            <a:off x="11424012" y="6579882"/>
            <a:ext cx="360000" cy="125999"/>
          </a:xfrm>
        </p:spPr>
        <p:txBody>
          <a:bodyPr/>
          <a:lstStyle/>
          <a:p>
            <a:fld id="{445898F2-00FF-CD47-84F0-CF0F3C88FCDD}" type="slidenum">
              <a:rPr lang="en-GB" smtClean="0"/>
              <a:t>‹#›</a:t>
            </a:fld>
            <a:endParaRPr lang="en-GB" dirty="0"/>
          </a:p>
        </p:txBody>
      </p:sp>
    </p:spTree>
    <p:extLst>
      <p:ext uri="{BB962C8B-B14F-4D97-AF65-F5344CB8AC3E}">
        <p14:creationId xmlns:p14="http://schemas.microsoft.com/office/powerpoint/2010/main" val="272485506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Volkswagen Group brands on Deep Space Blue ">
    <p:bg>
      <p:bgRef idx="1001">
        <a:schemeClr val="bg2"/>
      </p:bgRef>
    </p:bg>
    <p:spTree>
      <p:nvGrpSpPr>
        <p:cNvPr id="1" name=""/>
        <p:cNvGrpSpPr/>
        <p:nvPr/>
      </p:nvGrpSpPr>
      <p:grpSpPr>
        <a:xfrm>
          <a:off x="0" y="0"/>
          <a:ext cx="0" cy="0"/>
          <a:chOff x="0" y="0"/>
          <a:chExt cx="0" cy="0"/>
        </a:xfrm>
      </p:grpSpPr>
      <p:grpSp>
        <p:nvGrpSpPr>
          <p:cNvPr id="39" name="Frame">
            <a:extLst>
              <a:ext uri="{FF2B5EF4-FFF2-40B4-BE49-F238E27FC236}">
                <a16:creationId xmlns:a16="http://schemas.microsoft.com/office/drawing/2014/main" id="{14204BA2-39D9-68FF-43BC-66943F550F34}"/>
              </a:ext>
            </a:extLst>
          </p:cNvPr>
          <p:cNvGrpSpPr/>
          <p:nvPr userDrawn="1"/>
        </p:nvGrpSpPr>
        <p:grpSpPr>
          <a:xfrm>
            <a:off x="2127250" y="1647825"/>
            <a:ext cx="7937500" cy="3562350"/>
            <a:chOff x="2127250" y="1647825"/>
            <a:chExt cx="7937500" cy="3562350"/>
          </a:xfrm>
        </p:grpSpPr>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 name="Freeform 5">
              <a:extLst>
                <a:ext uri="{FF2B5EF4-FFF2-40B4-BE49-F238E27FC236}">
                  <a16:creationId xmlns:a16="http://schemas.microsoft.com/office/drawing/2014/main" id="{B34EFAEC-1CB4-8F83-C3A3-020E24A1EE4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7" name="Freeform 6">
              <a:extLst>
                <a:ext uri="{FF2B5EF4-FFF2-40B4-BE49-F238E27FC236}">
                  <a16:creationId xmlns:a16="http://schemas.microsoft.com/office/drawing/2014/main" id="{11B441BF-21D7-A2DE-EBBE-47C98F36D2B3}"/>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 name="Freeform 8">
              <a:extLst>
                <a:ext uri="{FF2B5EF4-FFF2-40B4-BE49-F238E27FC236}">
                  <a16:creationId xmlns:a16="http://schemas.microsoft.com/office/drawing/2014/main" id="{067E97CF-2210-4584-7273-7DF954260400}"/>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CA2715A5-00EE-9E86-0242-1BF3BA5B5334}"/>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BDDB7B7E-76EF-6FEA-D9AF-AC7B8C754646}"/>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6F308E4-83E5-D274-88DE-0F4E703E61C4}"/>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09C248A1-8291-F9E7-9656-FBACDC4DB845}"/>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C1F00D78-99AA-6DD7-482A-C14559B1F105}"/>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123C5C2E-9B7A-730C-6C08-6B3D53B85430}"/>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B723BDC3-01FD-19AB-75FA-7F7CBDFA3060}"/>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F58E9E53-ABC9-F970-A950-394240EA53A1}"/>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sp>
        <p:nvSpPr>
          <p:cNvPr id="76" name="Note">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a:solidFill>
                  <a:srgbClr val="FF0000"/>
                </a:solidFill>
              </a:rPr>
              <a:t>These logos are available </a:t>
            </a:r>
            <a:br>
              <a:rPr lang="en-GB" sz="1000">
                <a:solidFill>
                  <a:srgbClr val="FF0000"/>
                </a:solidFill>
              </a:rPr>
            </a:br>
            <a:r>
              <a:rPr lang="en-GB" sz="1000">
                <a:solidFill>
                  <a:srgbClr val="FF0000"/>
                </a:solidFill>
              </a:rPr>
              <a:t>in master view.</a:t>
            </a:r>
          </a:p>
        </p:txBody>
      </p:sp>
      <p:sp>
        <p:nvSpPr>
          <p:cNvPr id="14" name="MOIA">
            <a:extLst>
              <a:ext uri="{FF2B5EF4-FFF2-40B4-BE49-F238E27FC236}">
                <a16:creationId xmlns:a16="http://schemas.microsoft.com/office/drawing/2014/main" id="{F2B51C5D-E205-7C38-DED4-D54B57CF1AD6}"/>
              </a:ext>
            </a:extLst>
          </p:cNvPr>
          <p:cNvSpPr/>
          <p:nvPr userDrawn="1"/>
        </p:nvSpPr>
        <p:spPr>
          <a:xfrm>
            <a:off x="8785966" y="4512648"/>
            <a:ext cx="964565" cy="204471"/>
          </a:xfrm>
          <a:custGeom>
            <a:avLst/>
            <a:gdLst>
              <a:gd name="connsiteX0" fmla="*/ 436245 w 964565"/>
              <a:gd name="connsiteY0" fmla="*/ 29846 h 204471"/>
              <a:gd name="connsiteX1" fmla="*/ 365759 w 964565"/>
              <a:gd name="connsiteY1" fmla="*/ 102236 h 204471"/>
              <a:gd name="connsiteX2" fmla="*/ 436245 w 964565"/>
              <a:gd name="connsiteY2" fmla="*/ 174625 h 204471"/>
              <a:gd name="connsiteX3" fmla="*/ 506729 w 964565"/>
              <a:gd name="connsiteY3" fmla="*/ 102236 h 204471"/>
              <a:gd name="connsiteX4" fmla="*/ 436245 w 964565"/>
              <a:gd name="connsiteY4" fmla="*/ 29846 h 204471"/>
              <a:gd name="connsiteX5" fmla="*/ 647064 w 964565"/>
              <a:gd name="connsiteY5" fmla="*/ 2541 h 204471"/>
              <a:gd name="connsiteX6" fmla="*/ 680084 w 964565"/>
              <a:gd name="connsiteY6" fmla="*/ 2541 h 204471"/>
              <a:gd name="connsiteX7" fmla="*/ 680084 w 964565"/>
              <a:gd name="connsiteY7" fmla="*/ 201930 h 204471"/>
              <a:gd name="connsiteX8" fmla="*/ 647064 w 964565"/>
              <a:gd name="connsiteY8" fmla="*/ 201930 h 204471"/>
              <a:gd name="connsiteX9" fmla="*/ 83820 w 964565"/>
              <a:gd name="connsiteY9" fmla="*/ 636 h 204471"/>
              <a:gd name="connsiteX10" fmla="*/ 85725 w 964565"/>
              <a:gd name="connsiteY10" fmla="*/ 1906 h 204471"/>
              <a:gd name="connsiteX11" fmla="*/ 133350 w 964565"/>
              <a:gd name="connsiteY11" fmla="*/ 128906 h 204471"/>
              <a:gd name="connsiteX12" fmla="*/ 142239 w 964565"/>
              <a:gd name="connsiteY12" fmla="*/ 104775 h 204471"/>
              <a:gd name="connsiteX13" fmla="*/ 180975 w 964565"/>
              <a:gd name="connsiteY13" fmla="*/ 1906 h 204471"/>
              <a:gd name="connsiteX14" fmla="*/ 182879 w 964565"/>
              <a:gd name="connsiteY14" fmla="*/ 636 h 204471"/>
              <a:gd name="connsiteX15" fmla="*/ 184784 w 964565"/>
              <a:gd name="connsiteY15" fmla="*/ 1906 h 204471"/>
              <a:gd name="connsiteX16" fmla="*/ 267334 w 964565"/>
              <a:gd name="connsiteY16" fmla="*/ 200661 h 204471"/>
              <a:gd name="connsiteX17" fmla="*/ 234314 w 964565"/>
              <a:gd name="connsiteY17" fmla="*/ 200661 h 204471"/>
              <a:gd name="connsiteX18" fmla="*/ 184150 w 964565"/>
              <a:gd name="connsiteY18" fmla="*/ 75566 h 204471"/>
              <a:gd name="connsiteX19" fmla="*/ 135254 w 964565"/>
              <a:gd name="connsiteY19" fmla="*/ 200661 h 204471"/>
              <a:gd name="connsiteX20" fmla="*/ 133350 w 964565"/>
              <a:gd name="connsiteY20" fmla="*/ 201931 h 204471"/>
              <a:gd name="connsiteX21" fmla="*/ 131445 w 964565"/>
              <a:gd name="connsiteY21" fmla="*/ 200661 h 204471"/>
              <a:gd name="connsiteX22" fmla="*/ 83184 w 964565"/>
              <a:gd name="connsiteY22" fmla="*/ 75566 h 204471"/>
              <a:gd name="connsiteX23" fmla="*/ 58420 w 964565"/>
              <a:gd name="connsiteY23" fmla="*/ 140336 h 204471"/>
              <a:gd name="connsiteX24" fmla="*/ 33020 w 964565"/>
              <a:gd name="connsiteY24" fmla="*/ 201297 h 204471"/>
              <a:gd name="connsiteX25" fmla="*/ 0 w 964565"/>
              <a:gd name="connsiteY25" fmla="*/ 201297 h 204471"/>
              <a:gd name="connsiteX26" fmla="*/ 81914 w 964565"/>
              <a:gd name="connsiteY26" fmla="*/ 1906 h 204471"/>
              <a:gd name="connsiteX27" fmla="*/ 83820 w 964565"/>
              <a:gd name="connsiteY27" fmla="*/ 636 h 204471"/>
              <a:gd name="connsiteX28" fmla="*/ 876934 w 964565"/>
              <a:gd name="connsiteY28" fmla="*/ 0 h 204471"/>
              <a:gd name="connsiteX29" fmla="*/ 878204 w 964565"/>
              <a:gd name="connsiteY29" fmla="*/ 1271 h 204471"/>
              <a:gd name="connsiteX30" fmla="*/ 964565 w 964565"/>
              <a:gd name="connsiteY30" fmla="*/ 201930 h 204471"/>
              <a:gd name="connsiteX31" fmla="*/ 934084 w 964565"/>
              <a:gd name="connsiteY31" fmla="*/ 201930 h 204471"/>
              <a:gd name="connsiteX32" fmla="*/ 876300 w 964565"/>
              <a:gd name="connsiteY32" fmla="*/ 68580 h 204471"/>
              <a:gd name="connsiteX33" fmla="*/ 819150 w 964565"/>
              <a:gd name="connsiteY33" fmla="*/ 201930 h 204471"/>
              <a:gd name="connsiteX34" fmla="*/ 788670 w 964565"/>
              <a:gd name="connsiteY34" fmla="*/ 201930 h 204471"/>
              <a:gd name="connsiteX35" fmla="*/ 875665 w 964565"/>
              <a:gd name="connsiteY35" fmla="*/ 1271 h 204471"/>
              <a:gd name="connsiteX36" fmla="*/ 876934 w 964565"/>
              <a:gd name="connsiteY36" fmla="*/ 0 h 204471"/>
              <a:gd name="connsiteX37" fmla="*/ 436245 w 964565"/>
              <a:gd name="connsiteY37" fmla="*/ 0 h 204471"/>
              <a:gd name="connsiteX38" fmla="*/ 538479 w 964565"/>
              <a:gd name="connsiteY38" fmla="*/ 102236 h 204471"/>
              <a:gd name="connsiteX39" fmla="*/ 436245 w 964565"/>
              <a:gd name="connsiteY39" fmla="*/ 204471 h 204471"/>
              <a:gd name="connsiteX40" fmla="*/ 334009 w 964565"/>
              <a:gd name="connsiteY40" fmla="*/ 102236 h 204471"/>
              <a:gd name="connsiteX41" fmla="*/ 436245 w 964565"/>
              <a:gd name="connsiteY41" fmla="*/ 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4565" h="204471">
                <a:moveTo>
                  <a:pt x="436245" y="29846"/>
                </a:moveTo>
                <a:cubicBezTo>
                  <a:pt x="396875" y="29846"/>
                  <a:pt x="366395" y="61596"/>
                  <a:pt x="365759" y="102236"/>
                </a:cubicBezTo>
                <a:cubicBezTo>
                  <a:pt x="365759" y="142875"/>
                  <a:pt x="396875" y="174625"/>
                  <a:pt x="436245" y="174625"/>
                </a:cubicBezTo>
                <a:cubicBezTo>
                  <a:pt x="475614" y="174625"/>
                  <a:pt x="506729" y="142875"/>
                  <a:pt x="506729" y="102236"/>
                </a:cubicBezTo>
                <a:cubicBezTo>
                  <a:pt x="506729" y="61596"/>
                  <a:pt x="475614" y="29846"/>
                  <a:pt x="436245" y="29846"/>
                </a:cubicBezTo>
                <a:close/>
                <a:moveTo>
                  <a:pt x="647064" y="2541"/>
                </a:moveTo>
                <a:lnTo>
                  <a:pt x="680084" y="2541"/>
                </a:lnTo>
                <a:lnTo>
                  <a:pt x="680084" y="201930"/>
                </a:lnTo>
                <a:lnTo>
                  <a:pt x="647064" y="201930"/>
                </a:lnTo>
                <a:close/>
                <a:moveTo>
                  <a:pt x="83820" y="636"/>
                </a:moveTo>
                <a:cubicBezTo>
                  <a:pt x="84454" y="636"/>
                  <a:pt x="85089" y="1272"/>
                  <a:pt x="85725" y="1906"/>
                </a:cubicBezTo>
                <a:lnTo>
                  <a:pt x="133350" y="128906"/>
                </a:lnTo>
                <a:lnTo>
                  <a:pt x="142239" y="104775"/>
                </a:lnTo>
                <a:lnTo>
                  <a:pt x="180975" y="1906"/>
                </a:lnTo>
                <a:cubicBezTo>
                  <a:pt x="180975" y="1272"/>
                  <a:pt x="181609" y="636"/>
                  <a:pt x="182879" y="636"/>
                </a:cubicBezTo>
                <a:cubicBezTo>
                  <a:pt x="183514" y="636"/>
                  <a:pt x="184150" y="1272"/>
                  <a:pt x="184784" y="1906"/>
                </a:cubicBezTo>
                <a:lnTo>
                  <a:pt x="267334" y="200661"/>
                </a:lnTo>
                <a:lnTo>
                  <a:pt x="234314" y="200661"/>
                </a:lnTo>
                <a:lnTo>
                  <a:pt x="184150" y="75566"/>
                </a:lnTo>
                <a:lnTo>
                  <a:pt x="135254" y="200661"/>
                </a:lnTo>
                <a:cubicBezTo>
                  <a:pt x="134620" y="201297"/>
                  <a:pt x="133984" y="201931"/>
                  <a:pt x="133350" y="201931"/>
                </a:cubicBezTo>
                <a:cubicBezTo>
                  <a:pt x="132714" y="201931"/>
                  <a:pt x="131445" y="201297"/>
                  <a:pt x="131445" y="200661"/>
                </a:cubicBezTo>
                <a:lnTo>
                  <a:pt x="83184" y="75566"/>
                </a:lnTo>
                <a:lnTo>
                  <a:pt x="58420" y="140336"/>
                </a:lnTo>
                <a:lnTo>
                  <a:pt x="33020" y="201297"/>
                </a:lnTo>
                <a:lnTo>
                  <a:pt x="0" y="201297"/>
                </a:lnTo>
                <a:lnTo>
                  <a:pt x="81914" y="1906"/>
                </a:lnTo>
                <a:cubicBezTo>
                  <a:pt x="81914" y="1272"/>
                  <a:pt x="82550" y="636"/>
                  <a:pt x="83820" y="636"/>
                </a:cubicBezTo>
                <a:close/>
                <a:moveTo>
                  <a:pt x="876934" y="0"/>
                </a:moveTo>
                <a:cubicBezTo>
                  <a:pt x="877570" y="0"/>
                  <a:pt x="878204" y="636"/>
                  <a:pt x="878204" y="1271"/>
                </a:cubicBezTo>
                <a:lnTo>
                  <a:pt x="964565" y="201930"/>
                </a:lnTo>
                <a:lnTo>
                  <a:pt x="934084" y="201930"/>
                </a:lnTo>
                <a:lnTo>
                  <a:pt x="876300" y="68580"/>
                </a:lnTo>
                <a:lnTo>
                  <a:pt x="819150" y="201930"/>
                </a:lnTo>
                <a:lnTo>
                  <a:pt x="788670" y="201930"/>
                </a:lnTo>
                <a:lnTo>
                  <a:pt x="875665" y="1271"/>
                </a:lnTo>
                <a:cubicBezTo>
                  <a:pt x="875665" y="636"/>
                  <a:pt x="876300" y="0"/>
                  <a:pt x="876934" y="0"/>
                </a:cubicBezTo>
                <a:close/>
                <a:moveTo>
                  <a:pt x="436245" y="0"/>
                </a:moveTo>
                <a:cubicBezTo>
                  <a:pt x="492759" y="0"/>
                  <a:pt x="538479" y="45721"/>
                  <a:pt x="538479" y="102236"/>
                </a:cubicBezTo>
                <a:cubicBezTo>
                  <a:pt x="538479" y="158750"/>
                  <a:pt x="492759" y="204471"/>
                  <a:pt x="436245" y="204471"/>
                </a:cubicBezTo>
                <a:cubicBezTo>
                  <a:pt x="380364" y="204471"/>
                  <a:pt x="334645" y="158750"/>
                  <a:pt x="334009" y="102236"/>
                </a:cubicBezTo>
                <a:cubicBezTo>
                  <a:pt x="334009" y="45721"/>
                  <a:pt x="379729" y="0"/>
                  <a:pt x="436245" y="0"/>
                </a:cubicBezTo>
                <a:close/>
              </a:path>
            </a:pathLst>
          </a:custGeom>
          <a:solidFill>
            <a:schemeClr val="tx2"/>
          </a:solidFill>
          <a:ln w="6350" cap="flat">
            <a:noFill/>
            <a:prstDash val="solid"/>
            <a:miter/>
          </a:ln>
        </p:spPr>
        <p:txBody>
          <a:bodyPr wrap="square" rtlCol="0" anchor="ctr">
            <a:noAutofit/>
          </a:bodyPr>
          <a:lstStyle/>
          <a:p>
            <a:endParaRPr lang="en-GB">
              <a:solidFill>
                <a:schemeClr val="tx2"/>
              </a:solidFill>
            </a:endParaRPr>
          </a:p>
        </p:txBody>
      </p:sp>
      <p:sp>
        <p:nvSpPr>
          <p:cNvPr id="12" name="CARIAD">
            <a:extLst>
              <a:ext uri="{FF2B5EF4-FFF2-40B4-BE49-F238E27FC236}">
                <a16:creationId xmlns:a16="http://schemas.microsoft.com/office/drawing/2014/main" id="{C7C88EA6-EE08-788D-A978-27C3BEA840A6}"/>
              </a:ext>
            </a:extLst>
          </p:cNvPr>
          <p:cNvSpPr/>
          <p:nvPr userDrawn="1"/>
        </p:nvSpPr>
        <p:spPr>
          <a:xfrm>
            <a:off x="7020308" y="4536769"/>
            <a:ext cx="1321435" cy="156845"/>
          </a:xfrm>
          <a:custGeom>
            <a:avLst/>
            <a:gdLst>
              <a:gd name="connsiteX0" fmla="*/ 960119 w 1321435"/>
              <a:gd name="connsiteY0" fmla="*/ 102236 h 156845"/>
              <a:gd name="connsiteX1" fmla="*/ 1019174 w 1321435"/>
              <a:gd name="connsiteY1" fmla="*/ 102236 h 156845"/>
              <a:gd name="connsiteX2" fmla="*/ 1019174 w 1321435"/>
              <a:gd name="connsiteY2" fmla="*/ 111125 h 156845"/>
              <a:gd name="connsiteX3" fmla="*/ 960119 w 1321435"/>
              <a:gd name="connsiteY3" fmla="*/ 111125 h 156845"/>
              <a:gd name="connsiteX4" fmla="*/ 298450 w 1321435"/>
              <a:gd name="connsiteY4" fmla="*/ 102236 h 156845"/>
              <a:gd name="connsiteX5" fmla="*/ 357505 w 1321435"/>
              <a:gd name="connsiteY5" fmla="*/ 102236 h 156845"/>
              <a:gd name="connsiteX6" fmla="*/ 357505 w 1321435"/>
              <a:gd name="connsiteY6" fmla="*/ 111125 h 156845"/>
              <a:gd name="connsiteX7" fmla="*/ 298450 w 1321435"/>
              <a:gd name="connsiteY7" fmla="*/ 111125 h 156845"/>
              <a:gd name="connsiteX8" fmla="*/ 593724 w 1321435"/>
              <a:gd name="connsiteY8" fmla="*/ 86995 h 156845"/>
              <a:gd name="connsiteX9" fmla="*/ 629919 w 1321435"/>
              <a:gd name="connsiteY9" fmla="*/ 149861 h 156845"/>
              <a:gd name="connsiteX10" fmla="*/ 622299 w 1321435"/>
              <a:gd name="connsiteY10" fmla="*/ 154306 h 156845"/>
              <a:gd name="connsiteX11" fmla="*/ 586104 w 1321435"/>
              <a:gd name="connsiteY11" fmla="*/ 91441 h 156845"/>
              <a:gd name="connsiteX12" fmla="*/ 544830 w 1321435"/>
              <a:gd name="connsiteY12" fmla="*/ 10161 h 156845"/>
              <a:gd name="connsiteX13" fmla="*/ 544830 w 1321435"/>
              <a:gd name="connsiteY13" fmla="*/ 70486 h 156845"/>
              <a:gd name="connsiteX14" fmla="*/ 579755 w 1321435"/>
              <a:gd name="connsiteY14" fmla="*/ 70486 h 156845"/>
              <a:gd name="connsiteX15" fmla="*/ 608965 w 1321435"/>
              <a:gd name="connsiteY15" fmla="*/ 62866 h 156845"/>
              <a:gd name="connsiteX16" fmla="*/ 618490 w 1321435"/>
              <a:gd name="connsiteY16" fmla="*/ 40641 h 156845"/>
              <a:gd name="connsiteX17" fmla="*/ 615315 w 1321435"/>
              <a:gd name="connsiteY17" fmla="*/ 26036 h 156845"/>
              <a:gd name="connsiteX18" fmla="*/ 606425 w 1321435"/>
              <a:gd name="connsiteY18" fmla="*/ 16511 h 156845"/>
              <a:gd name="connsiteX19" fmla="*/ 593090 w 1321435"/>
              <a:gd name="connsiteY19" fmla="*/ 11430 h 156845"/>
              <a:gd name="connsiteX20" fmla="*/ 577850 w 1321435"/>
              <a:gd name="connsiteY20" fmla="*/ 10161 h 156845"/>
              <a:gd name="connsiteX21" fmla="*/ 536575 w 1321435"/>
              <a:gd name="connsiteY21" fmla="*/ 2541 h 156845"/>
              <a:gd name="connsiteX22" fmla="*/ 580390 w 1321435"/>
              <a:gd name="connsiteY22" fmla="*/ 2541 h 156845"/>
              <a:gd name="connsiteX23" fmla="*/ 596900 w 1321435"/>
              <a:gd name="connsiteY23" fmla="*/ 3811 h 156845"/>
              <a:gd name="connsiteX24" fmla="*/ 612140 w 1321435"/>
              <a:gd name="connsiteY24" fmla="*/ 9525 h 156845"/>
              <a:gd name="connsiteX25" fmla="*/ 623570 w 1321435"/>
              <a:gd name="connsiteY25" fmla="*/ 20955 h 156845"/>
              <a:gd name="connsiteX26" fmla="*/ 628015 w 1321435"/>
              <a:gd name="connsiteY26" fmla="*/ 40005 h 156845"/>
              <a:gd name="connsiteX27" fmla="*/ 623570 w 1321435"/>
              <a:gd name="connsiteY27" fmla="*/ 58420 h 156845"/>
              <a:gd name="connsiteX28" fmla="*/ 612775 w 1321435"/>
              <a:gd name="connsiteY28" fmla="*/ 69850 h 156845"/>
              <a:gd name="connsiteX29" fmla="*/ 598805 w 1321435"/>
              <a:gd name="connsiteY29" fmla="*/ 76200 h 156845"/>
              <a:gd name="connsiteX30" fmla="*/ 583565 w 1321435"/>
              <a:gd name="connsiteY30" fmla="*/ 78105 h 156845"/>
              <a:gd name="connsiteX31" fmla="*/ 579120 w 1321435"/>
              <a:gd name="connsiteY31" fmla="*/ 78741 h 156845"/>
              <a:gd name="connsiteX32" fmla="*/ 545465 w 1321435"/>
              <a:gd name="connsiteY32" fmla="*/ 78741 h 156845"/>
              <a:gd name="connsiteX33" fmla="*/ 545465 w 1321435"/>
              <a:gd name="connsiteY33" fmla="*/ 152400 h 156845"/>
              <a:gd name="connsiteX34" fmla="*/ 536575 w 1321435"/>
              <a:gd name="connsiteY34" fmla="*/ 152400 h 156845"/>
              <a:gd name="connsiteX35" fmla="*/ 1219200 w 1321435"/>
              <a:gd name="connsiteY35" fmla="*/ 1906 h 156845"/>
              <a:gd name="connsiteX36" fmla="*/ 1247140 w 1321435"/>
              <a:gd name="connsiteY36" fmla="*/ 1906 h 156845"/>
              <a:gd name="connsiteX37" fmla="*/ 1321435 w 1321435"/>
              <a:gd name="connsiteY37" fmla="*/ 78106 h 156845"/>
              <a:gd name="connsiteX38" fmla="*/ 1247140 w 1321435"/>
              <a:gd name="connsiteY38" fmla="*/ 154306 h 156845"/>
              <a:gd name="connsiteX39" fmla="*/ 1219200 w 1321435"/>
              <a:gd name="connsiteY39" fmla="*/ 154306 h 156845"/>
              <a:gd name="connsiteX40" fmla="*/ 1219200 w 1321435"/>
              <a:gd name="connsiteY40" fmla="*/ 144781 h 156845"/>
              <a:gd name="connsiteX41" fmla="*/ 1247140 w 1321435"/>
              <a:gd name="connsiteY41" fmla="*/ 144781 h 156845"/>
              <a:gd name="connsiteX42" fmla="*/ 1312545 w 1321435"/>
              <a:gd name="connsiteY42" fmla="*/ 78106 h 156845"/>
              <a:gd name="connsiteX43" fmla="*/ 1247140 w 1321435"/>
              <a:gd name="connsiteY43" fmla="*/ 11431 h 156845"/>
              <a:gd name="connsiteX44" fmla="*/ 1219200 w 1321435"/>
              <a:gd name="connsiteY44" fmla="*/ 11431 h 156845"/>
              <a:gd name="connsiteX45" fmla="*/ 1199515 w 1321435"/>
              <a:gd name="connsiteY45" fmla="*/ 1906 h 156845"/>
              <a:gd name="connsiteX46" fmla="*/ 1208404 w 1321435"/>
              <a:gd name="connsiteY46" fmla="*/ 1906 h 156845"/>
              <a:gd name="connsiteX47" fmla="*/ 1208404 w 1321435"/>
              <a:gd name="connsiteY47" fmla="*/ 151767 h 156845"/>
              <a:gd name="connsiteX48" fmla="*/ 1199515 w 1321435"/>
              <a:gd name="connsiteY48" fmla="*/ 151767 h 156845"/>
              <a:gd name="connsiteX49" fmla="*/ 986154 w 1321435"/>
              <a:gd name="connsiteY49" fmla="*/ 1906 h 156845"/>
              <a:gd name="connsiteX50" fmla="*/ 995045 w 1321435"/>
              <a:gd name="connsiteY50" fmla="*/ 1906 h 156845"/>
              <a:gd name="connsiteX51" fmla="*/ 1058545 w 1321435"/>
              <a:gd name="connsiteY51" fmla="*/ 150495 h 156845"/>
              <a:gd name="connsiteX52" fmla="*/ 1050290 w 1321435"/>
              <a:gd name="connsiteY52" fmla="*/ 154306 h 156845"/>
              <a:gd name="connsiteX53" fmla="*/ 990600 w 1321435"/>
              <a:gd name="connsiteY53" fmla="*/ 13336 h 156845"/>
              <a:gd name="connsiteX54" fmla="*/ 931545 w 1321435"/>
              <a:gd name="connsiteY54" fmla="*/ 154306 h 156845"/>
              <a:gd name="connsiteX55" fmla="*/ 923290 w 1321435"/>
              <a:gd name="connsiteY55" fmla="*/ 150495 h 156845"/>
              <a:gd name="connsiteX56" fmla="*/ 772794 w 1321435"/>
              <a:gd name="connsiteY56" fmla="*/ 1906 h 156845"/>
              <a:gd name="connsiteX57" fmla="*/ 781684 w 1321435"/>
              <a:gd name="connsiteY57" fmla="*/ 1906 h 156845"/>
              <a:gd name="connsiteX58" fmla="*/ 781684 w 1321435"/>
              <a:gd name="connsiteY58" fmla="*/ 151767 h 156845"/>
              <a:gd name="connsiteX59" fmla="*/ 772794 w 1321435"/>
              <a:gd name="connsiteY59" fmla="*/ 151767 h 156845"/>
              <a:gd name="connsiteX60" fmla="*/ 322579 w 1321435"/>
              <a:gd name="connsiteY60" fmla="*/ 1906 h 156845"/>
              <a:gd name="connsiteX61" fmla="*/ 331470 w 1321435"/>
              <a:gd name="connsiteY61" fmla="*/ 1906 h 156845"/>
              <a:gd name="connsiteX62" fmla="*/ 394970 w 1321435"/>
              <a:gd name="connsiteY62" fmla="*/ 150495 h 156845"/>
              <a:gd name="connsiteX63" fmla="*/ 386715 w 1321435"/>
              <a:gd name="connsiteY63" fmla="*/ 154306 h 156845"/>
              <a:gd name="connsiteX64" fmla="*/ 327025 w 1321435"/>
              <a:gd name="connsiteY64" fmla="*/ 13336 h 156845"/>
              <a:gd name="connsiteX65" fmla="*/ 267970 w 1321435"/>
              <a:gd name="connsiteY65" fmla="*/ 154306 h 156845"/>
              <a:gd name="connsiteX66" fmla="*/ 259715 w 1321435"/>
              <a:gd name="connsiteY66" fmla="*/ 150495 h 156845"/>
              <a:gd name="connsiteX67" fmla="*/ 74930 w 1321435"/>
              <a:gd name="connsiteY67" fmla="*/ 0 h 156845"/>
              <a:gd name="connsiteX68" fmla="*/ 135255 w 1321435"/>
              <a:gd name="connsiteY68" fmla="*/ 31116 h 156845"/>
              <a:gd name="connsiteX69" fmla="*/ 128905 w 1321435"/>
              <a:gd name="connsiteY69" fmla="*/ 36830 h 156845"/>
              <a:gd name="connsiteX70" fmla="*/ 75565 w 1321435"/>
              <a:gd name="connsiteY70" fmla="*/ 8255 h 156845"/>
              <a:gd name="connsiteX71" fmla="*/ 8890 w 1321435"/>
              <a:gd name="connsiteY71" fmla="*/ 78105 h 156845"/>
              <a:gd name="connsiteX72" fmla="*/ 75565 w 1321435"/>
              <a:gd name="connsiteY72" fmla="*/ 147955 h 156845"/>
              <a:gd name="connsiteX73" fmla="*/ 128905 w 1321435"/>
              <a:gd name="connsiteY73" fmla="*/ 119380 h 156845"/>
              <a:gd name="connsiteX74" fmla="*/ 135255 w 1321435"/>
              <a:gd name="connsiteY74" fmla="*/ 125095 h 156845"/>
              <a:gd name="connsiteX75" fmla="*/ 74930 w 1321435"/>
              <a:gd name="connsiteY75" fmla="*/ 156845 h 156845"/>
              <a:gd name="connsiteX76" fmla="*/ 0 w 1321435"/>
              <a:gd name="connsiteY76" fmla="*/ 78105 h 156845"/>
              <a:gd name="connsiteX77" fmla="*/ 74930 w 1321435"/>
              <a:gd name="connsiteY77" fmla="*/ 0 h 15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321435" h="156845">
                <a:moveTo>
                  <a:pt x="960119" y="102236"/>
                </a:moveTo>
                <a:lnTo>
                  <a:pt x="1019174" y="102236"/>
                </a:lnTo>
                <a:lnTo>
                  <a:pt x="1019174" y="111125"/>
                </a:lnTo>
                <a:lnTo>
                  <a:pt x="960119" y="111125"/>
                </a:lnTo>
                <a:close/>
                <a:moveTo>
                  <a:pt x="298450" y="102236"/>
                </a:moveTo>
                <a:lnTo>
                  <a:pt x="357505" y="102236"/>
                </a:lnTo>
                <a:lnTo>
                  <a:pt x="357505" y="111125"/>
                </a:lnTo>
                <a:lnTo>
                  <a:pt x="298450" y="111125"/>
                </a:lnTo>
                <a:close/>
                <a:moveTo>
                  <a:pt x="593724" y="86995"/>
                </a:moveTo>
                <a:lnTo>
                  <a:pt x="629919" y="149861"/>
                </a:lnTo>
                <a:lnTo>
                  <a:pt x="622299" y="154306"/>
                </a:lnTo>
                <a:lnTo>
                  <a:pt x="586104" y="91441"/>
                </a:lnTo>
                <a:close/>
                <a:moveTo>
                  <a:pt x="544830" y="10161"/>
                </a:moveTo>
                <a:lnTo>
                  <a:pt x="544830" y="70486"/>
                </a:lnTo>
                <a:lnTo>
                  <a:pt x="579755" y="70486"/>
                </a:lnTo>
                <a:cubicBezTo>
                  <a:pt x="592455" y="70486"/>
                  <a:pt x="602615" y="67311"/>
                  <a:pt x="608965" y="62866"/>
                </a:cubicBezTo>
                <a:cubicBezTo>
                  <a:pt x="615950" y="57786"/>
                  <a:pt x="618490" y="50800"/>
                  <a:pt x="618490" y="40641"/>
                </a:cubicBezTo>
                <a:cubicBezTo>
                  <a:pt x="618490" y="34925"/>
                  <a:pt x="617220" y="29845"/>
                  <a:pt x="615315" y="26036"/>
                </a:cubicBezTo>
                <a:cubicBezTo>
                  <a:pt x="612775" y="21591"/>
                  <a:pt x="610235" y="18416"/>
                  <a:pt x="606425" y="16511"/>
                </a:cubicBezTo>
                <a:cubicBezTo>
                  <a:pt x="602615" y="13970"/>
                  <a:pt x="598170" y="12700"/>
                  <a:pt x="593090" y="11430"/>
                </a:cubicBezTo>
                <a:cubicBezTo>
                  <a:pt x="588645" y="10795"/>
                  <a:pt x="582930" y="10161"/>
                  <a:pt x="577850" y="10161"/>
                </a:cubicBezTo>
                <a:close/>
                <a:moveTo>
                  <a:pt x="536575" y="2541"/>
                </a:moveTo>
                <a:lnTo>
                  <a:pt x="580390" y="2541"/>
                </a:lnTo>
                <a:cubicBezTo>
                  <a:pt x="585470" y="2541"/>
                  <a:pt x="591820" y="2541"/>
                  <a:pt x="596900" y="3811"/>
                </a:cubicBezTo>
                <a:cubicBezTo>
                  <a:pt x="603250" y="4445"/>
                  <a:pt x="607695" y="6986"/>
                  <a:pt x="612140" y="9525"/>
                </a:cubicBezTo>
                <a:cubicBezTo>
                  <a:pt x="617220" y="12066"/>
                  <a:pt x="621030" y="15875"/>
                  <a:pt x="623570" y="20955"/>
                </a:cubicBezTo>
                <a:cubicBezTo>
                  <a:pt x="626745" y="26036"/>
                  <a:pt x="628015" y="32386"/>
                  <a:pt x="628015" y="40005"/>
                </a:cubicBezTo>
                <a:cubicBezTo>
                  <a:pt x="628015" y="47625"/>
                  <a:pt x="626110" y="53975"/>
                  <a:pt x="623570" y="58420"/>
                </a:cubicBezTo>
                <a:cubicBezTo>
                  <a:pt x="621030" y="62866"/>
                  <a:pt x="617220" y="67311"/>
                  <a:pt x="612775" y="69850"/>
                </a:cubicBezTo>
                <a:cubicBezTo>
                  <a:pt x="608330" y="73025"/>
                  <a:pt x="603250" y="74930"/>
                  <a:pt x="598805" y="76200"/>
                </a:cubicBezTo>
                <a:cubicBezTo>
                  <a:pt x="593725" y="77470"/>
                  <a:pt x="588645" y="78105"/>
                  <a:pt x="583565" y="78105"/>
                </a:cubicBezTo>
                <a:lnTo>
                  <a:pt x="579120" y="78741"/>
                </a:lnTo>
                <a:lnTo>
                  <a:pt x="545465" y="78741"/>
                </a:lnTo>
                <a:lnTo>
                  <a:pt x="545465" y="152400"/>
                </a:lnTo>
                <a:lnTo>
                  <a:pt x="536575" y="152400"/>
                </a:lnTo>
                <a:close/>
                <a:moveTo>
                  <a:pt x="1219200" y="1906"/>
                </a:moveTo>
                <a:lnTo>
                  <a:pt x="1247140" y="1906"/>
                </a:lnTo>
                <a:cubicBezTo>
                  <a:pt x="1288415" y="1906"/>
                  <a:pt x="1321435" y="36195"/>
                  <a:pt x="1321435" y="78106"/>
                </a:cubicBezTo>
                <a:cubicBezTo>
                  <a:pt x="1321435" y="120017"/>
                  <a:pt x="1288415" y="154306"/>
                  <a:pt x="1247140" y="154306"/>
                </a:cubicBezTo>
                <a:lnTo>
                  <a:pt x="1219200" y="154306"/>
                </a:lnTo>
                <a:lnTo>
                  <a:pt x="1219200" y="144781"/>
                </a:lnTo>
                <a:lnTo>
                  <a:pt x="1247140" y="144781"/>
                </a:lnTo>
                <a:cubicBezTo>
                  <a:pt x="1283335" y="144781"/>
                  <a:pt x="1312545" y="114936"/>
                  <a:pt x="1312545" y="78106"/>
                </a:cubicBezTo>
                <a:cubicBezTo>
                  <a:pt x="1312545" y="41276"/>
                  <a:pt x="1283335" y="11431"/>
                  <a:pt x="1247140" y="11431"/>
                </a:cubicBezTo>
                <a:lnTo>
                  <a:pt x="1219200" y="11431"/>
                </a:lnTo>
                <a:close/>
                <a:moveTo>
                  <a:pt x="1199515" y="1906"/>
                </a:moveTo>
                <a:lnTo>
                  <a:pt x="1208404" y="1906"/>
                </a:lnTo>
                <a:lnTo>
                  <a:pt x="1208404" y="151767"/>
                </a:lnTo>
                <a:lnTo>
                  <a:pt x="1199515" y="151767"/>
                </a:lnTo>
                <a:close/>
                <a:moveTo>
                  <a:pt x="986154" y="1906"/>
                </a:moveTo>
                <a:lnTo>
                  <a:pt x="995045" y="1906"/>
                </a:lnTo>
                <a:lnTo>
                  <a:pt x="1058545" y="150495"/>
                </a:lnTo>
                <a:lnTo>
                  <a:pt x="1050290" y="154306"/>
                </a:lnTo>
                <a:lnTo>
                  <a:pt x="990600" y="13336"/>
                </a:lnTo>
                <a:lnTo>
                  <a:pt x="931545" y="154306"/>
                </a:lnTo>
                <a:lnTo>
                  <a:pt x="923290" y="150495"/>
                </a:lnTo>
                <a:close/>
                <a:moveTo>
                  <a:pt x="772794" y="1906"/>
                </a:moveTo>
                <a:lnTo>
                  <a:pt x="781684" y="1906"/>
                </a:lnTo>
                <a:lnTo>
                  <a:pt x="781684" y="151767"/>
                </a:lnTo>
                <a:lnTo>
                  <a:pt x="772794" y="151767"/>
                </a:lnTo>
                <a:close/>
                <a:moveTo>
                  <a:pt x="322579" y="1906"/>
                </a:moveTo>
                <a:lnTo>
                  <a:pt x="331470" y="1906"/>
                </a:lnTo>
                <a:lnTo>
                  <a:pt x="394970" y="150495"/>
                </a:lnTo>
                <a:lnTo>
                  <a:pt x="386715" y="154306"/>
                </a:lnTo>
                <a:lnTo>
                  <a:pt x="327025" y="13336"/>
                </a:lnTo>
                <a:lnTo>
                  <a:pt x="267970" y="154306"/>
                </a:lnTo>
                <a:lnTo>
                  <a:pt x="259715" y="150495"/>
                </a:lnTo>
                <a:close/>
                <a:moveTo>
                  <a:pt x="74930" y="0"/>
                </a:moveTo>
                <a:cubicBezTo>
                  <a:pt x="99695" y="0"/>
                  <a:pt x="121920" y="12066"/>
                  <a:pt x="135255" y="31116"/>
                </a:cubicBezTo>
                <a:lnTo>
                  <a:pt x="128905" y="36830"/>
                </a:lnTo>
                <a:cubicBezTo>
                  <a:pt x="117475" y="19686"/>
                  <a:pt x="97790" y="8255"/>
                  <a:pt x="75565" y="8255"/>
                </a:cubicBezTo>
                <a:cubicBezTo>
                  <a:pt x="38735" y="8255"/>
                  <a:pt x="8890" y="39370"/>
                  <a:pt x="8890" y="78105"/>
                </a:cubicBezTo>
                <a:cubicBezTo>
                  <a:pt x="8890" y="116841"/>
                  <a:pt x="38735" y="147955"/>
                  <a:pt x="75565" y="147955"/>
                </a:cubicBezTo>
                <a:cubicBezTo>
                  <a:pt x="97155" y="147955"/>
                  <a:pt x="116840" y="137161"/>
                  <a:pt x="128905" y="119380"/>
                </a:cubicBezTo>
                <a:lnTo>
                  <a:pt x="135255" y="125095"/>
                </a:lnTo>
                <a:cubicBezTo>
                  <a:pt x="121920" y="144780"/>
                  <a:pt x="99695" y="156845"/>
                  <a:pt x="74930" y="156845"/>
                </a:cubicBezTo>
                <a:cubicBezTo>
                  <a:pt x="33655" y="156845"/>
                  <a:pt x="0" y="121286"/>
                  <a:pt x="0" y="78105"/>
                </a:cubicBezTo>
                <a:cubicBezTo>
                  <a:pt x="0" y="34925"/>
                  <a:pt x="33655" y="0"/>
                  <a:pt x="74930" y="0"/>
                </a:cubicBezTo>
                <a:close/>
              </a:path>
            </a:pathLst>
          </a:custGeom>
          <a:solidFill>
            <a:schemeClr val="tx2"/>
          </a:solidFill>
          <a:ln w="6350" cap="flat">
            <a:noFill/>
            <a:prstDash val="solid"/>
            <a:miter/>
          </a:ln>
        </p:spPr>
        <p:txBody>
          <a:bodyPr wrap="square" rtlCol="0" anchor="ctr">
            <a:noAutofit/>
          </a:bodyPr>
          <a:lstStyle/>
          <a:p>
            <a:endParaRPr lang="en-GB">
              <a:solidFill>
                <a:schemeClr val="tx2"/>
              </a:solidFill>
            </a:endParaRPr>
          </a:p>
        </p:txBody>
      </p:sp>
      <p:sp>
        <p:nvSpPr>
          <p:cNvPr id="16" name="SCANIA">
            <a:extLst>
              <a:ext uri="{FF2B5EF4-FFF2-40B4-BE49-F238E27FC236}">
                <a16:creationId xmlns:a16="http://schemas.microsoft.com/office/drawing/2014/main" id="{C7D4D715-B606-E420-0BFC-66754AF1C445}"/>
              </a:ext>
            </a:extLst>
          </p:cNvPr>
          <p:cNvSpPr/>
          <p:nvPr userDrawn="1"/>
        </p:nvSpPr>
        <p:spPr>
          <a:xfrm>
            <a:off x="5635625" y="4225448"/>
            <a:ext cx="920116" cy="476726"/>
          </a:xfrm>
          <a:custGeom>
            <a:avLst/>
            <a:gdLst>
              <a:gd name="connsiteX0" fmla="*/ 823595 w 920116"/>
              <a:gd name="connsiteY0" fmla="*/ 364332 h 476726"/>
              <a:gd name="connsiteX1" fmla="*/ 804545 w 920116"/>
              <a:gd name="connsiteY1" fmla="*/ 414497 h 476726"/>
              <a:gd name="connsiteX2" fmla="*/ 842645 w 920116"/>
              <a:gd name="connsiteY2" fmla="*/ 414497 h 476726"/>
              <a:gd name="connsiteX3" fmla="*/ 410210 w 920116"/>
              <a:gd name="connsiteY3" fmla="*/ 364331 h 476726"/>
              <a:gd name="connsiteX4" fmla="*/ 391160 w 920116"/>
              <a:gd name="connsiteY4" fmla="*/ 414496 h 476726"/>
              <a:gd name="connsiteX5" fmla="*/ 429260 w 920116"/>
              <a:gd name="connsiteY5" fmla="*/ 414496 h 476726"/>
              <a:gd name="connsiteX6" fmla="*/ 684531 w 920116"/>
              <a:gd name="connsiteY6" fmla="*/ 331947 h 476726"/>
              <a:gd name="connsiteX7" fmla="*/ 737870 w 920116"/>
              <a:gd name="connsiteY7" fmla="*/ 331947 h 476726"/>
              <a:gd name="connsiteX8" fmla="*/ 737870 w 920116"/>
              <a:gd name="connsiteY8" fmla="*/ 445612 h 476726"/>
              <a:gd name="connsiteX9" fmla="*/ 781686 w 920116"/>
              <a:gd name="connsiteY9" fmla="*/ 331947 h 476726"/>
              <a:gd name="connsiteX10" fmla="*/ 866776 w 920116"/>
              <a:gd name="connsiteY10" fmla="*/ 331947 h 476726"/>
              <a:gd name="connsiteX11" fmla="*/ 920116 w 920116"/>
              <a:gd name="connsiteY11" fmla="*/ 471647 h 476726"/>
              <a:gd name="connsiteX12" fmla="*/ 864236 w 920116"/>
              <a:gd name="connsiteY12" fmla="*/ 471647 h 476726"/>
              <a:gd name="connsiteX13" fmla="*/ 856616 w 920116"/>
              <a:gd name="connsiteY13" fmla="*/ 451327 h 476726"/>
              <a:gd name="connsiteX14" fmla="*/ 789941 w 920116"/>
              <a:gd name="connsiteY14" fmla="*/ 451327 h 476726"/>
              <a:gd name="connsiteX15" fmla="*/ 782320 w 920116"/>
              <a:gd name="connsiteY15" fmla="*/ 471647 h 476726"/>
              <a:gd name="connsiteX16" fmla="*/ 684531 w 920116"/>
              <a:gd name="connsiteY16" fmla="*/ 471647 h 476726"/>
              <a:gd name="connsiteX17" fmla="*/ 256540 w 920116"/>
              <a:gd name="connsiteY17" fmla="*/ 324961 h 476726"/>
              <a:gd name="connsiteX18" fmla="*/ 341630 w 920116"/>
              <a:gd name="connsiteY18" fmla="*/ 381476 h 476726"/>
              <a:gd name="connsiteX19" fmla="*/ 341630 w 920116"/>
              <a:gd name="connsiteY19" fmla="*/ 385286 h 476726"/>
              <a:gd name="connsiteX20" fmla="*/ 283845 w 920116"/>
              <a:gd name="connsiteY20" fmla="*/ 385286 h 476726"/>
              <a:gd name="connsiteX21" fmla="*/ 255905 w 920116"/>
              <a:gd name="connsiteY21" fmla="*/ 363696 h 476726"/>
              <a:gd name="connsiteX22" fmla="*/ 226060 w 920116"/>
              <a:gd name="connsiteY22" fmla="*/ 401796 h 476726"/>
              <a:gd name="connsiteX23" fmla="*/ 255905 w 920116"/>
              <a:gd name="connsiteY23" fmla="*/ 439896 h 476726"/>
              <a:gd name="connsiteX24" fmla="*/ 284480 w 920116"/>
              <a:gd name="connsiteY24" fmla="*/ 414496 h 476726"/>
              <a:gd name="connsiteX25" fmla="*/ 336550 w 920116"/>
              <a:gd name="connsiteY25" fmla="*/ 414496 h 476726"/>
              <a:gd name="connsiteX26" fmla="*/ 368300 w 920116"/>
              <a:gd name="connsiteY26" fmla="*/ 331946 h 476726"/>
              <a:gd name="connsiteX27" fmla="*/ 453390 w 920116"/>
              <a:gd name="connsiteY27" fmla="*/ 331946 h 476726"/>
              <a:gd name="connsiteX28" fmla="*/ 497840 w 920116"/>
              <a:gd name="connsiteY28" fmla="*/ 445611 h 476726"/>
              <a:gd name="connsiteX29" fmla="*/ 497840 w 920116"/>
              <a:gd name="connsiteY29" fmla="*/ 331946 h 476726"/>
              <a:gd name="connsiteX30" fmla="*/ 563880 w 920116"/>
              <a:gd name="connsiteY30" fmla="*/ 331946 h 476726"/>
              <a:gd name="connsiteX31" fmla="*/ 619125 w 920116"/>
              <a:gd name="connsiteY31" fmla="*/ 405606 h 476726"/>
              <a:gd name="connsiteX32" fmla="*/ 619125 w 920116"/>
              <a:gd name="connsiteY32" fmla="*/ 331946 h 476726"/>
              <a:gd name="connsiteX33" fmla="*/ 671195 w 920116"/>
              <a:gd name="connsiteY33" fmla="*/ 331946 h 476726"/>
              <a:gd name="connsiteX34" fmla="*/ 671195 w 920116"/>
              <a:gd name="connsiteY34" fmla="*/ 471646 h 476726"/>
              <a:gd name="connsiteX35" fmla="*/ 610235 w 920116"/>
              <a:gd name="connsiteY35" fmla="*/ 471646 h 476726"/>
              <a:gd name="connsiteX36" fmla="*/ 549910 w 920116"/>
              <a:gd name="connsiteY36" fmla="*/ 391001 h 476726"/>
              <a:gd name="connsiteX37" fmla="*/ 549910 w 920116"/>
              <a:gd name="connsiteY37" fmla="*/ 471011 h 476726"/>
              <a:gd name="connsiteX38" fmla="*/ 452120 w 920116"/>
              <a:gd name="connsiteY38" fmla="*/ 471011 h 476726"/>
              <a:gd name="connsiteX39" fmla="*/ 444500 w 920116"/>
              <a:gd name="connsiteY39" fmla="*/ 450691 h 476726"/>
              <a:gd name="connsiteX40" fmla="*/ 377825 w 920116"/>
              <a:gd name="connsiteY40" fmla="*/ 450691 h 476726"/>
              <a:gd name="connsiteX41" fmla="*/ 369570 w 920116"/>
              <a:gd name="connsiteY41" fmla="*/ 470376 h 476726"/>
              <a:gd name="connsiteX42" fmla="*/ 314960 w 920116"/>
              <a:gd name="connsiteY42" fmla="*/ 470376 h 476726"/>
              <a:gd name="connsiteX43" fmla="*/ 321310 w 920116"/>
              <a:gd name="connsiteY43" fmla="*/ 453231 h 476726"/>
              <a:gd name="connsiteX44" fmla="*/ 256540 w 920116"/>
              <a:gd name="connsiteY44" fmla="*/ 476726 h 476726"/>
              <a:gd name="connsiteX45" fmla="*/ 175895 w 920116"/>
              <a:gd name="connsiteY45" fmla="*/ 435451 h 476726"/>
              <a:gd name="connsiteX46" fmla="*/ 86995 w 920116"/>
              <a:gd name="connsiteY46" fmla="*/ 476726 h 476726"/>
              <a:gd name="connsiteX47" fmla="*/ 0 w 920116"/>
              <a:gd name="connsiteY47" fmla="*/ 427831 h 476726"/>
              <a:gd name="connsiteX48" fmla="*/ 0 w 920116"/>
              <a:gd name="connsiteY48" fmla="*/ 424656 h 476726"/>
              <a:gd name="connsiteX49" fmla="*/ 61595 w 920116"/>
              <a:gd name="connsiteY49" fmla="*/ 424656 h 476726"/>
              <a:gd name="connsiteX50" fmla="*/ 89535 w 920116"/>
              <a:gd name="connsiteY50" fmla="*/ 444341 h 476726"/>
              <a:gd name="connsiteX51" fmla="*/ 114300 w 920116"/>
              <a:gd name="connsiteY51" fmla="*/ 432276 h 476726"/>
              <a:gd name="connsiteX52" fmla="*/ 94615 w 920116"/>
              <a:gd name="connsiteY52" fmla="*/ 421481 h 476726"/>
              <a:gd name="connsiteX53" fmla="*/ 53340 w 920116"/>
              <a:gd name="connsiteY53" fmla="*/ 415766 h 476726"/>
              <a:gd name="connsiteX54" fmla="*/ 3810 w 920116"/>
              <a:gd name="connsiteY54" fmla="*/ 375126 h 476726"/>
              <a:gd name="connsiteX55" fmla="*/ 85090 w 920116"/>
              <a:gd name="connsiteY55" fmla="*/ 325596 h 476726"/>
              <a:gd name="connsiteX56" fmla="*/ 167640 w 920116"/>
              <a:gd name="connsiteY56" fmla="*/ 371951 h 476726"/>
              <a:gd name="connsiteX57" fmla="*/ 167640 w 920116"/>
              <a:gd name="connsiteY57" fmla="*/ 373856 h 476726"/>
              <a:gd name="connsiteX58" fmla="*/ 109220 w 920116"/>
              <a:gd name="connsiteY58" fmla="*/ 373856 h 476726"/>
              <a:gd name="connsiteX59" fmla="*/ 83185 w 920116"/>
              <a:gd name="connsiteY59" fmla="*/ 357346 h 476726"/>
              <a:gd name="connsiteX60" fmla="*/ 62865 w 920116"/>
              <a:gd name="connsiteY60" fmla="*/ 369411 h 476726"/>
              <a:gd name="connsiteX61" fmla="*/ 85090 w 920116"/>
              <a:gd name="connsiteY61" fmla="*/ 379571 h 476726"/>
              <a:gd name="connsiteX62" fmla="*/ 121285 w 920116"/>
              <a:gd name="connsiteY62" fmla="*/ 385286 h 476726"/>
              <a:gd name="connsiteX63" fmla="*/ 169545 w 920116"/>
              <a:gd name="connsiteY63" fmla="*/ 404336 h 476726"/>
              <a:gd name="connsiteX64" fmla="*/ 169545 w 920116"/>
              <a:gd name="connsiteY64" fmla="*/ 401161 h 476726"/>
              <a:gd name="connsiteX65" fmla="*/ 256540 w 920116"/>
              <a:gd name="connsiteY65" fmla="*/ 324961 h 476726"/>
              <a:gd name="connsiteX66" fmla="*/ 415926 w 920116"/>
              <a:gd name="connsiteY66" fmla="*/ 250031 h 476726"/>
              <a:gd name="connsiteX67" fmla="*/ 420370 w 920116"/>
              <a:gd name="connsiteY67" fmla="*/ 264636 h 476726"/>
              <a:gd name="connsiteX68" fmla="*/ 500381 w 920116"/>
              <a:gd name="connsiteY68" fmla="*/ 264636 h 476726"/>
              <a:gd name="connsiteX69" fmla="*/ 504826 w 920116"/>
              <a:gd name="connsiteY69" fmla="*/ 250031 h 476726"/>
              <a:gd name="connsiteX70" fmla="*/ 415926 w 920116"/>
              <a:gd name="connsiteY70" fmla="*/ 250031 h 476726"/>
              <a:gd name="connsiteX71" fmla="*/ 581026 w 920116"/>
              <a:gd name="connsiteY71" fmla="*/ 126841 h 476726"/>
              <a:gd name="connsiteX72" fmla="*/ 519431 w 920116"/>
              <a:gd name="connsiteY72" fmla="*/ 233521 h 476726"/>
              <a:gd name="connsiteX73" fmla="*/ 581026 w 920116"/>
              <a:gd name="connsiteY73" fmla="*/ 128111 h 476726"/>
              <a:gd name="connsiteX74" fmla="*/ 339726 w 920116"/>
              <a:gd name="connsiteY74" fmla="*/ 126841 h 476726"/>
              <a:gd name="connsiteX75" fmla="*/ 339726 w 920116"/>
              <a:gd name="connsiteY75" fmla="*/ 128111 h 476726"/>
              <a:gd name="connsiteX76" fmla="*/ 401320 w 920116"/>
              <a:gd name="connsiteY76" fmla="*/ 232886 h 476726"/>
              <a:gd name="connsiteX77" fmla="*/ 339726 w 920116"/>
              <a:gd name="connsiteY77" fmla="*/ 126841 h 476726"/>
              <a:gd name="connsiteX78" fmla="*/ 386716 w 920116"/>
              <a:gd name="connsiteY78" fmla="*/ 124301 h 476726"/>
              <a:gd name="connsiteX79" fmla="*/ 389256 w 920116"/>
              <a:gd name="connsiteY79" fmla="*/ 127476 h 476726"/>
              <a:gd name="connsiteX80" fmla="*/ 412116 w 920116"/>
              <a:gd name="connsiteY80" fmla="*/ 129381 h 476726"/>
              <a:gd name="connsiteX81" fmla="*/ 426086 w 920116"/>
              <a:gd name="connsiteY81" fmla="*/ 126841 h 476726"/>
              <a:gd name="connsiteX82" fmla="*/ 417196 w 920116"/>
              <a:gd name="connsiteY82" fmla="*/ 126206 h 476726"/>
              <a:gd name="connsiteX83" fmla="*/ 386716 w 920116"/>
              <a:gd name="connsiteY83" fmla="*/ 124301 h 476726"/>
              <a:gd name="connsiteX84" fmla="*/ 445135 w 920116"/>
              <a:gd name="connsiteY84" fmla="*/ 120492 h 476726"/>
              <a:gd name="connsiteX85" fmla="*/ 452120 w 920116"/>
              <a:gd name="connsiteY85" fmla="*/ 121762 h 476726"/>
              <a:gd name="connsiteX86" fmla="*/ 462280 w 920116"/>
              <a:gd name="connsiteY86" fmla="*/ 126207 h 476726"/>
              <a:gd name="connsiteX87" fmla="*/ 459105 w 920116"/>
              <a:gd name="connsiteY87" fmla="*/ 127477 h 476726"/>
              <a:gd name="connsiteX88" fmla="*/ 445135 w 920116"/>
              <a:gd name="connsiteY88" fmla="*/ 120492 h 476726"/>
              <a:gd name="connsiteX89" fmla="*/ 485140 w 920116"/>
              <a:gd name="connsiteY89" fmla="*/ 119222 h 476726"/>
              <a:gd name="connsiteX90" fmla="*/ 488950 w 920116"/>
              <a:gd name="connsiteY90" fmla="*/ 155417 h 476726"/>
              <a:gd name="connsiteX91" fmla="*/ 485140 w 920116"/>
              <a:gd name="connsiteY91" fmla="*/ 159862 h 476726"/>
              <a:gd name="connsiteX92" fmla="*/ 485140 w 920116"/>
              <a:gd name="connsiteY92" fmla="*/ 154147 h 476726"/>
              <a:gd name="connsiteX93" fmla="*/ 481965 w 920116"/>
              <a:gd name="connsiteY93" fmla="*/ 141447 h 476726"/>
              <a:gd name="connsiteX94" fmla="*/ 478790 w 920116"/>
              <a:gd name="connsiteY94" fmla="*/ 156687 h 476726"/>
              <a:gd name="connsiteX95" fmla="*/ 466725 w 920116"/>
              <a:gd name="connsiteY95" fmla="*/ 164942 h 476726"/>
              <a:gd name="connsiteX96" fmla="*/ 461645 w 920116"/>
              <a:gd name="connsiteY96" fmla="*/ 166212 h 476726"/>
              <a:gd name="connsiteX97" fmla="*/ 464185 w 920116"/>
              <a:gd name="connsiteY97" fmla="*/ 161767 h 476726"/>
              <a:gd name="connsiteX98" fmla="*/ 467360 w 920116"/>
              <a:gd name="connsiteY98" fmla="*/ 150972 h 476726"/>
              <a:gd name="connsiteX99" fmla="*/ 454025 w 920116"/>
              <a:gd name="connsiteY99" fmla="*/ 160497 h 476726"/>
              <a:gd name="connsiteX100" fmla="*/ 448945 w 920116"/>
              <a:gd name="connsiteY100" fmla="*/ 160497 h 476726"/>
              <a:gd name="connsiteX101" fmla="*/ 452756 w 920116"/>
              <a:gd name="connsiteY101" fmla="*/ 156687 h 476726"/>
              <a:gd name="connsiteX102" fmla="*/ 454660 w 920116"/>
              <a:gd name="connsiteY102" fmla="*/ 146527 h 476726"/>
              <a:gd name="connsiteX103" fmla="*/ 458470 w 920116"/>
              <a:gd name="connsiteY103" fmla="*/ 144622 h 476726"/>
              <a:gd name="connsiteX104" fmla="*/ 459106 w 920116"/>
              <a:gd name="connsiteY104" fmla="*/ 154147 h 476726"/>
              <a:gd name="connsiteX105" fmla="*/ 464185 w 920116"/>
              <a:gd name="connsiteY105" fmla="*/ 143352 h 476726"/>
              <a:gd name="connsiteX106" fmla="*/ 464185 w 920116"/>
              <a:gd name="connsiteY106" fmla="*/ 138272 h 476726"/>
              <a:gd name="connsiteX107" fmla="*/ 467360 w 920116"/>
              <a:gd name="connsiteY107" fmla="*/ 141447 h 476726"/>
              <a:gd name="connsiteX108" fmla="*/ 471170 w 920116"/>
              <a:gd name="connsiteY108" fmla="*/ 158592 h 476726"/>
              <a:gd name="connsiteX109" fmla="*/ 475615 w 920116"/>
              <a:gd name="connsiteY109" fmla="*/ 154147 h 476726"/>
              <a:gd name="connsiteX110" fmla="*/ 476885 w 920116"/>
              <a:gd name="connsiteY110" fmla="*/ 137002 h 476726"/>
              <a:gd name="connsiteX111" fmla="*/ 475615 w 920116"/>
              <a:gd name="connsiteY111" fmla="*/ 133192 h 476726"/>
              <a:gd name="connsiteX112" fmla="*/ 479425 w 920116"/>
              <a:gd name="connsiteY112" fmla="*/ 134462 h 476726"/>
              <a:gd name="connsiteX113" fmla="*/ 488950 w 920116"/>
              <a:gd name="connsiteY113" fmla="*/ 147162 h 476726"/>
              <a:gd name="connsiteX114" fmla="*/ 483870 w 920116"/>
              <a:gd name="connsiteY114" fmla="*/ 123667 h 476726"/>
              <a:gd name="connsiteX115" fmla="*/ 436246 w 920116"/>
              <a:gd name="connsiteY115" fmla="*/ 102711 h 476726"/>
              <a:gd name="connsiteX116" fmla="*/ 441326 w 920116"/>
              <a:gd name="connsiteY116" fmla="*/ 108426 h 476726"/>
              <a:gd name="connsiteX117" fmla="*/ 447676 w 920116"/>
              <a:gd name="connsiteY117" fmla="*/ 103981 h 476726"/>
              <a:gd name="connsiteX118" fmla="*/ 448311 w 920116"/>
              <a:gd name="connsiteY118" fmla="*/ 102711 h 476726"/>
              <a:gd name="connsiteX119" fmla="*/ 445771 w 920116"/>
              <a:gd name="connsiteY119" fmla="*/ 102711 h 476726"/>
              <a:gd name="connsiteX120" fmla="*/ 442596 w 920116"/>
              <a:gd name="connsiteY120" fmla="*/ 106521 h 476726"/>
              <a:gd name="connsiteX121" fmla="*/ 438151 w 920116"/>
              <a:gd name="connsiteY121" fmla="*/ 103346 h 476726"/>
              <a:gd name="connsiteX122" fmla="*/ 436246 w 920116"/>
              <a:gd name="connsiteY122" fmla="*/ 102711 h 476726"/>
              <a:gd name="connsiteX123" fmla="*/ 495301 w 920116"/>
              <a:gd name="connsiteY123" fmla="*/ 95727 h 476726"/>
              <a:gd name="connsiteX124" fmla="*/ 483236 w 920116"/>
              <a:gd name="connsiteY124" fmla="*/ 105887 h 476726"/>
              <a:gd name="connsiteX125" fmla="*/ 481966 w 920116"/>
              <a:gd name="connsiteY125" fmla="*/ 102712 h 476726"/>
              <a:gd name="connsiteX126" fmla="*/ 495301 w 920116"/>
              <a:gd name="connsiteY126" fmla="*/ 95727 h 476726"/>
              <a:gd name="connsiteX127" fmla="*/ 461646 w 920116"/>
              <a:gd name="connsiteY127" fmla="*/ 51911 h 476726"/>
              <a:gd name="connsiteX128" fmla="*/ 468631 w 920116"/>
              <a:gd name="connsiteY128" fmla="*/ 58896 h 476726"/>
              <a:gd name="connsiteX129" fmla="*/ 466726 w 920116"/>
              <a:gd name="connsiteY129" fmla="*/ 63976 h 476726"/>
              <a:gd name="connsiteX130" fmla="*/ 469901 w 920116"/>
              <a:gd name="connsiteY130" fmla="*/ 63341 h 476726"/>
              <a:gd name="connsiteX131" fmla="*/ 476886 w 920116"/>
              <a:gd name="connsiteY131" fmla="*/ 70326 h 476726"/>
              <a:gd name="connsiteX132" fmla="*/ 469901 w 920116"/>
              <a:gd name="connsiteY132" fmla="*/ 77311 h 476726"/>
              <a:gd name="connsiteX133" fmla="*/ 466091 w 920116"/>
              <a:gd name="connsiteY133" fmla="*/ 76041 h 476726"/>
              <a:gd name="connsiteX134" fmla="*/ 476886 w 920116"/>
              <a:gd name="connsiteY134" fmla="*/ 86201 h 476726"/>
              <a:gd name="connsiteX135" fmla="*/ 489586 w 920116"/>
              <a:gd name="connsiteY135" fmla="*/ 79851 h 476726"/>
              <a:gd name="connsiteX136" fmla="*/ 488316 w 920116"/>
              <a:gd name="connsiteY136" fmla="*/ 79851 h 476726"/>
              <a:gd name="connsiteX137" fmla="*/ 483236 w 920116"/>
              <a:gd name="connsiteY137" fmla="*/ 77946 h 476726"/>
              <a:gd name="connsiteX138" fmla="*/ 483236 w 920116"/>
              <a:gd name="connsiteY138" fmla="*/ 67786 h 476726"/>
              <a:gd name="connsiteX139" fmla="*/ 493396 w 920116"/>
              <a:gd name="connsiteY139" fmla="*/ 67786 h 476726"/>
              <a:gd name="connsiteX140" fmla="*/ 492126 w 920116"/>
              <a:gd name="connsiteY140" fmla="*/ 63341 h 476726"/>
              <a:gd name="connsiteX141" fmla="*/ 500381 w 920116"/>
              <a:gd name="connsiteY141" fmla="*/ 55086 h 476726"/>
              <a:gd name="connsiteX142" fmla="*/ 502286 w 920116"/>
              <a:gd name="connsiteY142" fmla="*/ 55086 h 476726"/>
              <a:gd name="connsiteX143" fmla="*/ 487681 w 920116"/>
              <a:gd name="connsiteY143" fmla="*/ 90646 h 476726"/>
              <a:gd name="connsiteX144" fmla="*/ 503556 w 920116"/>
              <a:gd name="connsiteY144" fmla="*/ 87471 h 476726"/>
              <a:gd name="connsiteX145" fmla="*/ 506096 w 920116"/>
              <a:gd name="connsiteY145" fmla="*/ 87471 h 476726"/>
              <a:gd name="connsiteX146" fmla="*/ 505461 w 920116"/>
              <a:gd name="connsiteY146" fmla="*/ 90011 h 476726"/>
              <a:gd name="connsiteX147" fmla="*/ 497206 w 920116"/>
              <a:gd name="connsiteY147" fmla="*/ 105886 h 476726"/>
              <a:gd name="connsiteX148" fmla="*/ 515621 w 920116"/>
              <a:gd name="connsiteY148" fmla="*/ 134461 h 476726"/>
              <a:gd name="connsiteX149" fmla="*/ 515621 w 920116"/>
              <a:gd name="connsiteY149" fmla="*/ 141446 h 476726"/>
              <a:gd name="connsiteX150" fmla="*/ 511811 w 920116"/>
              <a:gd name="connsiteY150" fmla="*/ 135096 h 476726"/>
              <a:gd name="connsiteX151" fmla="*/ 502921 w 920116"/>
              <a:gd name="connsiteY151" fmla="*/ 130016 h 476726"/>
              <a:gd name="connsiteX152" fmla="*/ 514986 w 920116"/>
              <a:gd name="connsiteY152" fmla="*/ 157321 h 476726"/>
              <a:gd name="connsiteX153" fmla="*/ 509906 w 920116"/>
              <a:gd name="connsiteY153" fmla="*/ 175736 h 476726"/>
              <a:gd name="connsiteX154" fmla="*/ 507366 w 920116"/>
              <a:gd name="connsiteY154" fmla="*/ 179546 h 476726"/>
              <a:gd name="connsiteX155" fmla="*/ 506096 w 920116"/>
              <a:gd name="connsiteY155" fmla="*/ 175101 h 476726"/>
              <a:gd name="connsiteX156" fmla="*/ 497841 w 920116"/>
              <a:gd name="connsiteY156" fmla="*/ 164941 h 476726"/>
              <a:gd name="connsiteX157" fmla="*/ 502286 w 920116"/>
              <a:gd name="connsiteY157" fmla="*/ 180816 h 476726"/>
              <a:gd name="connsiteX158" fmla="*/ 501651 w 920116"/>
              <a:gd name="connsiteY158" fmla="*/ 187801 h 476726"/>
              <a:gd name="connsiteX159" fmla="*/ 484506 w 920116"/>
              <a:gd name="connsiteY159" fmla="*/ 207486 h 476726"/>
              <a:gd name="connsiteX160" fmla="*/ 481331 w 920116"/>
              <a:gd name="connsiteY160" fmla="*/ 208756 h 476726"/>
              <a:gd name="connsiteX161" fmla="*/ 481966 w 920116"/>
              <a:gd name="connsiteY161" fmla="*/ 204946 h 476726"/>
              <a:gd name="connsiteX162" fmla="*/ 482601 w 920116"/>
              <a:gd name="connsiteY162" fmla="*/ 200501 h 476726"/>
              <a:gd name="connsiteX163" fmla="*/ 476886 w 920116"/>
              <a:gd name="connsiteY163" fmla="*/ 187801 h 476726"/>
              <a:gd name="connsiteX164" fmla="*/ 477521 w 920116"/>
              <a:gd name="connsiteY164" fmla="*/ 196056 h 476726"/>
              <a:gd name="connsiteX165" fmla="*/ 471806 w 920116"/>
              <a:gd name="connsiteY165" fmla="*/ 213836 h 476726"/>
              <a:gd name="connsiteX166" fmla="*/ 450851 w 920116"/>
              <a:gd name="connsiteY166" fmla="*/ 223996 h 476726"/>
              <a:gd name="connsiteX167" fmla="*/ 447041 w 920116"/>
              <a:gd name="connsiteY167" fmla="*/ 223996 h 476726"/>
              <a:gd name="connsiteX168" fmla="*/ 450216 w 920116"/>
              <a:gd name="connsiteY168" fmla="*/ 218281 h 476726"/>
              <a:gd name="connsiteX169" fmla="*/ 452121 w 920116"/>
              <a:gd name="connsiteY169" fmla="*/ 209391 h 476726"/>
              <a:gd name="connsiteX170" fmla="*/ 452121 w 920116"/>
              <a:gd name="connsiteY170" fmla="*/ 204946 h 476726"/>
              <a:gd name="connsiteX171" fmla="*/ 450216 w 920116"/>
              <a:gd name="connsiteY171" fmla="*/ 188436 h 476726"/>
              <a:gd name="connsiteX172" fmla="*/ 445771 w 920116"/>
              <a:gd name="connsiteY172" fmla="*/ 210661 h 476726"/>
              <a:gd name="connsiteX173" fmla="*/ 445771 w 920116"/>
              <a:gd name="connsiteY173" fmla="*/ 215106 h 476726"/>
              <a:gd name="connsiteX174" fmla="*/ 442596 w 920116"/>
              <a:gd name="connsiteY174" fmla="*/ 212566 h 476726"/>
              <a:gd name="connsiteX175" fmla="*/ 427356 w 920116"/>
              <a:gd name="connsiteY175" fmla="*/ 187801 h 476726"/>
              <a:gd name="connsiteX176" fmla="*/ 427356 w 920116"/>
              <a:gd name="connsiteY176" fmla="*/ 185896 h 476726"/>
              <a:gd name="connsiteX177" fmla="*/ 431166 w 920116"/>
              <a:gd name="connsiteY177" fmla="*/ 171291 h 476726"/>
              <a:gd name="connsiteX178" fmla="*/ 424816 w 920116"/>
              <a:gd name="connsiteY178" fmla="*/ 177006 h 476726"/>
              <a:gd name="connsiteX179" fmla="*/ 422276 w 920116"/>
              <a:gd name="connsiteY179" fmla="*/ 179546 h 476726"/>
              <a:gd name="connsiteX180" fmla="*/ 421006 w 920116"/>
              <a:gd name="connsiteY180" fmla="*/ 176371 h 476726"/>
              <a:gd name="connsiteX181" fmla="*/ 419101 w 920116"/>
              <a:gd name="connsiteY181" fmla="*/ 167481 h 476726"/>
              <a:gd name="connsiteX182" fmla="*/ 427356 w 920116"/>
              <a:gd name="connsiteY182" fmla="*/ 150971 h 476726"/>
              <a:gd name="connsiteX183" fmla="*/ 415291 w 920116"/>
              <a:gd name="connsiteY183" fmla="*/ 146526 h 476726"/>
              <a:gd name="connsiteX184" fmla="*/ 411481 w 920116"/>
              <a:gd name="connsiteY184" fmla="*/ 137636 h 476726"/>
              <a:gd name="connsiteX185" fmla="*/ 411481 w 920116"/>
              <a:gd name="connsiteY185" fmla="*/ 135096 h 476726"/>
              <a:gd name="connsiteX186" fmla="*/ 416561 w 920116"/>
              <a:gd name="connsiteY186" fmla="*/ 137001 h 476726"/>
              <a:gd name="connsiteX187" fmla="*/ 433706 w 920116"/>
              <a:gd name="connsiteY187" fmla="*/ 135731 h 476726"/>
              <a:gd name="connsiteX188" fmla="*/ 436246 w 920116"/>
              <a:gd name="connsiteY188" fmla="*/ 133826 h 476726"/>
              <a:gd name="connsiteX189" fmla="*/ 434341 w 920116"/>
              <a:gd name="connsiteY189" fmla="*/ 132556 h 476726"/>
              <a:gd name="connsiteX190" fmla="*/ 413386 w 920116"/>
              <a:gd name="connsiteY190" fmla="*/ 133191 h 476726"/>
              <a:gd name="connsiteX191" fmla="*/ 386716 w 920116"/>
              <a:gd name="connsiteY191" fmla="*/ 130651 h 476726"/>
              <a:gd name="connsiteX192" fmla="*/ 383541 w 920116"/>
              <a:gd name="connsiteY192" fmla="*/ 119221 h 476726"/>
              <a:gd name="connsiteX193" fmla="*/ 380366 w 920116"/>
              <a:gd name="connsiteY193" fmla="*/ 112236 h 476726"/>
              <a:gd name="connsiteX194" fmla="*/ 386716 w 920116"/>
              <a:gd name="connsiteY194" fmla="*/ 117316 h 476726"/>
              <a:gd name="connsiteX195" fmla="*/ 420371 w 920116"/>
              <a:gd name="connsiteY195" fmla="*/ 121761 h 476726"/>
              <a:gd name="connsiteX196" fmla="*/ 441326 w 920116"/>
              <a:gd name="connsiteY196" fmla="*/ 129381 h 476726"/>
              <a:gd name="connsiteX197" fmla="*/ 443231 w 920116"/>
              <a:gd name="connsiteY197" fmla="*/ 131921 h 476726"/>
              <a:gd name="connsiteX198" fmla="*/ 447041 w 920116"/>
              <a:gd name="connsiteY198" fmla="*/ 128111 h 476726"/>
              <a:gd name="connsiteX199" fmla="*/ 439421 w 920116"/>
              <a:gd name="connsiteY199" fmla="*/ 123666 h 476726"/>
              <a:gd name="connsiteX200" fmla="*/ 427356 w 920116"/>
              <a:gd name="connsiteY200" fmla="*/ 115411 h 476726"/>
              <a:gd name="connsiteX201" fmla="*/ 408306 w 920116"/>
              <a:gd name="connsiteY201" fmla="*/ 119221 h 476726"/>
              <a:gd name="connsiteX202" fmla="*/ 403861 w 920116"/>
              <a:gd name="connsiteY202" fmla="*/ 122396 h 476726"/>
              <a:gd name="connsiteX203" fmla="*/ 405131 w 920116"/>
              <a:gd name="connsiteY203" fmla="*/ 116681 h 476726"/>
              <a:gd name="connsiteX204" fmla="*/ 419101 w 920116"/>
              <a:gd name="connsiteY204" fmla="*/ 94456 h 476726"/>
              <a:gd name="connsiteX205" fmla="*/ 435611 w 920116"/>
              <a:gd name="connsiteY205" fmla="*/ 95726 h 476726"/>
              <a:gd name="connsiteX206" fmla="*/ 437304 w 920116"/>
              <a:gd name="connsiteY206" fmla="*/ 93186 h 476726"/>
              <a:gd name="connsiteX207" fmla="*/ 442807 w 920116"/>
              <a:gd name="connsiteY207" fmla="*/ 93186 h 476726"/>
              <a:gd name="connsiteX208" fmla="*/ 441961 w 920116"/>
              <a:gd name="connsiteY208" fmla="*/ 93821 h 476726"/>
              <a:gd name="connsiteX209" fmla="*/ 438786 w 920116"/>
              <a:gd name="connsiteY209" fmla="*/ 97631 h 476726"/>
              <a:gd name="connsiteX210" fmla="*/ 445771 w 920116"/>
              <a:gd name="connsiteY210" fmla="*/ 97631 h 476726"/>
              <a:gd name="connsiteX211" fmla="*/ 456566 w 920116"/>
              <a:gd name="connsiteY211" fmla="*/ 98901 h 476726"/>
              <a:gd name="connsiteX212" fmla="*/ 459741 w 920116"/>
              <a:gd name="connsiteY212" fmla="*/ 101441 h 476726"/>
              <a:gd name="connsiteX213" fmla="*/ 456566 w 920116"/>
              <a:gd name="connsiteY213" fmla="*/ 103981 h 476726"/>
              <a:gd name="connsiteX214" fmla="*/ 454661 w 920116"/>
              <a:gd name="connsiteY214" fmla="*/ 102711 h 476726"/>
              <a:gd name="connsiteX215" fmla="*/ 454026 w 920116"/>
              <a:gd name="connsiteY215" fmla="*/ 103981 h 476726"/>
              <a:gd name="connsiteX216" fmla="*/ 442596 w 920116"/>
              <a:gd name="connsiteY216" fmla="*/ 110966 h 476726"/>
              <a:gd name="connsiteX217" fmla="*/ 433706 w 920116"/>
              <a:gd name="connsiteY217" fmla="*/ 99536 h 476726"/>
              <a:gd name="connsiteX218" fmla="*/ 419101 w 920116"/>
              <a:gd name="connsiteY218" fmla="*/ 97631 h 476726"/>
              <a:gd name="connsiteX219" fmla="*/ 408941 w 920116"/>
              <a:gd name="connsiteY219" fmla="*/ 112236 h 476726"/>
              <a:gd name="connsiteX220" fmla="*/ 428626 w 920116"/>
              <a:gd name="connsiteY220" fmla="*/ 111601 h 476726"/>
              <a:gd name="connsiteX221" fmla="*/ 429261 w 920116"/>
              <a:gd name="connsiteY221" fmla="*/ 112236 h 476726"/>
              <a:gd name="connsiteX222" fmla="*/ 439421 w 920116"/>
              <a:gd name="connsiteY222" fmla="*/ 119221 h 476726"/>
              <a:gd name="connsiteX223" fmla="*/ 450216 w 920116"/>
              <a:gd name="connsiteY223" fmla="*/ 126841 h 476726"/>
              <a:gd name="connsiteX224" fmla="*/ 450216 w 920116"/>
              <a:gd name="connsiteY224" fmla="*/ 128111 h 476726"/>
              <a:gd name="connsiteX225" fmla="*/ 450216 w 920116"/>
              <a:gd name="connsiteY225" fmla="*/ 128746 h 476726"/>
              <a:gd name="connsiteX226" fmla="*/ 439421 w 920116"/>
              <a:gd name="connsiteY226" fmla="*/ 138271 h 476726"/>
              <a:gd name="connsiteX227" fmla="*/ 419736 w 920116"/>
              <a:gd name="connsiteY227" fmla="*/ 140176 h 476726"/>
              <a:gd name="connsiteX228" fmla="*/ 421641 w 920116"/>
              <a:gd name="connsiteY228" fmla="*/ 143351 h 476726"/>
              <a:gd name="connsiteX229" fmla="*/ 437516 w 920116"/>
              <a:gd name="connsiteY229" fmla="*/ 146526 h 476726"/>
              <a:gd name="connsiteX230" fmla="*/ 452121 w 920116"/>
              <a:gd name="connsiteY230" fmla="*/ 144621 h 476726"/>
              <a:gd name="connsiteX231" fmla="*/ 438786 w 920116"/>
              <a:gd name="connsiteY231" fmla="*/ 150336 h 476726"/>
              <a:gd name="connsiteX232" fmla="*/ 426721 w 920116"/>
              <a:gd name="connsiteY232" fmla="*/ 167481 h 476726"/>
              <a:gd name="connsiteX233" fmla="*/ 427356 w 920116"/>
              <a:gd name="connsiteY233" fmla="*/ 171926 h 476726"/>
              <a:gd name="connsiteX234" fmla="*/ 438786 w 920116"/>
              <a:gd name="connsiteY234" fmla="*/ 164941 h 476726"/>
              <a:gd name="connsiteX235" fmla="*/ 445771 w 920116"/>
              <a:gd name="connsiteY235" fmla="*/ 163036 h 476726"/>
              <a:gd name="connsiteX236" fmla="*/ 441326 w 920116"/>
              <a:gd name="connsiteY236" fmla="*/ 168116 h 476726"/>
              <a:gd name="connsiteX237" fmla="*/ 434341 w 920116"/>
              <a:gd name="connsiteY237" fmla="*/ 186531 h 476726"/>
              <a:gd name="connsiteX238" fmla="*/ 434341 w 920116"/>
              <a:gd name="connsiteY238" fmla="*/ 188436 h 476726"/>
              <a:gd name="connsiteX239" fmla="*/ 443866 w 920116"/>
              <a:gd name="connsiteY239" fmla="*/ 207486 h 476726"/>
              <a:gd name="connsiteX240" fmla="*/ 447041 w 920116"/>
              <a:gd name="connsiteY240" fmla="*/ 190976 h 476726"/>
              <a:gd name="connsiteX241" fmla="*/ 454026 w 920116"/>
              <a:gd name="connsiteY241" fmla="*/ 181451 h 476726"/>
              <a:gd name="connsiteX242" fmla="*/ 454661 w 920116"/>
              <a:gd name="connsiteY242" fmla="*/ 184626 h 476726"/>
              <a:gd name="connsiteX243" fmla="*/ 457836 w 920116"/>
              <a:gd name="connsiteY243" fmla="*/ 206216 h 476726"/>
              <a:gd name="connsiteX244" fmla="*/ 457836 w 920116"/>
              <a:gd name="connsiteY244" fmla="*/ 210661 h 476726"/>
              <a:gd name="connsiteX245" fmla="*/ 455931 w 920116"/>
              <a:gd name="connsiteY245" fmla="*/ 220186 h 476726"/>
              <a:gd name="connsiteX246" fmla="*/ 470536 w 920116"/>
              <a:gd name="connsiteY246" fmla="*/ 211931 h 476726"/>
              <a:gd name="connsiteX247" fmla="*/ 474981 w 920116"/>
              <a:gd name="connsiteY247" fmla="*/ 196691 h 476726"/>
              <a:gd name="connsiteX248" fmla="*/ 473711 w 920116"/>
              <a:gd name="connsiteY248" fmla="*/ 183991 h 476726"/>
              <a:gd name="connsiteX249" fmla="*/ 473076 w 920116"/>
              <a:gd name="connsiteY249" fmla="*/ 180181 h 476726"/>
              <a:gd name="connsiteX250" fmla="*/ 476251 w 920116"/>
              <a:gd name="connsiteY250" fmla="*/ 180816 h 476726"/>
              <a:gd name="connsiteX251" fmla="*/ 488316 w 920116"/>
              <a:gd name="connsiteY251" fmla="*/ 200501 h 476726"/>
              <a:gd name="connsiteX252" fmla="*/ 499111 w 920116"/>
              <a:gd name="connsiteY252" fmla="*/ 185896 h 476726"/>
              <a:gd name="connsiteX253" fmla="*/ 499746 w 920116"/>
              <a:gd name="connsiteY253" fmla="*/ 180181 h 476726"/>
              <a:gd name="connsiteX254" fmla="*/ 493396 w 920116"/>
              <a:gd name="connsiteY254" fmla="*/ 162401 h 476726"/>
              <a:gd name="connsiteX255" fmla="*/ 491491 w 920116"/>
              <a:gd name="connsiteY255" fmla="*/ 159226 h 476726"/>
              <a:gd name="connsiteX256" fmla="*/ 495301 w 920116"/>
              <a:gd name="connsiteY256" fmla="*/ 159226 h 476726"/>
              <a:gd name="connsiteX257" fmla="*/ 509271 w 920116"/>
              <a:gd name="connsiteY257" fmla="*/ 168751 h 476726"/>
              <a:gd name="connsiteX258" fmla="*/ 511811 w 920116"/>
              <a:gd name="connsiteY258" fmla="*/ 156686 h 476726"/>
              <a:gd name="connsiteX259" fmla="*/ 497841 w 920116"/>
              <a:gd name="connsiteY259" fmla="*/ 129381 h 476726"/>
              <a:gd name="connsiteX260" fmla="*/ 494666 w 920116"/>
              <a:gd name="connsiteY260" fmla="*/ 126841 h 476726"/>
              <a:gd name="connsiteX261" fmla="*/ 498476 w 920116"/>
              <a:gd name="connsiteY261" fmla="*/ 126206 h 476726"/>
              <a:gd name="connsiteX262" fmla="*/ 510541 w 920116"/>
              <a:gd name="connsiteY262" fmla="*/ 128111 h 476726"/>
              <a:gd name="connsiteX263" fmla="*/ 495301 w 920116"/>
              <a:gd name="connsiteY263" fmla="*/ 109061 h 476726"/>
              <a:gd name="connsiteX264" fmla="*/ 483871 w 920116"/>
              <a:gd name="connsiteY264" fmla="*/ 114776 h 476726"/>
              <a:gd name="connsiteX265" fmla="*/ 483236 w 920116"/>
              <a:gd name="connsiteY265" fmla="*/ 110331 h 476726"/>
              <a:gd name="connsiteX266" fmla="*/ 502286 w 920116"/>
              <a:gd name="connsiteY266" fmla="*/ 91281 h 476726"/>
              <a:gd name="connsiteX267" fmla="*/ 480696 w 920116"/>
              <a:gd name="connsiteY267" fmla="*/ 102076 h 476726"/>
              <a:gd name="connsiteX268" fmla="*/ 477521 w 920116"/>
              <a:gd name="connsiteY268" fmla="*/ 99536 h 476726"/>
              <a:gd name="connsiteX269" fmla="*/ 484506 w 920116"/>
              <a:gd name="connsiteY269" fmla="*/ 93186 h 476726"/>
              <a:gd name="connsiteX270" fmla="*/ 442807 w 920116"/>
              <a:gd name="connsiteY270" fmla="*/ 93186 h 476726"/>
              <a:gd name="connsiteX271" fmla="*/ 444501 w 920116"/>
              <a:gd name="connsiteY271" fmla="*/ 91916 h 476726"/>
              <a:gd name="connsiteX272" fmla="*/ 438151 w 920116"/>
              <a:gd name="connsiteY272" fmla="*/ 91916 h 476726"/>
              <a:gd name="connsiteX273" fmla="*/ 437304 w 920116"/>
              <a:gd name="connsiteY273" fmla="*/ 93186 h 476726"/>
              <a:gd name="connsiteX274" fmla="*/ 436246 w 920116"/>
              <a:gd name="connsiteY274" fmla="*/ 93186 h 476726"/>
              <a:gd name="connsiteX275" fmla="*/ 420371 w 920116"/>
              <a:gd name="connsiteY275" fmla="*/ 55086 h 476726"/>
              <a:gd name="connsiteX276" fmla="*/ 422276 w 920116"/>
              <a:gd name="connsiteY276" fmla="*/ 55086 h 476726"/>
              <a:gd name="connsiteX277" fmla="*/ 426086 w 920116"/>
              <a:gd name="connsiteY277" fmla="*/ 56356 h 476726"/>
              <a:gd name="connsiteX278" fmla="*/ 429261 w 920116"/>
              <a:gd name="connsiteY278" fmla="*/ 67786 h 476726"/>
              <a:gd name="connsiteX279" fmla="*/ 434976 w 920116"/>
              <a:gd name="connsiteY279" fmla="*/ 65881 h 476726"/>
              <a:gd name="connsiteX280" fmla="*/ 441326 w 920116"/>
              <a:gd name="connsiteY280" fmla="*/ 72231 h 476726"/>
              <a:gd name="connsiteX281" fmla="*/ 434976 w 920116"/>
              <a:gd name="connsiteY281" fmla="*/ 79851 h 476726"/>
              <a:gd name="connsiteX282" fmla="*/ 433706 w 920116"/>
              <a:gd name="connsiteY282" fmla="*/ 79851 h 476726"/>
              <a:gd name="connsiteX283" fmla="*/ 446406 w 920116"/>
              <a:gd name="connsiteY283" fmla="*/ 86201 h 476726"/>
              <a:gd name="connsiteX284" fmla="*/ 457201 w 920116"/>
              <a:gd name="connsiteY284" fmla="*/ 76041 h 476726"/>
              <a:gd name="connsiteX285" fmla="*/ 453391 w 920116"/>
              <a:gd name="connsiteY285" fmla="*/ 77311 h 476726"/>
              <a:gd name="connsiteX286" fmla="*/ 446406 w 920116"/>
              <a:gd name="connsiteY286" fmla="*/ 70326 h 476726"/>
              <a:gd name="connsiteX287" fmla="*/ 453391 w 920116"/>
              <a:gd name="connsiteY287" fmla="*/ 63341 h 476726"/>
              <a:gd name="connsiteX288" fmla="*/ 456566 w 920116"/>
              <a:gd name="connsiteY288" fmla="*/ 63976 h 476726"/>
              <a:gd name="connsiteX289" fmla="*/ 454661 w 920116"/>
              <a:gd name="connsiteY289" fmla="*/ 58896 h 476726"/>
              <a:gd name="connsiteX290" fmla="*/ 461646 w 920116"/>
              <a:gd name="connsiteY290" fmla="*/ 51911 h 476726"/>
              <a:gd name="connsiteX291" fmla="*/ 388620 w 920116"/>
              <a:gd name="connsiteY291" fmla="*/ 31591 h 476726"/>
              <a:gd name="connsiteX292" fmla="*/ 339726 w 920116"/>
              <a:gd name="connsiteY292" fmla="*/ 114776 h 476726"/>
              <a:gd name="connsiteX293" fmla="*/ 411481 w 920116"/>
              <a:gd name="connsiteY293" fmla="*/ 238601 h 476726"/>
              <a:gd name="connsiteX294" fmla="*/ 508001 w 920116"/>
              <a:gd name="connsiteY294" fmla="*/ 238601 h 476726"/>
              <a:gd name="connsiteX295" fmla="*/ 579756 w 920116"/>
              <a:gd name="connsiteY295" fmla="*/ 114776 h 476726"/>
              <a:gd name="connsiteX296" fmla="*/ 532131 w 920116"/>
              <a:gd name="connsiteY296" fmla="*/ 31591 h 476726"/>
              <a:gd name="connsiteX297" fmla="*/ 460376 w 920116"/>
              <a:gd name="connsiteY297" fmla="*/ 37941 h 476726"/>
              <a:gd name="connsiteX298" fmla="*/ 388620 w 920116"/>
              <a:gd name="connsiteY298" fmla="*/ 31591 h 476726"/>
              <a:gd name="connsiteX299" fmla="*/ 558166 w 920116"/>
              <a:gd name="connsiteY299" fmla="*/ 26511 h 476726"/>
              <a:gd name="connsiteX300" fmla="*/ 542926 w 920116"/>
              <a:gd name="connsiteY300" fmla="*/ 29686 h 476726"/>
              <a:gd name="connsiteX301" fmla="*/ 587376 w 920116"/>
              <a:gd name="connsiteY301" fmla="*/ 106521 h 476726"/>
              <a:gd name="connsiteX302" fmla="*/ 597536 w 920116"/>
              <a:gd name="connsiteY302" fmla="*/ 95091 h 476726"/>
              <a:gd name="connsiteX303" fmla="*/ 558166 w 920116"/>
              <a:gd name="connsiteY303" fmla="*/ 26511 h 476726"/>
              <a:gd name="connsiteX304" fmla="*/ 362586 w 920116"/>
              <a:gd name="connsiteY304" fmla="*/ 25876 h 476726"/>
              <a:gd name="connsiteX305" fmla="*/ 322581 w 920116"/>
              <a:gd name="connsiteY305" fmla="*/ 94456 h 476726"/>
              <a:gd name="connsiteX306" fmla="*/ 333376 w 920116"/>
              <a:gd name="connsiteY306" fmla="*/ 105886 h 476726"/>
              <a:gd name="connsiteX307" fmla="*/ 377826 w 920116"/>
              <a:gd name="connsiteY307" fmla="*/ 29051 h 476726"/>
              <a:gd name="connsiteX308" fmla="*/ 362586 w 920116"/>
              <a:gd name="connsiteY308" fmla="*/ 25876 h 476726"/>
              <a:gd name="connsiteX309" fmla="*/ 460376 w 920116"/>
              <a:gd name="connsiteY309" fmla="*/ 8096 h 476726"/>
              <a:gd name="connsiteX310" fmla="*/ 398781 w 920116"/>
              <a:gd name="connsiteY310" fmla="*/ 24606 h 476726"/>
              <a:gd name="connsiteX311" fmla="*/ 460376 w 920116"/>
              <a:gd name="connsiteY311" fmla="*/ 29686 h 476726"/>
              <a:gd name="connsiteX312" fmla="*/ 521970 w 920116"/>
              <a:gd name="connsiteY312" fmla="*/ 25241 h 476726"/>
              <a:gd name="connsiteX313" fmla="*/ 460376 w 920116"/>
              <a:gd name="connsiteY313" fmla="*/ 8096 h 476726"/>
              <a:gd name="connsiteX314" fmla="*/ 460138 w 920116"/>
              <a:gd name="connsiteY314" fmla="*/ 0 h 476726"/>
              <a:gd name="connsiteX315" fmla="*/ 534036 w 920116"/>
              <a:gd name="connsiteY315" fmla="*/ 23336 h 476726"/>
              <a:gd name="connsiteX316" fmla="*/ 558166 w 920116"/>
              <a:gd name="connsiteY316" fmla="*/ 17621 h 476726"/>
              <a:gd name="connsiteX317" fmla="*/ 560706 w 920116"/>
              <a:gd name="connsiteY317" fmla="*/ 16986 h 476726"/>
              <a:gd name="connsiteX318" fmla="*/ 562611 w 920116"/>
              <a:gd name="connsiteY318" fmla="*/ 18256 h 476726"/>
              <a:gd name="connsiteX319" fmla="*/ 606426 w 920116"/>
              <a:gd name="connsiteY319" fmla="*/ 95091 h 476726"/>
              <a:gd name="connsiteX320" fmla="*/ 607061 w 920116"/>
              <a:gd name="connsiteY320" fmla="*/ 97631 h 476726"/>
              <a:gd name="connsiteX321" fmla="*/ 605791 w 920116"/>
              <a:gd name="connsiteY321" fmla="*/ 99536 h 476726"/>
              <a:gd name="connsiteX322" fmla="*/ 589281 w 920116"/>
              <a:gd name="connsiteY322" fmla="*/ 117951 h 476726"/>
              <a:gd name="connsiteX323" fmla="*/ 589916 w 920116"/>
              <a:gd name="connsiteY323" fmla="*/ 128746 h 476726"/>
              <a:gd name="connsiteX324" fmla="*/ 515620 w 920116"/>
              <a:gd name="connsiteY324" fmla="*/ 244951 h 476726"/>
              <a:gd name="connsiteX325" fmla="*/ 508001 w 920116"/>
              <a:gd name="connsiteY325" fmla="*/ 269081 h 476726"/>
              <a:gd name="connsiteX326" fmla="*/ 507366 w 920116"/>
              <a:gd name="connsiteY326" fmla="*/ 270986 h 476726"/>
              <a:gd name="connsiteX327" fmla="*/ 504826 w 920116"/>
              <a:gd name="connsiteY327" fmla="*/ 271621 h 476726"/>
              <a:gd name="connsiteX328" fmla="*/ 415926 w 920116"/>
              <a:gd name="connsiteY328" fmla="*/ 271621 h 476726"/>
              <a:gd name="connsiteX329" fmla="*/ 414020 w 920116"/>
              <a:gd name="connsiteY329" fmla="*/ 270986 h 476726"/>
              <a:gd name="connsiteX330" fmla="*/ 413386 w 920116"/>
              <a:gd name="connsiteY330" fmla="*/ 268446 h 476726"/>
              <a:gd name="connsiteX331" fmla="*/ 405766 w 920116"/>
              <a:gd name="connsiteY331" fmla="*/ 244951 h 476726"/>
              <a:gd name="connsiteX332" fmla="*/ 331470 w 920116"/>
              <a:gd name="connsiteY332" fmla="*/ 128111 h 476726"/>
              <a:gd name="connsiteX333" fmla="*/ 332106 w 920116"/>
              <a:gd name="connsiteY333" fmla="*/ 117316 h 476726"/>
              <a:gd name="connsiteX334" fmla="*/ 314326 w 920116"/>
              <a:gd name="connsiteY334" fmla="*/ 98901 h 476726"/>
              <a:gd name="connsiteX335" fmla="*/ 313056 w 920116"/>
              <a:gd name="connsiteY335" fmla="*/ 97631 h 476726"/>
              <a:gd name="connsiteX336" fmla="*/ 313691 w 920116"/>
              <a:gd name="connsiteY336" fmla="*/ 95091 h 476726"/>
              <a:gd name="connsiteX337" fmla="*/ 358141 w 920116"/>
              <a:gd name="connsiteY337" fmla="*/ 18256 h 476726"/>
              <a:gd name="connsiteX338" fmla="*/ 360045 w 920116"/>
              <a:gd name="connsiteY338" fmla="*/ 16986 h 476726"/>
              <a:gd name="connsiteX339" fmla="*/ 362586 w 920116"/>
              <a:gd name="connsiteY339" fmla="*/ 17621 h 476726"/>
              <a:gd name="connsiteX340" fmla="*/ 386716 w 920116"/>
              <a:gd name="connsiteY340" fmla="*/ 23336 h 476726"/>
              <a:gd name="connsiteX341" fmla="*/ 460138 w 920116"/>
              <a:gd name="connsiteY341" fmla="*/ 0 h 476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920116" h="476726">
                <a:moveTo>
                  <a:pt x="823595" y="364332"/>
                </a:moveTo>
                <a:lnTo>
                  <a:pt x="804545" y="414497"/>
                </a:lnTo>
                <a:lnTo>
                  <a:pt x="842645" y="414497"/>
                </a:lnTo>
                <a:close/>
                <a:moveTo>
                  <a:pt x="410210" y="364331"/>
                </a:moveTo>
                <a:lnTo>
                  <a:pt x="391160" y="414496"/>
                </a:lnTo>
                <a:lnTo>
                  <a:pt x="429260" y="414496"/>
                </a:lnTo>
                <a:close/>
                <a:moveTo>
                  <a:pt x="684531" y="331947"/>
                </a:moveTo>
                <a:lnTo>
                  <a:pt x="737870" y="331947"/>
                </a:lnTo>
                <a:lnTo>
                  <a:pt x="737870" y="445612"/>
                </a:lnTo>
                <a:lnTo>
                  <a:pt x="781686" y="331947"/>
                </a:lnTo>
                <a:lnTo>
                  <a:pt x="866776" y="331947"/>
                </a:lnTo>
                <a:lnTo>
                  <a:pt x="920116" y="471647"/>
                </a:lnTo>
                <a:lnTo>
                  <a:pt x="864236" y="471647"/>
                </a:lnTo>
                <a:lnTo>
                  <a:pt x="856616" y="451327"/>
                </a:lnTo>
                <a:lnTo>
                  <a:pt x="789941" y="451327"/>
                </a:lnTo>
                <a:lnTo>
                  <a:pt x="782320" y="471647"/>
                </a:lnTo>
                <a:lnTo>
                  <a:pt x="684531" y="471647"/>
                </a:lnTo>
                <a:close/>
                <a:moveTo>
                  <a:pt x="256540" y="324961"/>
                </a:moveTo>
                <a:cubicBezTo>
                  <a:pt x="314960" y="324961"/>
                  <a:pt x="341630" y="350361"/>
                  <a:pt x="341630" y="381476"/>
                </a:cubicBezTo>
                <a:lnTo>
                  <a:pt x="341630" y="385286"/>
                </a:lnTo>
                <a:lnTo>
                  <a:pt x="283845" y="385286"/>
                </a:lnTo>
                <a:cubicBezTo>
                  <a:pt x="281940" y="371951"/>
                  <a:pt x="271780" y="363696"/>
                  <a:pt x="255905" y="363696"/>
                </a:cubicBezTo>
                <a:cubicBezTo>
                  <a:pt x="236855" y="363696"/>
                  <a:pt x="226060" y="378301"/>
                  <a:pt x="226060" y="401796"/>
                </a:cubicBezTo>
                <a:cubicBezTo>
                  <a:pt x="226060" y="424656"/>
                  <a:pt x="236855" y="439896"/>
                  <a:pt x="255905" y="439896"/>
                </a:cubicBezTo>
                <a:cubicBezTo>
                  <a:pt x="272415" y="439896"/>
                  <a:pt x="281940" y="431006"/>
                  <a:pt x="284480" y="414496"/>
                </a:cubicBezTo>
                <a:lnTo>
                  <a:pt x="336550" y="414496"/>
                </a:lnTo>
                <a:lnTo>
                  <a:pt x="368300" y="331946"/>
                </a:lnTo>
                <a:lnTo>
                  <a:pt x="453390" y="331946"/>
                </a:lnTo>
                <a:lnTo>
                  <a:pt x="497840" y="445611"/>
                </a:lnTo>
                <a:lnTo>
                  <a:pt x="497840" y="331946"/>
                </a:lnTo>
                <a:lnTo>
                  <a:pt x="563880" y="331946"/>
                </a:lnTo>
                <a:lnTo>
                  <a:pt x="619125" y="405606"/>
                </a:lnTo>
                <a:lnTo>
                  <a:pt x="619125" y="331946"/>
                </a:lnTo>
                <a:lnTo>
                  <a:pt x="671195" y="331946"/>
                </a:lnTo>
                <a:lnTo>
                  <a:pt x="671195" y="471646"/>
                </a:lnTo>
                <a:lnTo>
                  <a:pt x="610235" y="471646"/>
                </a:lnTo>
                <a:lnTo>
                  <a:pt x="549910" y="391001"/>
                </a:lnTo>
                <a:lnTo>
                  <a:pt x="549910" y="471011"/>
                </a:lnTo>
                <a:lnTo>
                  <a:pt x="452120" y="471011"/>
                </a:lnTo>
                <a:lnTo>
                  <a:pt x="444500" y="450691"/>
                </a:lnTo>
                <a:lnTo>
                  <a:pt x="377825" y="450691"/>
                </a:lnTo>
                <a:lnTo>
                  <a:pt x="369570" y="470376"/>
                </a:lnTo>
                <a:lnTo>
                  <a:pt x="314960" y="470376"/>
                </a:lnTo>
                <a:lnTo>
                  <a:pt x="321310" y="453231"/>
                </a:lnTo>
                <a:cubicBezTo>
                  <a:pt x="309880" y="467201"/>
                  <a:pt x="290830" y="476726"/>
                  <a:pt x="256540" y="476726"/>
                </a:cubicBezTo>
                <a:cubicBezTo>
                  <a:pt x="211455" y="476726"/>
                  <a:pt x="186690" y="460851"/>
                  <a:pt x="175895" y="435451"/>
                </a:cubicBezTo>
                <a:cubicBezTo>
                  <a:pt x="170815" y="465296"/>
                  <a:pt x="140335" y="476726"/>
                  <a:pt x="86995" y="476726"/>
                </a:cubicBezTo>
                <a:cubicBezTo>
                  <a:pt x="29210" y="476726"/>
                  <a:pt x="0" y="458946"/>
                  <a:pt x="0" y="427831"/>
                </a:cubicBezTo>
                <a:lnTo>
                  <a:pt x="0" y="424656"/>
                </a:lnTo>
                <a:lnTo>
                  <a:pt x="61595" y="424656"/>
                </a:lnTo>
                <a:cubicBezTo>
                  <a:pt x="61595" y="436086"/>
                  <a:pt x="70485" y="444341"/>
                  <a:pt x="89535" y="444341"/>
                </a:cubicBezTo>
                <a:cubicBezTo>
                  <a:pt x="106680" y="444341"/>
                  <a:pt x="114300" y="440531"/>
                  <a:pt x="114300" y="432276"/>
                </a:cubicBezTo>
                <a:cubicBezTo>
                  <a:pt x="114300" y="426561"/>
                  <a:pt x="109220" y="423386"/>
                  <a:pt x="94615" y="421481"/>
                </a:cubicBezTo>
                <a:lnTo>
                  <a:pt x="53340" y="415766"/>
                </a:lnTo>
                <a:cubicBezTo>
                  <a:pt x="18415" y="410686"/>
                  <a:pt x="3810" y="397351"/>
                  <a:pt x="3810" y="375126"/>
                </a:cubicBezTo>
                <a:cubicBezTo>
                  <a:pt x="3810" y="345916"/>
                  <a:pt x="28575" y="325596"/>
                  <a:pt x="85090" y="325596"/>
                </a:cubicBezTo>
                <a:cubicBezTo>
                  <a:pt x="139700" y="325596"/>
                  <a:pt x="167640" y="344011"/>
                  <a:pt x="167640" y="371951"/>
                </a:cubicBezTo>
                <a:lnTo>
                  <a:pt x="167640" y="373856"/>
                </a:lnTo>
                <a:lnTo>
                  <a:pt x="109220" y="373856"/>
                </a:lnTo>
                <a:cubicBezTo>
                  <a:pt x="109220" y="363696"/>
                  <a:pt x="99695" y="357346"/>
                  <a:pt x="83185" y="357346"/>
                </a:cubicBezTo>
                <a:cubicBezTo>
                  <a:pt x="68580" y="357346"/>
                  <a:pt x="62865" y="363696"/>
                  <a:pt x="62865" y="369411"/>
                </a:cubicBezTo>
                <a:cubicBezTo>
                  <a:pt x="62865" y="375761"/>
                  <a:pt x="71120" y="377666"/>
                  <a:pt x="85090" y="379571"/>
                </a:cubicBezTo>
                <a:lnTo>
                  <a:pt x="121285" y="385286"/>
                </a:lnTo>
                <a:cubicBezTo>
                  <a:pt x="146685" y="389096"/>
                  <a:pt x="161925" y="394811"/>
                  <a:pt x="169545" y="404336"/>
                </a:cubicBezTo>
                <a:cubicBezTo>
                  <a:pt x="169545" y="403066"/>
                  <a:pt x="169545" y="402431"/>
                  <a:pt x="169545" y="401161"/>
                </a:cubicBezTo>
                <a:cubicBezTo>
                  <a:pt x="169545" y="356711"/>
                  <a:pt x="193675" y="324961"/>
                  <a:pt x="256540" y="324961"/>
                </a:cubicBezTo>
                <a:close/>
                <a:moveTo>
                  <a:pt x="415926" y="250031"/>
                </a:moveTo>
                <a:cubicBezTo>
                  <a:pt x="417195" y="254476"/>
                  <a:pt x="419101" y="259556"/>
                  <a:pt x="420370" y="264636"/>
                </a:cubicBezTo>
                <a:cubicBezTo>
                  <a:pt x="446406" y="272256"/>
                  <a:pt x="474345" y="272256"/>
                  <a:pt x="500381" y="264636"/>
                </a:cubicBezTo>
                <a:cubicBezTo>
                  <a:pt x="501651" y="258921"/>
                  <a:pt x="503556" y="254476"/>
                  <a:pt x="504826" y="250031"/>
                </a:cubicBezTo>
                <a:cubicBezTo>
                  <a:pt x="476251" y="260826"/>
                  <a:pt x="444501" y="260826"/>
                  <a:pt x="415926" y="250031"/>
                </a:cubicBezTo>
                <a:close/>
                <a:moveTo>
                  <a:pt x="581026" y="126841"/>
                </a:moveTo>
                <a:cubicBezTo>
                  <a:pt x="554991" y="159226"/>
                  <a:pt x="534036" y="195421"/>
                  <a:pt x="519431" y="233521"/>
                </a:cubicBezTo>
                <a:cubicBezTo>
                  <a:pt x="557531" y="211931"/>
                  <a:pt x="581026" y="171926"/>
                  <a:pt x="581026" y="128111"/>
                </a:cubicBezTo>
                <a:close/>
                <a:moveTo>
                  <a:pt x="339726" y="126841"/>
                </a:moveTo>
                <a:lnTo>
                  <a:pt x="339726" y="128111"/>
                </a:lnTo>
                <a:cubicBezTo>
                  <a:pt x="339726" y="171926"/>
                  <a:pt x="363220" y="211931"/>
                  <a:pt x="401320" y="232886"/>
                </a:cubicBezTo>
                <a:cubicBezTo>
                  <a:pt x="386081" y="194786"/>
                  <a:pt x="365761" y="159226"/>
                  <a:pt x="339726" y="126841"/>
                </a:cubicBezTo>
                <a:close/>
                <a:moveTo>
                  <a:pt x="386716" y="124301"/>
                </a:moveTo>
                <a:cubicBezTo>
                  <a:pt x="387351" y="125571"/>
                  <a:pt x="388621" y="126841"/>
                  <a:pt x="389256" y="127476"/>
                </a:cubicBezTo>
                <a:cubicBezTo>
                  <a:pt x="396876" y="133826"/>
                  <a:pt x="403861" y="131921"/>
                  <a:pt x="412116" y="129381"/>
                </a:cubicBezTo>
                <a:cubicBezTo>
                  <a:pt x="416561" y="128111"/>
                  <a:pt x="421641" y="126841"/>
                  <a:pt x="426086" y="126841"/>
                </a:cubicBezTo>
                <a:cubicBezTo>
                  <a:pt x="422911" y="125571"/>
                  <a:pt x="420371" y="125571"/>
                  <a:pt x="417196" y="126206"/>
                </a:cubicBezTo>
                <a:cubicBezTo>
                  <a:pt x="407671" y="128746"/>
                  <a:pt x="396876" y="128111"/>
                  <a:pt x="386716" y="124301"/>
                </a:cubicBezTo>
                <a:close/>
                <a:moveTo>
                  <a:pt x="445135" y="120492"/>
                </a:moveTo>
                <a:cubicBezTo>
                  <a:pt x="447675" y="119857"/>
                  <a:pt x="450215" y="119857"/>
                  <a:pt x="452120" y="121762"/>
                </a:cubicBezTo>
                <a:cubicBezTo>
                  <a:pt x="455295" y="124302"/>
                  <a:pt x="458470" y="128112"/>
                  <a:pt x="462280" y="126207"/>
                </a:cubicBezTo>
                <a:cubicBezTo>
                  <a:pt x="461645" y="126842"/>
                  <a:pt x="460375" y="127477"/>
                  <a:pt x="459105" y="127477"/>
                </a:cubicBezTo>
                <a:cubicBezTo>
                  <a:pt x="452120" y="129382"/>
                  <a:pt x="451485" y="120492"/>
                  <a:pt x="445135" y="120492"/>
                </a:cubicBezTo>
                <a:close/>
                <a:moveTo>
                  <a:pt x="485140" y="119222"/>
                </a:moveTo>
                <a:cubicBezTo>
                  <a:pt x="495300" y="128747"/>
                  <a:pt x="497206" y="143987"/>
                  <a:pt x="488950" y="155417"/>
                </a:cubicBezTo>
                <a:cubicBezTo>
                  <a:pt x="487681" y="157322"/>
                  <a:pt x="486410" y="158592"/>
                  <a:pt x="485140" y="159862"/>
                </a:cubicBezTo>
                <a:lnTo>
                  <a:pt x="485140" y="154147"/>
                </a:lnTo>
                <a:cubicBezTo>
                  <a:pt x="485775" y="149702"/>
                  <a:pt x="484506" y="145257"/>
                  <a:pt x="481965" y="141447"/>
                </a:cubicBezTo>
                <a:cubicBezTo>
                  <a:pt x="482600" y="147162"/>
                  <a:pt x="481331" y="152242"/>
                  <a:pt x="478790" y="156687"/>
                </a:cubicBezTo>
                <a:cubicBezTo>
                  <a:pt x="475615" y="160497"/>
                  <a:pt x="471806" y="163672"/>
                  <a:pt x="466725" y="164942"/>
                </a:cubicBezTo>
                <a:cubicBezTo>
                  <a:pt x="466090" y="165577"/>
                  <a:pt x="461645" y="166212"/>
                  <a:pt x="461645" y="166212"/>
                </a:cubicBezTo>
                <a:lnTo>
                  <a:pt x="464185" y="161767"/>
                </a:lnTo>
                <a:cubicBezTo>
                  <a:pt x="466090" y="158592"/>
                  <a:pt x="467360" y="154782"/>
                  <a:pt x="467360" y="150972"/>
                </a:cubicBezTo>
                <a:cubicBezTo>
                  <a:pt x="464820" y="156052"/>
                  <a:pt x="459740" y="159862"/>
                  <a:pt x="454025" y="160497"/>
                </a:cubicBezTo>
                <a:cubicBezTo>
                  <a:pt x="452756" y="160497"/>
                  <a:pt x="448945" y="160497"/>
                  <a:pt x="448945" y="160497"/>
                </a:cubicBezTo>
                <a:lnTo>
                  <a:pt x="452756" y="156687"/>
                </a:lnTo>
                <a:cubicBezTo>
                  <a:pt x="455295" y="154147"/>
                  <a:pt x="456565" y="150337"/>
                  <a:pt x="454660" y="146527"/>
                </a:cubicBezTo>
                <a:lnTo>
                  <a:pt x="458470" y="144622"/>
                </a:lnTo>
                <a:cubicBezTo>
                  <a:pt x="459740" y="147797"/>
                  <a:pt x="460375" y="150972"/>
                  <a:pt x="459106" y="154147"/>
                </a:cubicBezTo>
                <a:cubicBezTo>
                  <a:pt x="462281" y="151607"/>
                  <a:pt x="464185" y="147797"/>
                  <a:pt x="464185" y="143352"/>
                </a:cubicBezTo>
                <a:lnTo>
                  <a:pt x="464185" y="138272"/>
                </a:lnTo>
                <a:cubicBezTo>
                  <a:pt x="464185" y="138272"/>
                  <a:pt x="467360" y="140812"/>
                  <a:pt x="467360" y="141447"/>
                </a:cubicBezTo>
                <a:cubicBezTo>
                  <a:pt x="471170" y="145892"/>
                  <a:pt x="471806" y="151607"/>
                  <a:pt x="471170" y="158592"/>
                </a:cubicBezTo>
                <a:cubicBezTo>
                  <a:pt x="473075" y="157322"/>
                  <a:pt x="474345" y="156052"/>
                  <a:pt x="475615" y="154147"/>
                </a:cubicBezTo>
                <a:cubicBezTo>
                  <a:pt x="478156" y="149067"/>
                  <a:pt x="478790" y="142717"/>
                  <a:pt x="476885" y="137002"/>
                </a:cubicBezTo>
                <a:lnTo>
                  <a:pt x="475615" y="133192"/>
                </a:lnTo>
                <a:cubicBezTo>
                  <a:pt x="476885" y="133192"/>
                  <a:pt x="478156" y="133827"/>
                  <a:pt x="479425" y="134462"/>
                </a:cubicBezTo>
                <a:cubicBezTo>
                  <a:pt x="484506" y="137002"/>
                  <a:pt x="488315" y="141447"/>
                  <a:pt x="488950" y="147162"/>
                </a:cubicBezTo>
                <a:cubicBezTo>
                  <a:pt x="491490" y="138907"/>
                  <a:pt x="489585" y="130017"/>
                  <a:pt x="483870" y="123667"/>
                </a:cubicBezTo>
                <a:close/>
                <a:moveTo>
                  <a:pt x="436246" y="102711"/>
                </a:moveTo>
                <a:cubicBezTo>
                  <a:pt x="436881" y="105886"/>
                  <a:pt x="438786" y="107791"/>
                  <a:pt x="441326" y="108426"/>
                </a:cubicBezTo>
                <a:cubicBezTo>
                  <a:pt x="443866" y="109061"/>
                  <a:pt x="447041" y="107156"/>
                  <a:pt x="447676" y="103981"/>
                </a:cubicBezTo>
                <a:cubicBezTo>
                  <a:pt x="447676" y="103346"/>
                  <a:pt x="448311" y="103346"/>
                  <a:pt x="448311" y="102711"/>
                </a:cubicBezTo>
                <a:cubicBezTo>
                  <a:pt x="447676" y="102711"/>
                  <a:pt x="446406" y="102711"/>
                  <a:pt x="445771" y="102711"/>
                </a:cubicBezTo>
                <a:cubicBezTo>
                  <a:pt x="445771" y="104616"/>
                  <a:pt x="444501" y="106521"/>
                  <a:pt x="442596" y="106521"/>
                </a:cubicBezTo>
                <a:cubicBezTo>
                  <a:pt x="440691" y="107156"/>
                  <a:pt x="438786" y="105251"/>
                  <a:pt x="438151" y="103346"/>
                </a:cubicBezTo>
                <a:cubicBezTo>
                  <a:pt x="436881" y="103346"/>
                  <a:pt x="436246" y="103346"/>
                  <a:pt x="436246" y="102711"/>
                </a:cubicBezTo>
                <a:close/>
                <a:moveTo>
                  <a:pt x="495301" y="95727"/>
                </a:moveTo>
                <a:cubicBezTo>
                  <a:pt x="493396" y="100807"/>
                  <a:pt x="488951" y="104617"/>
                  <a:pt x="483236" y="105887"/>
                </a:cubicBezTo>
                <a:lnTo>
                  <a:pt x="481966" y="102712"/>
                </a:lnTo>
                <a:cubicBezTo>
                  <a:pt x="485776" y="99537"/>
                  <a:pt x="490221" y="96997"/>
                  <a:pt x="495301" y="95727"/>
                </a:cubicBezTo>
                <a:close/>
                <a:moveTo>
                  <a:pt x="461646" y="51911"/>
                </a:moveTo>
                <a:cubicBezTo>
                  <a:pt x="465456" y="51911"/>
                  <a:pt x="468631" y="55086"/>
                  <a:pt x="468631" y="58896"/>
                </a:cubicBezTo>
                <a:cubicBezTo>
                  <a:pt x="468631" y="60801"/>
                  <a:pt x="467996" y="62706"/>
                  <a:pt x="466726" y="63976"/>
                </a:cubicBezTo>
                <a:cubicBezTo>
                  <a:pt x="467996" y="63341"/>
                  <a:pt x="468631" y="63341"/>
                  <a:pt x="469901" y="63341"/>
                </a:cubicBezTo>
                <a:cubicBezTo>
                  <a:pt x="473711" y="63341"/>
                  <a:pt x="476886" y="66516"/>
                  <a:pt x="476886" y="70326"/>
                </a:cubicBezTo>
                <a:cubicBezTo>
                  <a:pt x="476886" y="74136"/>
                  <a:pt x="473711" y="77311"/>
                  <a:pt x="469901" y="77311"/>
                </a:cubicBezTo>
                <a:cubicBezTo>
                  <a:pt x="468631" y="77311"/>
                  <a:pt x="467361" y="76676"/>
                  <a:pt x="466091" y="76041"/>
                </a:cubicBezTo>
                <a:cubicBezTo>
                  <a:pt x="467996" y="81121"/>
                  <a:pt x="471806" y="84931"/>
                  <a:pt x="476886" y="86201"/>
                </a:cubicBezTo>
                <a:cubicBezTo>
                  <a:pt x="481966" y="87471"/>
                  <a:pt x="487046" y="84931"/>
                  <a:pt x="489586" y="79851"/>
                </a:cubicBezTo>
                <a:cubicBezTo>
                  <a:pt x="488951" y="79851"/>
                  <a:pt x="488951" y="79851"/>
                  <a:pt x="488316" y="79851"/>
                </a:cubicBezTo>
                <a:cubicBezTo>
                  <a:pt x="486411" y="79851"/>
                  <a:pt x="484506" y="79216"/>
                  <a:pt x="483236" y="77946"/>
                </a:cubicBezTo>
                <a:cubicBezTo>
                  <a:pt x="480696" y="75406"/>
                  <a:pt x="480696" y="70326"/>
                  <a:pt x="483236" y="67786"/>
                </a:cubicBezTo>
                <a:cubicBezTo>
                  <a:pt x="485776" y="65246"/>
                  <a:pt x="490856" y="65246"/>
                  <a:pt x="493396" y="67786"/>
                </a:cubicBezTo>
                <a:cubicBezTo>
                  <a:pt x="492761" y="66516"/>
                  <a:pt x="492126" y="64611"/>
                  <a:pt x="492126" y="63341"/>
                </a:cubicBezTo>
                <a:cubicBezTo>
                  <a:pt x="492126" y="58896"/>
                  <a:pt x="495936" y="55086"/>
                  <a:pt x="500381" y="55086"/>
                </a:cubicBezTo>
                <a:cubicBezTo>
                  <a:pt x="501016" y="55086"/>
                  <a:pt x="501651" y="55086"/>
                  <a:pt x="502286" y="55086"/>
                </a:cubicBezTo>
                <a:lnTo>
                  <a:pt x="487681" y="90646"/>
                </a:lnTo>
                <a:cubicBezTo>
                  <a:pt x="492761" y="88106"/>
                  <a:pt x="497841" y="86836"/>
                  <a:pt x="503556" y="87471"/>
                </a:cubicBezTo>
                <a:lnTo>
                  <a:pt x="506096" y="87471"/>
                </a:lnTo>
                <a:lnTo>
                  <a:pt x="505461" y="90011"/>
                </a:lnTo>
                <a:cubicBezTo>
                  <a:pt x="503556" y="95726"/>
                  <a:pt x="501016" y="101441"/>
                  <a:pt x="497206" y="105886"/>
                </a:cubicBezTo>
                <a:cubicBezTo>
                  <a:pt x="508001" y="112236"/>
                  <a:pt x="514351" y="122396"/>
                  <a:pt x="515621" y="134461"/>
                </a:cubicBezTo>
                <a:cubicBezTo>
                  <a:pt x="515621" y="137001"/>
                  <a:pt x="515621" y="138906"/>
                  <a:pt x="515621" y="141446"/>
                </a:cubicBezTo>
                <a:cubicBezTo>
                  <a:pt x="514351" y="138906"/>
                  <a:pt x="513081" y="137001"/>
                  <a:pt x="511811" y="135096"/>
                </a:cubicBezTo>
                <a:cubicBezTo>
                  <a:pt x="509271" y="131921"/>
                  <a:pt x="506096" y="130651"/>
                  <a:pt x="502921" y="130016"/>
                </a:cubicBezTo>
                <a:cubicBezTo>
                  <a:pt x="510541" y="137001"/>
                  <a:pt x="514986" y="147161"/>
                  <a:pt x="514986" y="157321"/>
                </a:cubicBezTo>
                <a:cubicBezTo>
                  <a:pt x="514986" y="163671"/>
                  <a:pt x="513081" y="170021"/>
                  <a:pt x="509906" y="175736"/>
                </a:cubicBezTo>
                <a:cubicBezTo>
                  <a:pt x="509271" y="177006"/>
                  <a:pt x="507366" y="179546"/>
                  <a:pt x="507366" y="179546"/>
                </a:cubicBezTo>
                <a:cubicBezTo>
                  <a:pt x="506731" y="178276"/>
                  <a:pt x="506731" y="176371"/>
                  <a:pt x="506096" y="175101"/>
                </a:cubicBezTo>
                <a:cubicBezTo>
                  <a:pt x="504826" y="170656"/>
                  <a:pt x="501651" y="166846"/>
                  <a:pt x="497841" y="164941"/>
                </a:cubicBezTo>
                <a:cubicBezTo>
                  <a:pt x="500381" y="170021"/>
                  <a:pt x="502286" y="175101"/>
                  <a:pt x="502286" y="180816"/>
                </a:cubicBezTo>
                <a:cubicBezTo>
                  <a:pt x="502286" y="183356"/>
                  <a:pt x="502286" y="185261"/>
                  <a:pt x="501651" y="187801"/>
                </a:cubicBezTo>
                <a:cubicBezTo>
                  <a:pt x="498476" y="196056"/>
                  <a:pt x="492761" y="203676"/>
                  <a:pt x="484506" y="207486"/>
                </a:cubicBezTo>
                <a:cubicBezTo>
                  <a:pt x="483236" y="208121"/>
                  <a:pt x="481331" y="208756"/>
                  <a:pt x="481331" y="208756"/>
                </a:cubicBezTo>
                <a:lnTo>
                  <a:pt x="481966" y="204946"/>
                </a:lnTo>
                <a:cubicBezTo>
                  <a:pt x="482601" y="203676"/>
                  <a:pt x="482601" y="201771"/>
                  <a:pt x="482601" y="200501"/>
                </a:cubicBezTo>
                <a:cubicBezTo>
                  <a:pt x="482601" y="196056"/>
                  <a:pt x="480696" y="190976"/>
                  <a:pt x="476886" y="187801"/>
                </a:cubicBezTo>
                <a:cubicBezTo>
                  <a:pt x="477521" y="190341"/>
                  <a:pt x="477521" y="193516"/>
                  <a:pt x="477521" y="196056"/>
                </a:cubicBezTo>
                <a:cubicBezTo>
                  <a:pt x="477521" y="202406"/>
                  <a:pt x="475616" y="208756"/>
                  <a:pt x="471806" y="213836"/>
                </a:cubicBezTo>
                <a:cubicBezTo>
                  <a:pt x="466726" y="220186"/>
                  <a:pt x="459106" y="223361"/>
                  <a:pt x="450851" y="223996"/>
                </a:cubicBezTo>
                <a:lnTo>
                  <a:pt x="447041" y="223996"/>
                </a:lnTo>
                <a:cubicBezTo>
                  <a:pt x="448311" y="222091"/>
                  <a:pt x="449581" y="220186"/>
                  <a:pt x="450216" y="218281"/>
                </a:cubicBezTo>
                <a:cubicBezTo>
                  <a:pt x="451486" y="215106"/>
                  <a:pt x="451486" y="212566"/>
                  <a:pt x="452121" y="209391"/>
                </a:cubicBezTo>
                <a:cubicBezTo>
                  <a:pt x="452121" y="207486"/>
                  <a:pt x="452121" y="206216"/>
                  <a:pt x="452121" y="204946"/>
                </a:cubicBezTo>
                <a:cubicBezTo>
                  <a:pt x="452121" y="199231"/>
                  <a:pt x="451486" y="193516"/>
                  <a:pt x="450216" y="188436"/>
                </a:cubicBezTo>
                <a:cubicBezTo>
                  <a:pt x="447041" y="195421"/>
                  <a:pt x="445771" y="203041"/>
                  <a:pt x="445771" y="210661"/>
                </a:cubicBezTo>
                <a:lnTo>
                  <a:pt x="445771" y="215106"/>
                </a:lnTo>
                <a:lnTo>
                  <a:pt x="442596" y="212566"/>
                </a:lnTo>
                <a:cubicBezTo>
                  <a:pt x="434341" y="206851"/>
                  <a:pt x="428626" y="197961"/>
                  <a:pt x="427356" y="187801"/>
                </a:cubicBezTo>
                <a:cubicBezTo>
                  <a:pt x="427356" y="187166"/>
                  <a:pt x="427356" y="186531"/>
                  <a:pt x="427356" y="185896"/>
                </a:cubicBezTo>
                <a:cubicBezTo>
                  <a:pt x="427356" y="180816"/>
                  <a:pt x="428626" y="175736"/>
                  <a:pt x="431166" y="171291"/>
                </a:cubicBezTo>
                <a:cubicBezTo>
                  <a:pt x="428626" y="173196"/>
                  <a:pt x="426721" y="175101"/>
                  <a:pt x="424816" y="177006"/>
                </a:cubicBezTo>
                <a:lnTo>
                  <a:pt x="422276" y="179546"/>
                </a:lnTo>
                <a:lnTo>
                  <a:pt x="421006" y="176371"/>
                </a:lnTo>
                <a:cubicBezTo>
                  <a:pt x="419736" y="173831"/>
                  <a:pt x="419101" y="170656"/>
                  <a:pt x="419101" y="167481"/>
                </a:cubicBezTo>
                <a:cubicBezTo>
                  <a:pt x="419101" y="161131"/>
                  <a:pt x="422276" y="154781"/>
                  <a:pt x="427356" y="150971"/>
                </a:cubicBezTo>
                <a:cubicBezTo>
                  <a:pt x="422911" y="150971"/>
                  <a:pt x="418466" y="149701"/>
                  <a:pt x="415291" y="146526"/>
                </a:cubicBezTo>
                <a:cubicBezTo>
                  <a:pt x="412751" y="143986"/>
                  <a:pt x="411481" y="140811"/>
                  <a:pt x="411481" y="137636"/>
                </a:cubicBezTo>
                <a:lnTo>
                  <a:pt x="411481" y="135096"/>
                </a:lnTo>
                <a:cubicBezTo>
                  <a:pt x="411481" y="135096"/>
                  <a:pt x="412751" y="135731"/>
                  <a:pt x="416561" y="137001"/>
                </a:cubicBezTo>
                <a:cubicBezTo>
                  <a:pt x="421641" y="139541"/>
                  <a:pt x="428626" y="138906"/>
                  <a:pt x="433706" y="135731"/>
                </a:cubicBezTo>
                <a:lnTo>
                  <a:pt x="436246" y="133826"/>
                </a:lnTo>
                <a:lnTo>
                  <a:pt x="434341" y="132556"/>
                </a:lnTo>
                <a:cubicBezTo>
                  <a:pt x="427356" y="128746"/>
                  <a:pt x="420371" y="131286"/>
                  <a:pt x="413386" y="133191"/>
                </a:cubicBezTo>
                <a:cubicBezTo>
                  <a:pt x="404496" y="135731"/>
                  <a:pt x="395606" y="138271"/>
                  <a:pt x="386716" y="130651"/>
                </a:cubicBezTo>
                <a:cubicBezTo>
                  <a:pt x="384176" y="127476"/>
                  <a:pt x="381636" y="124301"/>
                  <a:pt x="383541" y="119221"/>
                </a:cubicBezTo>
                <a:lnTo>
                  <a:pt x="380366" y="112236"/>
                </a:lnTo>
                <a:lnTo>
                  <a:pt x="386716" y="117316"/>
                </a:lnTo>
                <a:cubicBezTo>
                  <a:pt x="396876" y="123666"/>
                  <a:pt x="408941" y="124936"/>
                  <a:pt x="420371" y="121761"/>
                </a:cubicBezTo>
                <a:cubicBezTo>
                  <a:pt x="427991" y="119856"/>
                  <a:pt x="436246" y="123031"/>
                  <a:pt x="441326" y="129381"/>
                </a:cubicBezTo>
                <a:lnTo>
                  <a:pt x="443231" y="131921"/>
                </a:lnTo>
                <a:cubicBezTo>
                  <a:pt x="444501" y="131286"/>
                  <a:pt x="445771" y="130016"/>
                  <a:pt x="447041" y="128111"/>
                </a:cubicBezTo>
                <a:cubicBezTo>
                  <a:pt x="447041" y="126841"/>
                  <a:pt x="447041" y="125571"/>
                  <a:pt x="439421" y="123666"/>
                </a:cubicBezTo>
                <a:cubicBezTo>
                  <a:pt x="434976" y="121761"/>
                  <a:pt x="430531" y="119221"/>
                  <a:pt x="427356" y="115411"/>
                </a:cubicBezTo>
                <a:cubicBezTo>
                  <a:pt x="421006" y="110331"/>
                  <a:pt x="408306" y="119221"/>
                  <a:pt x="408306" y="119221"/>
                </a:cubicBezTo>
                <a:lnTo>
                  <a:pt x="403861" y="122396"/>
                </a:lnTo>
                <a:lnTo>
                  <a:pt x="405131" y="116681"/>
                </a:lnTo>
                <a:cubicBezTo>
                  <a:pt x="407671" y="104616"/>
                  <a:pt x="412116" y="96996"/>
                  <a:pt x="419101" y="94456"/>
                </a:cubicBezTo>
                <a:cubicBezTo>
                  <a:pt x="424181" y="92551"/>
                  <a:pt x="430531" y="92551"/>
                  <a:pt x="435611" y="95726"/>
                </a:cubicBezTo>
                <a:lnTo>
                  <a:pt x="437304" y="93186"/>
                </a:lnTo>
                <a:lnTo>
                  <a:pt x="442807" y="93186"/>
                </a:lnTo>
                <a:lnTo>
                  <a:pt x="441961" y="93821"/>
                </a:lnTo>
                <a:cubicBezTo>
                  <a:pt x="440691" y="95091"/>
                  <a:pt x="439421" y="96361"/>
                  <a:pt x="438786" y="97631"/>
                </a:cubicBezTo>
                <a:cubicBezTo>
                  <a:pt x="440691" y="98266"/>
                  <a:pt x="443231" y="98266"/>
                  <a:pt x="445771" y="97631"/>
                </a:cubicBezTo>
                <a:cubicBezTo>
                  <a:pt x="449581" y="96361"/>
                  <a:pt x="453391" y="96996"/>
                  <a:pt x="456566" y="98901"/>
                </a:cubicBezTo>
                <a:cubicBezTo>
                  <a:pt x="457836" y="99536"/>
                  <a:pt x="458471" y="100171"/>
                  <a:pt x="459741" y="101441"/>
                </a:cubicBezTo>
                <a:lnTo>
                  <a:pt x="456566" y="103981"/>
                </a:lnTo>
                <a:cubicBezTo>
                  <a:pt x="455931" y="103346"/>
                  <a:pt x="455296" y="102711"/>
                  <a:pt x="454661" y="102711"/>
                </a:cubicBezTo>
                <a:cubicBezTo>
                  <a:pt x="454661" y="102711"/>
                  <a:pt x="454661" y="103346"/>
                  <a:pt x="454026" y="103981"/>
                </a:cubicBezTo>
                <a:cubicBezTo>
                  <a:pt x="452756" y="108426"/>
                  <a:pt x="447676" y="111601"/>
                  <a:pt x="442596" y="110966"/>
                </a:cubicBezTo>
                <a:cubicBezTo>
                  <a:pt x="436881" y="109696"/>
                  <a:pt x="433706" y="105251"/>
                  <a:pt x="433706" y="99536"/>
                </a:cubicBezTo>
                <a:cubicBezTo>
                  <a:pt x="429261" y="96996"/>
                  <a:pt x="424181" y="96361"/>
                  <a:pt x="419101" y="97631"/>
                </a:cubicBezTo>
                <a:cubicBezTo>
                  <a:pt x="414021" y="100806"/>
                  <a:pt x="410211" y="105886"/>
                  <a:pt x="408941" y="112236"/>
                </a:cubicBezTo>
                <a:cubicBezTo>
                  <a:pt x="414021" y="109696"/>
                  <a:pt x="422276" y="106521"/>
                  <a:pt x="428626" y="111601"/>
                </a:cubicBezTo>
                <a:lnTo>
                  <a:pt x="429261" y="112236"/>
                </a:lnTo>
                <a:cubicBezTo>
                  <a:pt x="431801" y="116046"/>
                  <a:pt x="435611" y="117951"/>
                  <a:pt x="439421" y="119221"/>
                </a:cubicBezTo>
                <a:cubicBezTo>
                  <a:pt x="448311" y="121126"/>
                  <a:pt x="449581" y="123666"/>
                  <a:pt x="450216" y="126841"/>
                </a:cubicBezTo>
                <a:lnTo>
                  <a:pt x="450216" y="128111"/>
                </a:lnTo>
                <a:lnTo>
                  <a:pt x="450216" y="128746"/>
                </a:lnTo>
                <a:cubicBezTo>
                  <a:pt x="449581" y="129381"/>
                  <a:pt x="448311" y="132556"/>
                  <a:pt x="439421" y="138271"/>
                </a:cubicBezTo>
                <a:cubicBezTo>
                  <a:pt x="433706" y="142716"/>
                  <a:pt x="426086" y="143351"/>
                  <a:pt x="419736" y="140176"/>
                </a:cubicBezTo>
                <a:cubicBezTo>
                  <a:pt x="420371" y="141446"/>
                  <a:pt x="421006" y="142716"/>
                  <a:pt x="421641" y="143351"/>
                </a:cubicBezTo>
                <a:cubicBezTo>
                  <a:pt x="426086" y="147796"/>
                  <a:pt x="434976" y="146526"/>
                  <a:pt x="437516" y="146526"/>
                </a:cubicBezTo>
                <a:lnTo>
                  <a:pt x="452121" y="144621"/>
                </a:lnTo>
                <a:lnTo>
                  <a:pt x="438786" y="150336"/>
                </a:lnTo>
                <a:cubicBezTo>
                  <a:pt x="431801" y="153511"/>
                  <a:pt x="427356" y="159861"/>
                  <a:pt x="426721" y="167481"/>
                </a:cubicBezTo>
                <a:cubicBezTo>
                  <a:pt x="426721" y="169386"/>
                  <a:pt x="427356" y="170656"/>
                  <a:pt x="427356" y="171926"/>
                </a:cubicBezTo>
                <a:cubicBezTo>
                  <a:pt x="430531" y="168751"/>
                  <a:pt x="434341" y="166211"/>
                  <a:pt x="438786" y="164941"/>
                </a:cubicBezTo>
                <a:cubicBezTo>
                  <a:pt x="441326" y="164306"/>
                  <a:pt x="443231" y="163671"/>
                  <a:pt x="445771" y="163036"/>
                </a:cubicBezTo>
                <a:lnTo>
                  <a:pt x="441326" y="168116"/>
                </a:lnTo>
                <a:cubicBezTo>
                  <a:pt x="436881" y="173196"/>
                  <a:pt x="434341" y="179546"/>
                  <a:pt x="434341" y="186531"/>
                </a:cubicBezTo>
                <a:cubicBezTo>
                  <a:pt x="434341" y="187166"/>
                  <a:pt x="434341" y="187801"/>
                  <a:pt x="434341" y="188436"/>
                </a:cubicBezTo>
                <a:cubicBezTo>
                  <a:pt x="434976" y="195421"/>
                  <a:pt x="438151" y="202406"/>
                  <a:pt x="443866" y="207486"/>
                </a:cubicBezTo>
                <a:cubicBezTo>
                  <a:pt x="443866" y="201771"/>
                  <a:pt x="445136" y="196056"/>
                  <a:pt x="447041" y="190976"/>
                </a:cubicBezTo>
                <a:cubicBezTo>
                  <a:pt x="448311" y="187166"/>
                  <a:pt x="450851" y="183991"/>
                  <a:pt x="454026" y="181451"/>
                </a:cubicBezTo>
                <a:lnTo>
                  <a:pt x="454661" y="184626"/>
                </a:lnTo>
                <a:cubicBezTo>
                  <a:pt x="456566" y="191611"/>
                  <a:pt x="457836" y="198596"/>
                  <a:pt x="457836" y="206216"/>
                </a:cubicBezTo>
                <a:cubicBezTo>
                  <a:pt x="457836" y="206851"/>
                  <a:pt x="457836" y="208756"/>
                  <a:pt x="457836" y="210661"/>
                </a:cubicBezTo>
                <a:cubicBezTo>
                  <a:pt x="457201" y="213836"/>
                  <a:pt x="456566" y="217011"/>
                  <a:pt x="455931" y="220186"/>
                </a:cubicBezTo>
                <a:cubicBezTo>
                  <a:pt x="461646" y="219551"/>
                  <a:pt x="466726" y="216376"/>
                  <a:pt x="470536" y="211931"/>
                </a:cubicBezTo>
                <a:cubicBezTo>
                  <a:pt x="473711" y="207486"/>
                  <a:pt x="474981" y="202406"/>
                  <a:pt x="474981" y="196691"/>
                </a:cubicBezTo>
                <a:cubicBezTo>
                  <a:pt x="474981" y="192246"/>
                  <a:pt x="474981" y="187801"/>
                  <a:pt x="473711" y="183991"/>
                </a:cubicBezTo>
                <a:lnTo>
                  <a:pt x="473076" y="180181"/>
                </a:lnTo>
                <a:lnTo>
                  <a:pt x="476251" y="180816"/>
                </a:lnTo>
                <a:cubicBezTo>
                  <a:pt x="483871" y="183991"/>
                  <a:pt x="488951" y="192246"/>
                  <a:pt x="488316" y="200501"/>
                </a:cubicBezTo>
                <a:cubicBezTo>
                  <a:pt x="493396" y="197326"/>
                  <a:pt x="497206" y="191611"/>
                  <a:pt x="499111" y="185896"/>
                </a:cubicBezTo>
                <a:cubicBezTo>
                  <a:pt x="499746" y="183991"/>
                  <a:pt x="499746" y="182086"/>
                  <a:pt x="499746" y="180181"/>
                </a:cubicBezTo>
                <a:cubicBezTo>
                  <a:pt x="499111" y="173831"/>
                  <a:pt x="497206" y="167481"/>
                  <a:pt x="493396" y="162401"/>
                </a:cubicBezTo>
                <a:lnTo>
                  <a:pt x="491491" y="159226"/>
                </a:lnTo>
                <a:cubicBezTo>
                  <a:pt x="492761" y="159226"/>
                  <a:pt x="494031" y="159226"/>
                  <a:pt x="495301" y="159226"/>
                </a:cubicBezTo>
                <a:cubicBezTo>
                  <a:pt x="501016" y="159226"/>
                  <a:pt x="506731" y="163036"/>
                  <a:pt x="509271" y="168751"/>
                </a:cubicBezTo>
                <a:cubicBezTo>
                  <a:pt x="511176" y="164941"/>
                  <a:pt x="511811" y="160496"/>
                  <a:pt x="511811" y="156686"/>
                </a:cubicBezTo>
                <a:cubicBezTo>
                  <a:pt x="511176" y="145891"/>
                  <a:pt x="506096" y="135731"/>
                  <a:pt x="497841" y="129381"/>
                </a:cubicBezTo>
                <a:lnTo>
                  <a:pt x="494666" y="126841"/>
                </a:lnTo>
                <a:cubicBezTo>
                  <a:pt x="494666" y="126841"/>
                  <a:pt x="497206" y="126206"/>
                  <a:pt x="498476" y="126206"/>
                </a:cubicBezTo>
                <a:cubicBezTo>
                  <a:pt x="502286" y="125571"/>
                  <a:pt x="506731" y="126206"/>
                  <a:pt x="510541" y="128111"/>
                </a:cubicBezTo>
                <a:cubicBezTo>
                  <a:pt x="508636" y="119856"/>
                  <a:pt x="502921" y="112871"/>
                  <a:pt x="495301" y="109061"/>
                </a:cubicBezTo>
                <a:cubicBezTo>
                  <a:pt x="492126" y="112236"/>
                  <a:pt x="488316" y="114141"/>
                  <a:pt x="483871" y="114776"/>
                </a:cubicBezTo>
                <a:lnTo>
                  <a:pt x="483236" y="110331"/>
                </a:lnTo>
                <a:cubicBezTo>
                  <a:pt x="492761" y="107791"/>
                  <a:pt x="499746" y="100171"/>
                  <a:pt x="502286" y="91281"/>
                </a:cubicBezTo>
                <a:cubicBezTo>
                  <a:pt x="494031" y="91916"/>
                  <a:pt x="485776" y="95726"/>
                  <a:pt x="480696" y="102076"/>
                </a:cubicBezTo>
                <a:lnTo>
                  <a:pt x="477521" y="99536"/>
                </a:lnTo>
                <a:cubicBezTo>
                  <a:pt x="479426" y="96996"/>
                  <a:pt x="481966" y="95091"/>
                  <a:pt x="484506" y="93186"/>
                </a:cubicBezTo>
                <a:lnTo>
                  <a:pt x="442807" y="93186"/>
                </a:lnTo>
                <a:lnTo>
                  <a:pt x="444501" y="91916"/>
                </a:lnTo>
                <a:lnTo>
                  <a:pt x="438151" y="91916"/>
                </a:lnTo>
                <a:lnTo>
                  <a:pt x="437304" y="93186"/>
                </a:lnTo>
                <a:lnTo>
                  <a:pt x="436246" y="93186"/>
                </a:lnTo>
                <a:lnTo>
                  <a:pt x="420371" y="55086"/>
                </a:lnTo>
                <a:cubicBezTo>
                  <a:pt x="421006" y="55086"/>
                  <a:pt x="421641" y="55086"/>
                  <a:pt x="422276" y="55086"/>
                </a:cubicBezTo>
                <a:cubicBezTo>
                  <a:pt x="423546" y="55086"/>
                  <a:pt x="424816" y="55721"/>
                  <a:pt x="426086" y="56356"/>
                </a:cubicBezTo>
                <a:cubicBezTo>
                  <a:pt x="429896" y="58896"/>
                  <a:pt x="431801" y="63976"/>
                  <a:pt x="429261" y="67786"/>
                </a:cubicBezTo>
                <a:cubicBezTo>
                  <a:pt x="431166" y="66516"/>
                  <a:pt x="433071" y="65881"/>
                  <a:pt x="434976" y="65881"/>
                </a:cubicBezTo>
                <a:cubicBezTo>
                  <a:pt x="438151" y="65881"/>
                  <a:pt x="441326" y="68421"/>
                  <a:pt x="441326" y="72231"/>
                </a:cubicBezTo>
                <a:cubicBezTo>
                  <a:pt x="441961" y="76041"/>
                  <a:pt x="438786" y="79216"/>
                  <a:pt x="434976" y="79851"/>
                </a:cubicBezTo>
                <a:cubicBezTo>
                  <a:pt x="434341" y="79851"/>
                  <a:pt x="434341" y="79851"/>
                  <a:pt x="433706" y="79851"/>
                </a:cubicBezTo>
                <a:cubicBezTo>
                  <a:pt x="435611" y="84296"/>
                  <a:pt x="441326" y="87471"/>
                  <a:pt x="446406" y="86201"/>
                </a:cubicBezTo>
                <a:cubicBezTo>
                  <a:pt x="451486" y="84296"/>
                  <a:pt x="455296" y="80486"/>
                  <a:pt x="457201" y="76041"/>
                </a:cubicBezTo>
                <a:cubicBezTo>
                  <a:pt x="455931" y="76676"/>
                  <a:pt x="454661" y="77311"/>
                  <a:pt x="453391" y="77311"/>
                </a:cubicBezTo>
                <a:cubicBezTo>
                  <a:pt x="449581" y="77311"/>
                  <a:pt x="446406" y="74136"/>
                  <a:pt x="446406" y="70326"/>
                </a:cubicBezTo>
                <a:cubicBezTo>
                  <a:pt x="446406" y="66516"/>
                  <a:pt x="449581" y="63341"/>
                  <a:pt x="453391" y="63341"/>
                </a:cubicBezTo>
                <a:cubicBezTo>
                  <a:pt x="454661" y="63341"/>
                  <a:pt x="455296" y="63341"/>
                  <a:pt x="456566" y="63976"/>
                </a:cubicBezTo>
                <a:cubicBezTo>
                  <a:pt x="455296" y="62706"/>
                  <a:pt x="454661" y="60801"/>
                  <a:pt x="454661" y="58896"/>
                </a:cubicBezTo>
                <a:cubicBezTo>
                  <a:pt x="454661" y="55086"/>
                  <a:pt x="457836" y="51911"/>
                  <a:pt x="461646" y="51911"/>
                </a:cubicBezTo>
                <a:close/>
                <a:moveTo>
                  <a:pt x="388620" y="31591"/>
                </a:moveTo>
                <a:cubicBezTo>
                  <a:pt x="361951" y="51276"/>
                  <a:pt x="344170" y="81756"/>
                  <a:pt x="339726" y="114776"/>
                </a:cubicBezTo>
                <a:cubicBezTo>
                  <a:pt x="370841" y="151606"/>
                  <a:pt x="394970" y="193516"/>
                  <a:pt x="411481" y="238601"/>
                </a:cubicBezTo>
                <a:cubicBezTo>
                  <a:pt x="442595" y="251936"/>
                  <a:pt x="477520" y="251936"/>
                  <a:pt x="508001" y="238601"/>
                </a:cubicBezTo>
                <a:cubicBezTo>
                  <a:pt x="524511" y="193516"/>
                  <a:pt x="548641" y="151606"/>
                  <a:pt x="579756" y="114776"/>
                </a:cubicBezTo>
                <a:cubicBezTo>
                  <a:pt x="575945" y="81756"/>
                  <a:pt x="558801" y="51276"/>
                  <a:pt x="532131" y="31591"/>
                </a:cubicBezTo>
                <a:cubicBezTo>
                  <a:pt x="508636" y="36036"/>
                  <a:pt x="484506" y="37941"/>
                  <a:pt x="460376" y="37941"/>
                </a:cubicBezTo>
                <a:cubicBezTo>
                  <a:pt x="436245" y="37941"/>
                  <a:pt x="412116" y="36036"/>
                  <a:pt x="388620" y="31591"/>
                </a:cubicBezTo>
                <a:close/>
                <a:moveTo>
                  <a:pt x="558166" y="26511"/>
                </a:moveTo>
                <a:cubicBezTo>
                  <a:pt x="553086" y="27781"/>
                  <a:pt x="548006" y="28416"/>
                  <a:pt x="542926" y="29686"/>
                </a:cubicBezTo>
                <a:cubicBezTo>
                  <a:pt x="566420" y="49371"/>
                  <a:pt x="582295" y="76676"/>
                  <a:pt x="587376" y="106521"/>
                </a:cubicBezTo>
                <a:cubicBezTo>
                  <a:pt x="590551" y="102711"/>
                  <a:pt x="593726" y="98901"/>
                  <a:pt x="597536" y="95091"/>
                </a:cubicBezTo>
                <a:cubicBezTo>
                  <a:pt x="591186" y="69056"/>
                  <a:pt x="577851" y="44926"/>
                  <a:pt x="558166" y="26511"/>
                </a:cubicBezTo>
                <a:close/>
                <a:moveTo>
                  <a:pt x="362586" y="25876"/>
                </a:moveTo>
                <a:cubicBezTo>
                  <a:pt x="342901" y="44291"/>
                  <a:pt x="328931" y="68421"/>
                  <a:pt x="322581" y="94456"/>
                </a:cubicBezTo>
                <a:cubicBezTo>
                  <a:pt x="326391" y="98266"/>
                  <a:pt x="330201" y="102076"/>
                  <a:pt x="333376" y="105886"/>
                </a:cubicBezTo>
                <a:cubicBezTo>
                  <a:pt x="338456" y="76041"/>
                  <a:pt x="354331" y="48736"/>
                  <a:pt x="377826" y="29051"/>
                </a:cubicBezTo>
                <a:cubicBezTo>
                  <a:pt x="372745" y="28416"/>
                  <a:pt x="367666" y="27146"/>
                  <a:pt x="362586" y="25876"/>
                </a:cubicBezTo>
                <a:close/>
                <a:moveTo>
                  <a:pt x="460376" y="8096"/>
                </a:moveTo>
                <a:cubicBezTo>
                  <a:pt x="438786" y="7461"/>
                  <a:pt x="417195" y="13811"/>
                  <a:pt x="398781" y="24606"/>
                </a:cubicBezTo>
                <a:cubicBezTo>
                  <a:pt x="419101" y="27781"/>
                  <a:pt x="439420" y="29686"/>
                  <a:pt x="460376" y="29686"/>
                </a:cubicBezTo>
                <a:cubicBezTo>
                  <a:pt x="480695" y="29686"/>
                  <a:pt x="501651" y="28416"/>
                  <a:pt x="521970" y="25241"/>
                </a:cubicBezTo>
                <a:cubicBezTo>
                  <a:pt x="503556" y="13811"/>
                  <a:pt x="481966" y="8096"/>
                  <a:pt x="460376" y="8096"/>
                </a:cubicBezTo>
                <a:close/>
                <a:moveTo>
                  <a:pt x="460138" y="0"/>
                </a:moveTo>
                <a:cubicBezTo>
                  <a:pt x="485935" y="0"/>
                  <a:pt x="511811" y="7778"/>
                  <a:pt x="534036" y="23336"/>
                </a:cubicBezTo>
                <a:cubicBezTo>
                  <a:pt x="541656" y="21431"/>
                  <a:pt x="549911" y="19526"/>
                  <a:pt x="558166" y="17621"/>
                </a:cubicBezTo>
                <a:lnTo>
                  <a:pt x="560706" y="16986"/>
                </a:lnTo>
                <a:lnTo>
                  <a:pt x="562611" y="18256"/>
                </a:lnTo>
                <a:cubicBezTo>
                  <a:pt x="584201" y="39211"/>
                  <a:pt x="600076" y="65881"/>
                  <a:pt x="606426" y="95091"/>
                </a:cubicBezTo>
                <a:lnTo>
                  <a:pt x="607061" y="97631"/>
                </a:lnTo>
                <a:lnTo>
                  <a:pt x="605791" y="99536"/>
                </a:lnTo>
                <a:cubicBezTo>
                  <a:pt x="600076" y="105251"/>
                  <a:pt x="594995" y="111601"/>
                  <a:pt x="589281" y="117951"/>
                </a:cubicBezTo>
                <a:cubicBezTo>
                  <a:pt x="589916" y="121761"/>
                  <a:pt x="589916" y="124936"/>
                  <a:pt x="589916" y="128746"/>
                </a:cubicBezTo>
                <a:cubicBezTo>
                  <a:pt x="589916" y="178276"/>
                  <a:pt x="560706" y="223996"/>
                  <a:pt x="515620" y="244951"/>
                </a:cubicBezTo>
                <a:cubicBezTo>
                  <a:pt x="513081" y="253206"/>
                  <a:pt x="510541" y="260826"/>
                  <a:pt x="508001" y="269081"/>
                </a:cubicBezTo>
                <a:lnTo>
                  <a:pt x="507366" y="270986"/>
                </a:lnTo>
                <a:lnTo>
                  <a:pt x="504826" y="271621"/>
                </a:lnTo>
                <a:cubicBezTo>
                  <a:pt x="475616" y="280511"/>
                  <a:pt x="445136" y="280511"/>
                  <a:pt x="415926" y="271621"/>
                </a:cubicBezTo>
                <a:lnTo>
                  <a:pt x="414020" y="270986"/>
                </a:lnTo>
                <a:lnTo>
                  <a:pt x="413386" y="268446"/>
                </a:lnTo>
                <a:cubicBezTo>
                  <a:pt x="411481" y="260826"/>
                  <a:pt x="408306" y="252571"/>
                  <a:pt x="405766" y="244951"/>
                </a:cubicBezTo>
                <a:cubicBezTo>
                  <a:pt x="360681" y="223361"/>
                  <a:pt x="331470" y="178276"/>
                  <a:pt x="331470" y="128111"/>
                </a:cubicBezTo>
                <a:cubicBezTo>
                  <a:pt x="331470" y="124301"/>
                  <a:pt x="332106" y="121126"/>
                  <a:pt x="332106" y="117316"/>
                </a:cubicBezTo>
                <a:cubicBezTo>
                  <a:pt x="326391" y="110966"/>
                  <a:pt x="320676" y="104616"/>
                  <a:pt x="314326" y="98901"/>
                </a:cubicBezTo>
                <a:lnTo>
                  <a:pt x="313056" y="97631"/>
                </a:lnTo>
                <a:lnTo>
                  <a:pt x="313691" y="95091"/>
                </a:lnTo>
                <a:cubicBezTo>
                  <a:pt x="320041" y="65881"/>
                  <a:pt x="335916" y="38576"/>
                  <a:pt x="358141" y="18256"/>
                </a:cubicBezTo>
                <a:lnTo>
                  <a:pt x="360045" y="16986"/>
                </a:lnTo>
                <a:lnTo>
                  <a:pt x="362586" y="17621"/>
                </a:lnTo>
                <a:cubicBezTo>
                  <a:pt x="370206" y="20161"/>
                  <a:pt x="378461" y="22066"/>
                  <a:pt x="386716" y="23336"/>
                </a:cubicBezTo>
                <a:cubicBezTo>
                  <a:pt x="408623" y="7778"/>
                  <a:pt x="434341" y="0"/>
                  <a:pt x="460138" y="0"/>
                </a:cubicBezTo>
                <a:close/>
              </a:path>
            </a:pathLst>
          </a:custGeom>
          <a:solidFill>
            <a:schemeClr val="tx2"/>
          </a:solidFill>
          <a:ln w="6350" cap="flat">
            <a:noFill/>
            <a:prstDash val="solid"/>
            <a:miter/>
          </a:ln>
        </p:spPr>
        <p:txBody>
          <a:bodyPr wrap="square" rtlCol="0" anchor="ctr">
            <a:noAutofit/>
          </a:bodyPr>
          <a:lstStyle/>
          <a:p>
            <a:endParaRPr lang="en-GB">
              <a:solidFill>
                <a:schemeClr val="tx2"/>
              </a:solidFill>
            </a:endParaRPr>
          </a:p>
        </p:txBody>
      </p:sp>
      <p:sp>
        <p:nvSpPr>
          <p:cNvPr id="15" name="MAN">
            <a:extLst>
              <a:ext uri="{FF2B5EF4-FFF2-40B4-BE49-F238E27FC236}">
                <a16:creationId xmlns:a16="http://schemas.microsoft.com/office/drawing/2014/main" id="{72EB1001-6573-2FF9-ED3B-C92A6081502C}"/>
              </a:ext>
            </a:extLst>
          </p:cNvPr>
          <p:cNvSpPr/>
          <p:nvPr userDrawn="1"/>
        </p:nvSpPr>
        <p:spPr>
          <a:xfrm>
            <a:off x="4136390" y="4263389"/>
            <a:ext cx="775970" cy="435610"/>
          </a:xfrm>
          <a:custGeom>
            <a:avLst/>
            <a:gdLst>
              <a:gd name="connsiteX0" fmla="*/ 393065 w 775970"/>
              <a:gd name="connsiteY0" fmla="*/ 367665 h 435610"/>
              <a:gd name="connsiteX1" fmla="*/ 380999 w 775970"/>
              <a:gd name="connsiteY1" fmla="*/ 392430 h 435610"/>
              <a:gd name="connsiteX2" fmla="*/ 406399 w 775970"/>
              <a:gd name="connsiteY2" fmla="*/ 392430 h 435610"/>
              <a:gd name="connsiteX3" fmla="*/ 509269 w 775970"/>
              <a:gd name="connsiteY3" fmla="*/ 317500 h 435610"/>
              <a:gd name="connsiteX4" fmla="*/ 567689 w 775970"/>
              <a:gd name="connsiteY4" fmla="*/ 317500 h 435610"/>
              <a:gd name="connsiteX5" fmla="*/ 648969 w 775970"/>
              <a:gd name="connsiteY5" fmla="*/ 370205 h 435610"/>
              <a:gd name="connsiteX6" fmla="*/ 648969 w 775970"/>
              <a:gd name="connsiteY6" fmla="*/ 317500 h 435610"/>
              <a:gd name="connsiteX7" fmla="*/ 706754 w 775970"/>
              <a:gd name="connsiteY7" fmla="*/ 317500 h 435610"/>
              <a:gd name="connsiteX8" fmla="*/ 706754 w 775970"/>
              <a:gd name="connsiteY8" fmla="*/ 435610 h 435610"/>
              <a:gd name="connsiteX9" fmla="*/ 645794 w 775970"/>
              <a:gd name="connsiteY9" fmla="*/ 435610 h 435610"/>
              <a:gd name="connsiteX10" fmla="*/ 572134 w 775970"/>
              <a:gd name="connsiteY10" fmla="*/ 384175 h 435610"/>
              <a:gd name="connsiteX11" fmla="*/ 572134 w 775970"/>
              <a:gd name="connsiteY11" fmla="*/ 435610 h 435610"/>
              <a:gd name="connsiteX12" fmla="*/ 509269 w 775970"/>
              <a:gd name="connsiteY12" fmla="*/ 435610 h 435610"/>
              <a:gd name="connsiteX13" fmla="*/ 362584 w 775970"/>
              <a:gd name="connsiteY13" fmla="*/ 317500 h 435610"/>
              <a:gd name="connsiteX14" fmla="*/ 427354 w 775970"/>
              <a:gd name="connsiteY14" fmla="*/ 317500 h 435610"/>
              <a:gd name="connsiteX15" fmla="*/ 503554 w 775970"/>
              <a:gd name="connsiteY15" fmla="*/ 435610 h 435610"/>
              <a:gd name="connsiteX16" fmla="*/ 436879 w 775970"/>
              <a:gd name="connsiteY16" fmla="*/ 435610 h 435610"/>
              <a:gd name="connsiteX17" fmla="*/ 426084 w 775970"/>
              <a:gd name="connsiteY17" fmla="*/ 423545 h 435610"/>
              <a:gd name="connsiteX18" fmla="*/ 360679 w 775970"/>
              <a:gd name="connsiteY18" fmla="*/ 423545 h 435610"/>
              <a:gd name="connsiteX19" fmla="*/ 351154 w 775970"/>
              <a:gd name="connsiteY19" fmla="*/ 435610 h 435610"/>
              <a:gd name="connsiteX20" fmla="*/ 284479 w 775970"/>
              <a:gd name="connsiteY20" fmla="*/ 435610 h 435610"/>
              <a:gd name="connsiteX21" fmla="*/ 80009 w 775970"/>
              <a:gd name="connsiteY21" fmla="*/ 317500 h 435610"/>
              <a:gd name="connsiteX22" fmla="*/ 140334 w 775970"/>
              <a:gd name="connsiteY22" fmla="*/ 317500 h 435610"/>
              <a:gd name="connsiteX23" fmla="*/ 179069 w 775970"/>
              <a:gd name="connsiteY23" fmla="*/ 361950 h 435610"/>
              <a:gd name="connsiteX24" fmla="*/ 220979 w 775970"/>
              <a:gd name="connsiteY24" fmla="*/ 317500 h 435610"/>
              <a:gd name="connsiteX25" fmla="*/ 278129 w 775970"/>
              <a:gd name="connsiteY25" fmla="*/ 317500 h 435610"/>
              <a:gd name="connsiteX26" fmla="*/ 278129 w 775970"/>
              <a:gd name="connsiteY26" fmla="*/ 435610 h 435610"/>
              <a:gd name="connsiteX27" fmla="*/ 218439 w 775970"/>
              <a:gd name="connsiteY27" fmla="*/ 435610 h 435610"/>
              <a:gd name="connsiteX28" fmla="*/ 218439 w 775970"/>
              <a:gd name="connsiteY28" fmla="*/ 393065 h 435610"/>
              <a:gd name="connsiteX29" fmla="*/ 180339 w 775970"/>
              <a:gd name="connsiteY29" fmla="*/ 429260 h 435610"/>
              <a:gd name="connsiteX30" fmla="*/ 139699 w 775970"/>
              <a:gd name="connsiteY30" fmla="*/ 393065 h 435610"/>
              <a:gd name="connsiteX31" fmla="*/ 139699 w 775970"/>
              <a:gd name="connsiteY31" fmla="*/ 435610 h 435610"/>
              <a:gd name="connsiteX32" fmla="*/ 80009 w 775970"/>
              <a:gd name="connsiteY32" fmla="*/ 435610 h 435610"/>
              <a:gd name="connsiteX33" fmla="*/ 387985 w 775970"/>
              <a:gd name="connsiteY33" fmla="*/ 0 h 435610"/>
              <a:gd name="connsiteX34" fmla="*/ 775970 w 775970"/>
              <a:gd name="connsiteY34" fmla="*/ 390525 h 435610"/>
              <a:gd name="connsiteX35" fmla="*/ 774065 w 775970"/>
              <a:gd name="connsiteY35" fmla="*/ 431800 h 435610"/>
              <a:gd name="connsiteX36" fmla="*/ 727075 w 775970"/>
              <a:gd name="connsiteY36" fmla="*/ 431800 h 435610"/>
              <a:gd name="connsiteX37" fmla="*/ 729615 w 775970"/>
              <a:gd name="connsiteY37" fmla="*/ 390525 h 435610"/>
              <a:gd name="connsiteX38" fmla="*/ 387985 w 775970"/>
              <a:gd name="connsiteY38" fmla="*/ 46990 h 435610"/>
              <a:gd name="connsiteX39" fmla="*/ 46355 w 775970"/>
              <a:gd name="connsiteY39" fmla="*/ 390525 h 435610"/>
              <a:gd name="connsiteX40" fmla="*/ 48895 w 775970"/>
              <a:gd name="connsiteY40" fmla="*/ 431800 h 435610"/>
              <a:gd name="connsiteX41" fmla="*/ 1905 w 775970"/>
              <a:gd name="connsiteY41" fmla="*/ 431800 h 435610"/>
              <a:gd name="connsiteX42" fmla="*/ 0 w 775970"/>
              <a:gd name="connsiteY42" fmla="*/ 390525 h 435610"/>
              <a:gd name="connsiteX43" fmla="*/ 387985 w 775970"/>
              <a:gd name="connsiteY43" fmla="*/ 0 h 43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5970" h="435610">
                <a:moveTo>
                  <a:pt x="393065" y="367665"/>
                </a:moveTo>
                <a:lnTo>
                  <a:pt x="380999" y="392430"/>
                </a:lnTo>
                <a:lnTo>
                  <a:pt x="406399" y="392430"/>
                </a:lnTo>
                <a:close/>
                <a:moveTo>
                  <a:pt x="509269" y="317500"/>
                </a:moveTo>
                <a:lnTo>
                  <a:pt x="567689" y="317500"/>
                </a:lnTo>
                <a:lnTo>
                  <a:pt x="648969" y="370205"/>
                </a:lnTo>
                <a:lnTo>
                  <a:pt x="648969" y="317500"/>
                </a:lnTo>
                <a:lnTo>
                  <a:pt x="706754" y="317500"/>
                </a:lnTo>
                <a:lnTo>
                  <a:pt x="706754" y="435610"/>
                </a:lnTo>
                <a:lnTo>
                  <a:pt x="645794" y="435610"/>
                </a:lnTo>
                <a:lnTo>
                  <a:pt x="572134" y="384175"/>
                </a:lnTo>
                <a:lnTo>
                  <a:pt x="572134" y="435610"/>
                </a:lnTo>
                <a:lnTo>
                  <a:pt x="509269" y="435610"/>
                </a:lnTo>
                <a:close/>
                <a:moveTo>
                  <a:pt x="362584" y="317500"/>
                </a:moveTo>
                <a:lnTo>
                  <a:pt x="427354" y="317500"/>
                </a:lnTo>
                <a:lnTo>
                  <a:pt x="503554" y="435610"/>
                </a:lnTo>
                <a:lnTo>
                  <a:pt x="436879" y="435610"/>
                </a:lnTo>
                <a:lnTo>
                  <a:pt x="426084" y="423545"/>
                </a:lnTo>
                <a:lnTo>
                  <a:pt x="360679" y="423545"/>
                </a:lnTo>
                <a:lnTo>
                  <a:pt x="351154" y="435610"/>
                </a:lnTo>
                <a:lnTo>
                  <a:pt x="284479" y="435610"/>
                </a:lnTo>
                <a:close/>
                <a:moveTo>
                  <a:pt x="80009" y="317500"/>
                </a:moveTo>
                <a:lnTo>
                  <a:pt x="140334" y="317500"/>
                </a:lnTo>
                <a:lnTo>
                  <a:pt x="179069" y="361950"/>
                </a:lnTo>
                <a:lnTo>
                  <a:pt x="220979" y="317500"/>
                </a:lnTo>
                <a:lnTo>
                  <a:pt x="278129" y="317500"/>
                </a:lnTo>
                <a:lnTo>
                  <a:pt x="278129" y="435610"/>
                </a:lnTo>
                <a:lnTo>
                  <a:pt x="218439" y="435610"/>
                </a:lnTo>
                <a:lnTo>
                  <a:pt x="218439" y="393065"/>
                </a:lnTo>
                <a:lnTo>
                  <a:pt x="180339" y="429260"/>
                </a:lnTo>
                <a:lnTo>
                  <a:pt x="139699" y="393065"/>
                </a:lnTo>
                <a:lnTo>
                  <a:pt x="139699" y="435610"/>
                </a:lnTo>
                <a:lnTo>
                  <a:pt x="80009" y="435610"/>
                </a:lnTo>
                <a:close/>
                <a:moveTo>
                  <a:pt x="387985" y="0"/>
                </a:moveTo>
                <a:cubicBezTo>
                  <a:pt x="601980" y="0"/>
                  <a:pt x="775970" y="175260"/>
                  <a:pt x="775970" y="390525"/>
                </a:cubicBezTo>
                <a:cubicBezTo>
                  <a:pt x="775970" y="404495"/>
                  <a:pt x="775335" y="418465"/>
                  <a:pt x="774065" y="431800"/>
                </a:cubicBezTo>
                <a:lnTo>
                  <a:pt x="727075" y="431800"/>
                </a:lnTo>
                <a:cubicBezTo>
                  <a:pt x="728345" y="418465"/>
                  <a:pt x="729615" y="404495"/>
                  <a:pt x="729615" y="390525"/>
                </a:cubicBezTo>
                <a:cubicBezTo>
                  <a:pt x="729615" y="201295"/>
                  <a:pt x="575945" y="46990"/>
                  <a:pt x="387985" y="46990"/>
                </a:cubicBezTo>
                <a:cubicBezTo>
                  <a:pt x="200025" y="46990"/>
                  <a:pt x="46355" y="201295"/>
                  <a:pt x="46355" y="390525"/>
                </a:cubicBezTo>
                <a:cubicBezTo>
                  <a:pt x="46355" y="404495"/>
                  <a:pt x="46990" y="418465"/>
                  <a:pt x="48895" y="431800"/>
                </a:cubicBezTo>
                <a:lnTo>
                  <a:pt x="1905" y="431800"/>
                </a:lnTo>
                <a:cubicBezTo>
                  <a:pt x="635" y="418465"/>
                  <a:pt x="0" y="404495"/>
                  <a:pt x="0" y="390525"/>
                </a:cubicBezTo>
                <a:cubicBezTo>
                  <a:pt x="0" y="175895"/>
                  <a:pt x="173990" y="0"/>
                  <a:pt x="387985" y="0"/>
                </a:cubicBezTo>
                <a:close/>
              </a:path>
            </a:pathLst>
          </a:custGeom>
          <a:solidFill>
            <a:schemeClr val="tx2"/>
          </a:solidFill>
          <a:ln w="6350" cap="flat">
            <a:noFill/>
            <a:prstDash val="solid"/>
            <a:miter/>
          </a:ln>
        </p:spPr>
        <p:txBody>
          <a:bodyPr wrap="square" rtlCol="0" anchor="ctr">
            <a:noAutofit/>
          </a:bodyPr>
          <a:lstStyle/>
          <a:p>
            <a:endParaRPr lang="en-GB">
              <a:solidFill>
                <a:schemeClr val="tx2"/>
              </a:solidFill>
            </a:endParaRPr>
          </a:p>
        </p:txBody>
      </p:sp>
      <p:sp>
        <p:nvSpPr>
          <p:cNvPr id="13" name="Scout">
            <a:extLst>
              <a:ext uri="{FF2B5EF4-FFF2-40B4-BE49-F238E27FC236}">
                <a16:creationId xmlns:a16="http://schemas.microsoft.com/office/drawing/2014/main" id="{22775BE3-6D24-89A1-B37D-BE0FB9589B43}"/>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chemeClr val="tx2"/>
          </a:solidFill>
          <a:ln w="6350" cap="flat">
            <a:noFill/>
            <a:prstDash val="solid"/>
            <a:miter/>
          </a:ln>
        </p:spPr>
        <p:txBody>
          <a:bodyPr rtlCol="0" anchor="ctr"/>
          <a:lstStyle/>
          <a:p>
            <a:endParaRPr lang="en-GB">
              <a:solidFill>
                <a:schemeClr val="tx2"/>
              </a:solidFill>
            </a:endParaRPr>
          </a:p>
        </p:txBody>
      </p:sp>
      <p:sp>
        <p:nvSpPr>
          <p:cNvPr id="28" name="Audi">
            <a:extLst>
              <a:ext uri="{FF2B5EF4-FFF2-40B4-BE49-F238E27FC236}">
                <a16:creationId xmlns:a16="http://schemas.microsoft.com/office/drawing/2014/main" id="{F8EAF0DD-6CCA-87EB-E6A3-BBC8D694090D}"/>
              </a:ext>
            </a:extLst>
          </p:cNvPr>
          <p:cNvSpPr/>
          <p:nvPr userDrawn="1"/>
        </p:nvSpPr>
        <p:spPr>
          <a:xfrm>
            <a:off x="2448560" y="3166745"/>
            <a:ext cx="943610" cy="524510"/>
          </a:xfrm>
          <a:custGeom>
            <a:avLst/>
            <a:gdLst>
              <a:gd name="connsiteX0" fmla="*/ 324484 w 943610"/>
              <a:gd name="connsiteY0" fmla="*/ 467360 h 524510"/>
              <a:gd name="connsiteX1" fmla="*/ 302259 w 943610"/>
              <a:gd name="connsiteY1" fmla="*/ 487680 h 524510"/>
              <a:gd name="connsiteX2" fmla="*/ 324484 w 943610"/>
              <a:gd name="connsiteY2" fmla="*/ 508635 h 524510"/>
              <a:gd name="connsiteX3" fmla="*/ 348615 w 943610"/>
              <a:gd name="connsiteY3" fmla="*/ 502920 h 524510"/>
              <a:gd name="connsiteX4" fmla="*/ 348615 w 943610"/>
              <a:gd name="connsiteY4" fmla="*/ 473075 h 524510"/>
              <a:gd name="connsiteX5" fmla="*/ 324484 w 943610"/>
              <a:gd name="connsiteY5" fmla="*/ 467360 h 524510"/>
              <a:gd name="connsiteX6" fmla="*/ 396239 w 943610"/>
              <a:gd name="connsiteY6" fmla="*/ 452755 h 524510"/>
              <a:gd name="connsiteX7" fmla="*/ 417829 w 943610"/>
              <a:gd name="connsiteY7" fmla="*/ 452755 h 524510"/>
              <a:gd name="connsiteX8" fmla="*/ 417829 w 943610"/>
              <a:gd name="connsiteY8" fmla="*/ 522605 h 524510"/>
              <a:gd name="connsiteX9" fmla="*/ 396239 w 943610"/>
              <a:gd name="connsiteY9" fmla="*/ 522605 h 524510"/>
              <a:gd name="connsiteX10" fmla="*/ 176530 w 943610"/>
              <a:gd name="connsiteY10" fmla="*/ 452755 h 524510"/>
              <a:gd name="connsiteX11" fmla="*/ 198120 w 943610"/>
              <a:gd name="connsiteY11" fmla="*/ 452755 h 524510"/>
              <a:gd name="connsiteX12" fmla="*/ 198120 w 943610"/>
              <a:gd name="connsiteY12" fmla="*/ 490855 h 524510"/>
              <a:gd name="connsiteX13" fmla="*/ 216535 w 943610"/>
              <a:gd name="connsiteY13" fmla="*/ 508000 h 524510"/>
              <a:gd name="connsiteX14" fmla="*/ 238760 w 943610"/>
              <a:gd name="connsiteY14" fmla="*/ 502285 h 524510"/>
              <a:gd name="connsiteX15" fmla="*/ 238760 w 943610"/>
              <a:gd name="connsiteY15" fmla="*/ 452755 h 524510"/>
              <a:gd name="connsiteX16" fmla="*/ 260350 w 943610"/>
              <a:gd name="connsiteY16" fmla="*/ 452755 h 524510"/>
              <a:gd name="connsiteX17" fmla="*/ 260350 w 943610"/>
              <a:gd name="connsiteY17" fmla="*/ 522605 h 524510"/>
              <a:gd name="connsiteX18" fmla="*/ 241935 w 943610"/>
              <a:gd name="connsiteY18" fmla="*/ 522605 h 524510"/>
              <a:gd name="connsiteX19" fmla="*/ 239395 w 943610"/>
              <a:gd name="connsiteY19" fmla="*/ 515620 h 524510"/>
              <a:gd name="connsiteX20" fmla="*/ 210820 w 943610"/>
              <a:gd name="connsiteY20" fmla="*/ 524510 h 524510"/>
              <a:gd name="connsiteX21" fmla="*/ 176530 w 943610"/>
              <a:gd name="connsiteY21" fmla="*/ 493395 h 524510"/>
              <a:gd name="connsiteX22" fmla="*/ 101599 w 943610"/>
              <a:gd name="connsiteY22" fmla="*/ 445770 h 524510"/>
              <a:gd name="connsiteX23" fmla="*/ 81279 w 943610"/>
              <a:gd name="connsiteY23" fmla="*/ 485775 h 524510"/>
              <a:gd name="connsiteX24" fmla="*/ 121284 w 943610"/>
              <a:gd name="connsiteY24" fmla="*/ 485775 h 524510"/>
              <a:gd name="connsiteX25" fmla="*/ 396239 w 943610"/>
              <a:gd name="connsiteY25" fmla="*/ 424180 h 524510"/>
              <a:gd name="connsiteX26" fmla="*/ 417829 w 943610"/>
              <a:gd name="connsiteY26" fmla="*/ 424180 h 524510"/>
              <a:gd name="connsiteX27" fmla="*/ 417829 w 943610"/>
              <a:gd name="connsiteY27" fmla="*/ 442595 h 524510"/>
              <a:gd name="connsiteX28" fmla="*/ 396239 w 943610"/>
              <a:gd name="connsiteY28" fmla="*/ 442595 h 524510"/>
              <a:gd name="connsiteX29" fmla="*/ 348615 w 943610"/>
              <a:gd name="connsiteY29" fmla="*/ 424180 h 524510"/>
              <a:gd name="connsiteX30" fmla="*/ 370205 w 943610"/>
              <a:gd name="connsiteY30" fmla="*/ 424180 h 524510"/>
              <a:gd name="connsiteX31" fmla="*/ 370205 w 943610"/>
              <a:gd name="connsiteY31" fmla="*/ 522605 h 524510"/>
              <a:gd name="connsiteX32" fmla="*/ 351790 w 943610"/>
              <a:gd name="connsiteY32" fmla="*/ 522605 h 524510"/>
              <a:gd name="connsiteX33" fmla="*/ 350520 w 943610"/>
              <a:gd name="connsiteY33" fmla="*/ 514985 h 524510"/>
              <a:gd name="connsiteX34" fmla="*/ 321309 w 943610"/>
              <a:gd name="connsiteY34" fmla="*/ 524510 h 524510"/>
              <a:gd name="connsiteX35" fmla="*/ 280670 w 943610"/>
              <a:gd name="connsiteY35" fmla="*/ 487680 h 524510"/>
              <a:gd name="connsiteX36" fmla="*/ 321945 w 943610"/>
              <a:gd name="connsiteY36" fmla="*/ 450850 h 524510"/>
              <a:gd name="connsiteX37" fmla="*/ 348615 w 943610"/>
              <a:gd name="connsiteY37" fmla="*/ 457200 h 524510"/>
              <a:gd name="connsiteX38" fmla="*/ 90169 w 943610"/>
              <a:gd name="connsiteY38" fmla="*/ 424180 h 524510"/>
              <a:gd name="connsiteX39" fmla="*/ 113029 w 943610"/>
              <a:gd name="connsiteY39" fmla="*/ 424180 h 524510"/>
              <a:gd name="connsiteX40" fmla="*/ 164464 w 943610"/>
              <a:gd name="connsiteY40" fmla="*/ 522605 h 524510"/>
              <a:gd name="connsiteX41" fmla="*/ 139699 w 943610"/>
              <a:gd name="connsiteY41" fmla="*/ 522605 h 524510"/>
              <a:gd name="connsiteX42" fmla="*/ 128904 w 943610"/>
              <a:gd name="connsiteY42" fmla="*/ 502285 h 524510"/>
              <a:gd name="connsiteX43" fmla="*/ 72389 w 943610"/>
              <a:gd name="connsiteY43" fmla="*/ 502285 h 524510"/>
              <a:gd name="connsiteX44" fmla="*/ 62229 w 943610"/>
              <a:gd name="connsiteY44" fmla="*/ 522605 h 524510"/>
              <a:gd name="connsiteX45" fmla="*/ 38099 w 943610"/>
              <a:gd name="connsiteY45" fmla="*/ 522605 h 524510"/>
              <a:gd name="connsiteX46" fmla="*/ 677545 w 943610"/>
              <a:gd name="connsiteY46" fmla="*/ 90170 h 524510"/>
              <a:gd name="connsiteX47" fmla="*/ 654050 w 943610"/>
              <a:gd name="connsiteY47" fmla="*/ 163195 h 524510"/>
              <a:gd name="connsiteX48" fmla="*/ 677545 w 943610"/>
              <a:gd name="connsiteY48" fmla="*/ 236220 h 524510"/>
              <a:gd name="connsiteX49" fmla="*/ 701040 w 943610"/>
              <a:gd name="connsiteY49" fmla="*/ 163195 h 524510"/>
              <a:gd name="connsiteX50" fmla="*/ 677545 w 943610"/>
              <a:gd name="connsiteY50" fmla="*/ 90170 h 524510"/>
              <a:gd name="connsiteX51" fmla="*/ 472440 w 943610"/>
              <a:gd name="connsiteY51" fmla="*/ 90170 h 524510"/>
              <a:gd name="connsiteX52" fmla="*/ 448945 w 943610"/>
              <a:gd name="connsiteY52" fmla="*/ 163195 h 524510"/>
              <a:gd name="connsiteX53" fmla="*/ 472440 w 943610"/>
              <a:gd name="connsiteY53" fmla="*/ 236220 h 524510"/>
              <a:gd name="connsiteX54" fmla="*/ 495935 w 943610"/>
              <a:gd name="connsiteY54" fmla="*/ 163195 h 524510"/>
              <a:gd name="connsiteX55" fmla="*/ 472440 w 943610"/>
              <a:gd name="connsiteY55" fmla="*/ 90170 h 524510"/>
              <a:gd name="connsiteX56" fmla="*/ 267335 w 943610"/>
              <a:gd name="connsiteY56" fmla="*/ 90170 h 524510"/>
              <a:gd name="connsiteX57" fmla="*/ 243840 w 943610"/>
              <a:gd name="connsiteY57" fmla="*/ 163195 h 524510"/>
              <a:gd name="connsiteX58" fmla="*/ 267335 w 943610"/>
              <a:gd name="connsiteY58" fmla="*/ 236220 h 524510"/>
              <a:gd name="connsiteX59" fmla="*/ 290830 w 943610"/>
              <a:gd name="connsiteY59" fmla="*/ 163195 h 524510"/>
              <a:gd name="connsiteX60" fmla="*/ 267335 w 943610"/>
              <a:gd name="connsiteY60" fmla="*/ 90170 h 524510"/>
              <a:gd name="connsiteX61" fmla="*/ 575310 w 943610"/>
              <a:gd name="connsiteY61" fmla="*/ 37465 h 524510"/>
              <a:gd name="connsiteX62" fmla="*/ 498475 w 943610"/>
              <a:gd name="connsiteY62" fmla="*/ 63500 h 524510"/>
              <a:gd name="connsiteX63" fmla="*/ 532765 w 943610"/>
              <a:gd name="connsiteY63" fmla="*/ 163195 h 524510"/>
              <a:gd name="connsiteX64" fmla="*/ 498475 w 943610"/>
              <a:gd name="connsiteY64" fmla="*/ 262890 h 524510"/>
              <a:gd name="connsiteX65" fmla="*/ 575310 w 943610"/>
              <a:gd name="connsiteY65" fmla="*/ 288925 h 524510"/>
              <a:gd name="connsiteX66" fmla="*/ 652145 w 943610"/>
              <a:gd name="connsiteY66" fmla="*/ 262890 h 524510"/>
              <a:gd name="connsiteX67" fmla="*/ 617855 w 943610"/>
              <a:gd name="connsiteY67" fmla="*/ 163195 h 524510"/>
              <a:gd name="connsiteX68" fmla="*/ 652145 w 943610"/>
              <a:gd name="connsiteY68" fmla="*/ 63500 h 524510"/>
              <a:gd name="connsiteX69" fmla="*/ 575310 w 943610"/>
              <a:gd name="connsiteY69" fmla="*/ 37465 h 524510"/>
              <a:gd name="connsiteX70" fmla="*/ 369570 w 943610"/>
              <a:gd name="connsiteY70" fmla="*/ 37465 h 524510"/>
              <a:gd name="connsiteX71" fmla="*/ 292735 w 943610"/>
              <a:gd name="connsiteY71" fmla="*/ 63500 h 524510"/>
              <a:gd name="connsiteX72" fmla="*/ 327025 w 943610"/>
              <a:gd name="connsiteY72" fmla="*/ 163195 h 524510"/>
              <a:gd name="connsiteX73" fmla="*/ 292735 w 943610"/>
              <a:gd name="connsiteY73" fmla="*/ 262890 h 524510"/>
              <a:gd name="connsiteX74" fmla="*/ 369570 w 943610"/>
              <a:gd name="connsiteY74" fmla="*/ 288925 h 524510"/>
              <a:gd name="connsiteX75" fmla="*/ 446405 w 943610"/>
              <a:gd name="connsiteY75" fmla="*/ 262890 h 524510"/>
              <a:gd name="connsiteX76" fmla="*/ 412115 w 943610"/>
              <a:gd name="connsiteY76" fmla="*/ 163195 h 524510"/>
              <a:gd name="connsiteX77" fmla="*/ 446405 w 943610"/>
              <a:gd name="connsiteY77" fmla="*/ 63500 h 524510"/>
              <a:gd name="connsiteX78" fmla="*/ 369570 w 943610"/>
              <a:gd name="connsiteY78" fmla="*/ 37465 h 524510"/>
              <a:gd name="connsiteX79" fmla="*/ 780415 w 943610"/>
              <a:gd name="connsiteY79" fmla="*/ 36830 h 524510"/>
              <a:gd name="connsiteX80" fmla="*/ 703580 w 943610"/>
              <a:gd name="connsiteY80" fmla="*/ 62865 h 524510"/>
              <a:gd name="connsiteX81" fmla="*/ 737870 w 943610"/>
              <a:gd name="connsiteY81" fmla="*/ 162560 h 524510"/>
              <a:gd name="connsiteX82" fmla="*/ 703580 w 943610"/>
              <a:gd name="connsiteY82" fmla="*/ 262255 h 524510"/>
              <a:gd name="connsiteX83" fmla="*/ 780415 w 943610"/>
              <a:gd name="connsiteY83" fmla="*/ 288290 h 524510"/>
              <a:gd name="connsiteX84" fmla="*/ 906780 w 943610"/>
              <a:gd name="connsiteY84" fmla="*/ 163195 h 524510"/>
              <a:gd name="connsiteX85" fmla="*/ 780415 w 943610"/>
              <a:gd name="connsiteY85" fmla="*/ 36830 h 524510"/>
              <a:gd name="connsiteX86" fmla="*/ 165100 w 943610"/>
              <a:gd name="connsiteY86" fmla="*/ 36195 h 524510"/>
              <a:gd name="connsiteX87" fmla="*/ 38735 w 943610"/>
              <a:gd name="connsiteY87" fmla="*/ 162560 h 524510"/>
              <a:gd name="connsiteX88" fmla="*/ 165100 w 943610"/>
              <a:gd name="connsiteY88" fmla="*/ 287655 h 524510"/>
              <a:gd name="connsiteX89" fmla="*/ 241935 w 943610"/>
              <a:gd name="connsiteY89" fmla="*/ 261620 h 524510"/>
              <a:gd name="connsiteX90" fmla="*/ 207645 w 943610"/>
              <a:gd name="connsiteY90" fmla="*/ 161925 h 524510"/>
              <a:gd name="connsiteX91" fmla="*/ 241935 w 943610"/>
              <a:gd name="connsiteY91" fmla="*/ 62230 h 524510"/>
              <a:gd name="connsiteX92" fmla="*/ 165100 w 943610"/>
              <a:gd name="connsiteY92" fmla="*/ 36195 h 524510"/>
              <a:gd name="connsiteX93" fmla="*/ 163195 w 943610"/>
              <a:gd name="connsiteY93" fmla="*/ 0 h 524510"/>
              <a:gd name="connsiteX94" fmla="*/ 266065 w 943610"/>
              <a:gd name="connsiteY94" fmla="*/ 36195 h 524510"/>
              <a:gd name="connsiteX95" fmla="*/ 368935 w 943610"/>
              <a:gd name="connsiteY95" fmla="*/ 0 h 524510"/>
              <a:gd name="connsiteX96" fmla="*/ 471805 w 943610"/>
              <a:gd name="connsiteY96" fmla="*/ 36195 h 524510"/>
              <a:gd name="connsiteX97" fmla="*/ 574675 w 943610"/>
              <a:gd name="connsiteY97" fmla="*/ 0 h 524510"/>
              <a:gd name="connsiteX98" fmla="*/ 677545 w 943610"/>
              <a:gd name="connsiteY98" fmla="*/ 36195 h 524510"/>
              <a:gd name="connsiteX99" fmla="*/ 780415 w 943610"/>
              <a:gd name="connsiteY99" fmla="*/ 0 h 524510"/>
              <a:gd name="connsiteX100" fmla="*/ 943610 w 943610"/>
              <a:gd name="connsiteY100" fmla="*/ 163195 h 524510"/>
              <a:gd name="connsiteX101" fmla="*/ 780415 w 943610"/>
              <a:gd name="connsiteY101" fmla="*/ 326390 h 524510"/>
              <a:gd name="connsiteX102" fmla="*/ 677545 w 943610"/>
              <a:gd name="connsiteY102" fmla="*/ 290195 h 524510"/>
              <a:gd name="connsiteX103" fmla="*/ 574675 w 943610"/>
              <a:gd name="connsiteY103" fmla="*/ 326390 h 524510"/>
              <a:gd name="connsiteX104" fmla="*/ 471805 w 943610"/>
              <a:gd name="connsiteY104" fmla="*/ 290195 h 524510"/>
              <a:gd name="connsiteX105" fmla="*/ 368935 w 943610"/>
              <a:gd name="connsiteY105" fmla="*/ 326390 h 524510"/>
              <a:gd name="connsiteX106" fmla="*/ 266065 w 943610"/>
              <a:gd name="connsiteY106" fmla="*/ 290195 h 524510"/>
              <a:gd name="connsiteX107" fmla="*/ 163195 w 943610"/>
              <a:gd name="connsiteY107" fmla="*/ 326390 h 524510"/>
              <a:gd name="connsiteX108" fmla="*/ 0 w 943610"/>
              <a:gd name="connsiteY108" fmla="*/ 163195 h 524510"/>
              <a:gd name="connsiteX109" fmla="*/ 163195 w 943610"/>
              <a:gd name="connsiteY109" fmla="*/ 0 h 52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943610" h="524510">
                <a:moveTo>
                  <a:pt x="324484" y="467360"/>
                </a:moveTo>
                <a:cubicBezTo>
                  <a:pt x="309880" y="467360"/>
                  <a:pt x="302259" y="474980"/>
                  <a:pt x="302259" y="487680"/>
                </a:cubicBezTo>
                <a:cubicBezTo>
                  <a:pt x="302259" y="500380"/>
                  <a:pt x="309880" y="508635"/>
                  <a:pt x="324484" y="508635"/>
                </a:cubicBezTo>
                <a:cubicBezTo>
                  <a:pt x="334645" y="508635"/>
                  <a:pt x="340995" y="506730"/>
                  <a:pt x="348615" y="502920"/>
                </a:cubicBezTo>
                <a:lnTo>
                  <a:pt x="348615" y="473075"/>
                </a:lnTo>
                <a:cubicBezTo>
                  <a:pt x="340995" y="469265"/>
                  <a:pt x="334645" y="467360"/>
                  <a:pt x="324484" y="467360"/>
                </a:cubicBezTo>
                <a:close/>
                <a:moveTo>
                  <a:pt x="396239" y="452755"/>
                </a:moveTo>
                <a:lnTo>
                  <a:pt x="417829" y="452755"/>
                </a:lnTo>
                <a:lnTo>
                  <a:pt x="417829" y="522605"/>
                </a:lnTo>
                <a:lnTo>
                  <a:pt x="396239" y="522605"/>
                </a:lnTo>
                <a:close/>
                <a:moveTo>
                  <a:pt x="176530" y="452755"/>
                </a:moveTo>
                <a:lnTo>
                  <a:pt x="198120" y="452755"/>
                </a:lnTo>
                <a:lnTo>
                  <a:pt x="198120" y="490855"/>
                </a:lnTo>
                <a:cubicBezTo>
                  <a:pt x="198120" y="502285"/>
                  <a:pt x="203200" y="508000"/>
                  <a:pt x="216535" y="508000"/>
                </a:cubicBezTo>
                <a:cubicBezTo>
                  <a:pt x="225425" y="508000"/>
                  <a:pt x="231775" y="505460"/>
                  <a:pt x="238760" y="502285"/>
                </a:cubicBezTo>
                <a:lnTo>
                  <a:pt x="238760" y="452755"/>
                </a:lnTo>
                <a:lnTo>
                  <a:pt x="260350" y="452755"/>
                </a:lnTo>
                <a:lnTo>
                  <a:pt x="260350" y="522605"/>
                </a:lnTo>
                <a:lnTo>
                  <a:pt x="241935" y="522605"/>
                </a:lnTo>
                <a:lnTo>
                  <a:pt x="239395" y="515620"/>
                </a:lnTo>
                <a:cubicBezTo>
                  <a:pt x="233045" y="520700"/>
                  <a:pt x="221615" y="524510"/>
                  <a:pt x="210820" y="524510"/>
                </a:cubicBezTo>
                <a:cubicBezTo>
                  <a:pt x="193040" y="524510"/>
                  <a:pt x="176530" y="518795"/>
                  <a:pt x="176530" y="493395"/>
                </a:cubicBezTo>
                <a:close/>
                <a:moveTo>
                  <a:pt x="101599" y="445770"/>
                </a:moveTo>
                <a:lnTo>
                  <a:pt x="81279" y="485775"/>
                </a:lnTo>
                <a:lnTo>
                  <a:pt x="121284" y="485775"/>
                </a:lnTo>
                <a:close/>
                <a:moveTo>
                  <a:pt x="396239" y="424180"/>
                </a:moveTo>
                <a:lnTo>
                  <a:pt x="417829" y="424180"/>
                </a:lnTo>
                <a:lnTo>
                  <a:pt x="417829" y="442595"/>
                </a:lnTo>
                <a:lnTo>
                  <a:pt x="396239" y="442595"/>
                </a:lnTo>
                <a:close/>
                <a:moveTo>
                  <a:pt x="348615" y="424180"/>
                </a:moveTo>
                <a:lnTo>
                  <a:pt x="370205" y="424180"/>
                </a:lnTo>
                <a:lnTo>
                  <a:pt x="370205" y="522605"/>
                </a:lnTo>
                <a:lnTo>
                  <a:pt x="351790" y="522605"/>
                </a:lnTo>
                <a:lnTo>
                  <a:pt x="350520" y="514985"/>
                </a:lnTo>
                <a:cubicBezTo>
                  <a:pt x="344170" y="520700"/>
                  <a:pt x="332740" y="524510"/>
                  <a:pt x="321309" y="524510"/>
                </a:cubicBezTo>
                <a:cubicBezTo>
                  <a:pt x="294640" y="524510"/>
                  <a:pt x="280670" y="511175"/>
                  <a:pt x="280670" y="487680"/>
                </a:cubicBezTo>
                <a:cubicBezTo>
                  <a:pt x="280670" y="464820"/>
                  <a:pt x="295275" y="450850"/>
                  <a:pt x="321945" y="450850"/>
                </a:cubicBezTo>
                <a:cubicBezTo>
                  <a:pt x="332105" y="450850"/>
                  <a:pt x="342900" y="453390"/>
                  <a:pt x="348615" y="457200"/>
                </a:cubicBezTo>
                <a:close/>
                <a:moveTo>
                  <a:pt x="90169" y="424180"/>
                </a:moveTo>
                <a:lnTo>
                  <a:pt x="113029" y="424180"/>
                </a:lnTo>
                <a:lnTo>
                  <a:pt x="164464" y="522605"/>
                </a:lnTo>
                <a:lnTo>
                  <a:pt x="139699" y="522605"/>
                </a:lnTo>
                <a:lnTo>
                  <a:pt x="128904" y="502285"/>
                </a:lnTo>
                <a:lnTo>
                  <a:pt x="72389" y="502285"/>
                </a:lnTo>
                <a:lnTo>
                  <a:pt x="62229" y="522605"/>
                </a:lnTo>
                <a:lnTo>
                  <a:pt x="38099" y="522605"/>
                </a:lnTo>
                <a:close/>
                <a:moveTo>
                  <a:pt x="677545" y="90170"/>
                </a:moveTo>
                <a:cubicBezTo>
                  <a:pt x="662940" y="110490"/>
                  <a:pt x="654050" y="135890"/>
                  <a:pt x="654050" y="163195"/>
                </a:cubicBezTo>
                <a:cubicBezTo>
                  <a:pt x="654050" y="190500"/>
                  <a:pt x="662940" y="215265"/>
                  <a:pt x="677545" y="236220"/>
                </a:cubicBezTo>
                <a:cubicBezTo>
                  <a:pt x="692785" y="215265"/>
                  <a:pt x="701040" y="190500"/>
                  <a:pt x="701040" y="163195"/>
                </a:cubicBezTo>
                <a:cubicBezTo>
                  <a:pt x="701040" y="135890"/>
                  <a:pt x="692150" y="111125"/>
                  <a:pt x="677545" y="90170"/>
                </a:cubicBezTo>
                <a:close/>
                <a:moveTo>
                  <a:pt x="472440" y="90170"/>
                </a:moveTo>
                <a:cubicBezTo>
                  <a:pt x="457835" y="110490"/>
                  <a:pt x="448945" y="135890"/>
                  <a:pt x="448945" y="163195"/>
                </a:cubicBezTo>
                <a:cubicBezTo>
                  <a:pt x="448945" y="190500"/>
                  <a:pt x="457835" y="215265"/>
                  <a:pt x="472440" y="236220"/>
                </a:cubicBezTo>
                <a:cubicBezTo>
                  <a:pt x="487045" y="215265"/>
                  <a:pt x="495935" y="190500"/>
                  <a:pt x="495935" y="163195"/>
                </a:cubicBezTo>
                <a:cubicBezTo>
                  <a:pt x="495935" y="135890"/>
                  <a:pt x="487045" y="111125"/>
                  <a:pt x="472440" y="90170"/>
                </a:cubicBezTo>
                <a:close/>
                <a:moveTo>
                  <a:pt x="267335" y="90170"/>
                </a:moveTo>
                <a:cubicBezTo>
                  <a:pt x="252730" y="110490"/>
                  <a:pt x="243840" y="135890"/>
                  <a:pt x="243840" y="163195"/>
                </a:cubicBezTo>
                <a:cubicBezTo>
                  <a:pt x="243840" y="190500"/>
                  <a:pt x="252730" y="215265"/>
                  <a:pt x="267335" y="236220"/>
                </a:cubicBezTo>
                <a:cubicBezTo>
                  <a:pt x="281940" y="215265"/>
                  <a:pt x="290830" y="190500"/>
                  <a:pt x="290830" y="163195"/>
                </a:cubicBezTo>
                <a:cubicBezTo>
                  <a:pt x="290830" y="135890"/>
                  <a:pt x="281940" y="111125"/>
                  <a:pt x="267335" y="90170"/>
                </a:cubicBezTo>
                <a:close/>
                <a:moveTo>
                  <a:pt x="575310" y="37465"/>
                </a:moveTo>
                <a:cubicBezTo>
                  <a:pt x="546735" y="37465"/>
                  <a:pt x="520065" y="46990"/>
                  <a:pt x="498475" y="63500"/>
                </a:cubicBezTo>
                <a:cubicBezTo>
                  <a:pt x="520065" y="90805"/>
                  <a:pt x="532765" y="125730"/>
                  <a:pt x="532765" y="163195"/>
                </a:cubicBezTo>
                <a:cubicBezTo>
                  <a:pt x="532765" y="200660"/>
                  <a:pt x="520065" y="234950"/>
                  <a:pt x="498475" y="262890"/>
                </a:cubicBezTo>
                <a:cubicBezTo>
                  <a:pt x="519430" y="278765"/>
                  <a:pt x="546100" y="288290"/>
                  <a:pt x="575310" y="288925"/>
                </a:cubicBezTo>
                <a:cubicBezTo>
                  <a:pt x="603885" y="288925"/>
                  <a:pt x="630555" y="279400"/>
                  <a:pt x="652145" y="262890"/>
                </a:cubicBezTo>
                <a:cubicBezTo>
                  <a:pt x="630555" y="235585"/>
                  <a:pt x="617855" y="200660"/>
                  <a:pt x="617855" y="163195"/>
                </a:cubicBezTo>
                <a:cubicBezTo>
                  <a:pt x="617855" y="125730"/>
                  <a:pt x="630555" y="91440"/>
                  <a:pt x="652145" y="63500"/>
                </a:cubicBezTo>
                <a:cubicBezTo>
                  <a:pt x="631190" y="46990"/>
                  <a:pt x="604520" y="37465"/>
                  <a:pt x="575310" y="37465"/>
                </a:cubicBezTo>
                <a:close/>
                <a:moveTo>
                  <a:pt x="369570" y="37465"/>
                </a:moveTo>
                <a:cubicBezTo>
                  <a:pt x="340995" y="37465"/>
                  <a:pt x="314325" y="46990"/>
                  <a:pt x="292735" y="63500"/>
                </a:cubicBezTo>
                <a:cubicBezTo>
                  <a:pt x="314325" y="90805"/>
                  <a:pt x="327025" y="125730"/>
                  <a:pt x="327025" y="163195"/>
                </a:cubicBezTo>
                <a:cubicBezTo>
                  <a:pt x="327025" y="200660"/>
                  <a:pt x="314325" y="234950"/>
                  <a:pt x="292735" y="262890"/>
                </a:cubicBezTo>
                <a:cubicBezTo>
                  <a:pt x="314325" y="278765"/>
                  <a:pt x="340995" y="288290"/>
                  <a:pt x="369570" y="288925"/>
                </a:cubicBezTo>
                <a:cubicBezTo>
                  <a:pt x="398145" y="288925"/>
                  <a:pt x="424815" y="279400"/>
                  <a:pt x="446405" y="262890"/>
                </a:cubicBezTo>
                <a:cubicBezTo>
                  <a:pt x="424815" y="235585"/>
                  <a:pt x="412115" y="200660"/>
                  <a:pt x="412115" y="163195"/>
                </a:cubicBezTo>
                <a:cubicBezTo>
                  <a:pt x="412115" y="125730"/>
                  <a:pt x="424815" y="91440"/>
                  <a:pt x="446405" y="63500"/>
                </a:cubicBezTo>
                <a:cubicBezTo>
                  <a:pt x="425450" y="46990"/>
                  <a:pt x="398780" y="37465"/>
                  <a:pt x="369570" y="37465"/>
                </a:cubicBezTo>
                <a:close/>
                <a:moveTo>
                  <a:pt x="780415" y="36830"/>
                </a:moveTo>
                <a:cubicBezTo>
                  <a:pt x="751840" y="36830"/>
                  <a:pt x="725170" y="46355"/>
                  <a:pt x="703580" y="62865"/>
                </a:cubicBezTo>
                <a:cubicBezTo>
                  <a:pt x="725170" y="90170"/>
                  <a:pt x="737870" y="125095"/>
                  <a:pt x="737870" y="162560"/>
                </a:cubicBezTo>
                <a:cubicBezTo>
                  <a:pt x="737870" y="200025"/>
                  <a:pt x="725170" y="234315"/>
                  <a:pt x="703580" y="262255"/>
                </a:cubicBezTo>
                <a:cubicBezTo>
                  <a:pt x="724535" y="278765"/>
                  <a:pt x="751205" y="288290"/>
                  <a:pt x="780415" y="288290"/>
                </a:cubicBezTo>
                <a:cubicBezTo>
                  <a:pt x="850265" y="288290"/>
                  <a:pt x="906780" y="232410"/>
                  <a:pt x="906780" y="163195"/>
                </a:cubicBezTo>
                <a:cubicBezTo>
                  <a:pt x="906780" y="93345"/>
                  <a:pt x="850265" y="36830"/>
                  <a:pt x="780415" y="36830"/>
                </a:cubicBezTo>
                <a:close/>
                <a:moveTo>
                  <a:pt x="165100" y="36195"/>
                </a:moveTo>
                <a:cubicBezTo>
                  <a:pt x="95250" y="36195"/>
                  <a:pt x="38735" y="92710"/>
                  <a:pt x="38735" y="162560"/>
                </a:cubicBezTo>
                <a:cubicBezTo>
                  <a:pt x="38735" y="232410"/>
                  <a:pt x="94615" y="288290"/>
                  <a:pt x="165100" y="287655"/>
                </a:cubicBezTo>
                <a:cubicBezTo>
                  <a:pt x="193675" y="287655"/>
                  <a:pt x="220345" y="278130"/>
                  <a:pt x="241935" y="261620"/>
                </a:cubicBezTo>
                <a:cubicBezTo>
                  <a:pt x="220345" y="234315"/>
                  <a:pt x="207645" y="199390"/>
                  <a:pt x="207645" y="161925"/>
                </a:cubicBezTo>
                <a:cubicBezTo>
                  <a:pt x="207645" y="124460"/>
                  <a:pt x="220345" y="90170"/>
                  <a:pt x="241935" y="62230"/>
                </a:cubicBezTo>
                <a:cubicBezTo>
                  <a:pt x="220980" y="45720"/>
                  <a:pt x="194310" y="36195"/>
                  <a:pt x="165100" y="36195"/>
                </a:cubicBezTo>
                <a:close/>
                <a:moveTo>
                  <a:pt x="163195" y="0"/>
                </a:moveTo>
                <a:cubicBezTo>
                  <a:pt x="201930" y="0"/>
                  <a:pt x="238125" y="13335"/>
                  <a:pt x="266065" y="36195"/>
                </a:cubicBezTo>
                <a:cubicBezTo>
                  <a:pt x="294005" y="13970"/>
                  <a:pt x="330200" y="0"/>
                  <a:pt x="368935" y="0"/>
                </a:cubicBezTo>
                <a:cubicBezTo>
                  <a:pt x="408305" y="0"/>
                  <a:pt x="443865" y="13335"/>
                  <a:pt x="471805" y="36195"/>
                </a:cubicBezTo>
                <a:cubicBezTo>
                  <a:pt x="499745" y="13970"/>
                  <a:pt x="535940" y="0"/>
                  <a:pt x="574675" y="0"/>
                </a:cubicBezTo>
                <a:cubicBezTo>
                  <a:pt x="614045" y="0"/>
                  <a:pt x="649605" y="13335"/>
                  <a:pt x="677545" y="36195"/>
                </a:cubicBezTo>
                <a:cubicBezTo>
                  <a:pt x="705485" y="13970"/>
                  <a:pt x="741680" y="0"/>
                  <a:pt x="780415" y="0"/>
                </a:cubicBezTo>
                <a:cubicBezTo>
                  <a:pt x="870585" y="0"/>
                  <a:pt x="943610" y="72390"/>
                  <a:pt x="943610" y="163195"/>
                </a:cubicBezTo>
                <a:cubicBezTo>
                  <a:pt x="943610" y="253365"/>
                  <a:pt x="870585" y="326390"/>
                  <a:pt x="780415" y="326390"/>
                </a:cubicBezTo>
                <a:cubicBezTo>
                  <a:pt x="741045" y="326390"/>
                  <a:pt x="705485" y="313055"/>
                  <a:pt x="677545" y="290195"/>
                </a:cubicBezTo>
                <a:cubicBezTo>
                  <a:pt x="649605" y="312420"/>
                  <a:pt x="613410" y="326390"/>
                  <a:pt x="574675" y="326390"/>
                </a:cubicBezTo>
                <a:cubicBezTo>
                  <a:pt x="535305" y="326390"/>
                  <a:pt x="499745" y="313055"/>
                  <a:pt x="471805" y="290195"/>
                </a:cubicBezTo>
                <a:cubicBezTo>
                  <a:pt x="443865" y="312420"/>
                  <a:pt x="407670" y="326390"/>
                  <a:pt x="368935" y="326390"/>
                </a:cubicBezTo>
                <a:cubicBezTo>
                  <a:pt x="329565" y="326390"/>
                  <a:pt x="294005" y="313055"/>
                  <a:pt x="266065" y="290195"/>
                </a:cubicBezTo>
                <a:cubicBezTo>
                  <a:pt x="238125" y="312420"/>
                  <a:pt x="201930" y="326390"/>
                  <a:pt x="163195" y="326390"/>
                </a:cubicBezTo>
                <a:cubicBezTo>
                  <a:pt x="73025" y="326390"/>
                  <a:pt x="0" y="253365"/>
                  <a:pt x="0" y="163195"/>
                </a:cubicBezTo>
                <a:cubicBezTo>
                  <a:pt x="0" y="73025"/>
                  <a:pt x="73025" y="0"/>
                  <a:pt x="163195"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22" name="CUPRA">
            <a:extLst>
              <a:ext uri="{FF2B5EF4-FFF2-40B4-BE49-F238E27FC236}">
                <a16:creationId xmlns:a16="http://schemas.microsoft.com/office/drawing/2014/main" id="{EF9FEAD9-7BC5-2388-B402-7BED7D3A622B}"/>
              </a:ext>
            </a:extLst>
          </p:cNvPr>
          <p:cNvSpPr/>
          <p:nvPr userDrawn="1"/>
        </p:nvSpPr>
        <p:spPr>
          <a:xfrm>
            <a:off x="8830815" y="1951944"/>
            <a:ext cx="876583" cy="575151"/>
          </a:xfrm>
          <a:custGeom>
            <a:avLst/>
            <a:gdLst>
              <a:gd name="connsiteX0" fmla="*/ 383541 w 876583"/>
              <a:gd name="connsiteY0" fmla="*/ 510540 h 575151"/>
              <a:gd name="connsiteX1" fmla="*/ 384176 w 876583"/>
              <a:gd name="connsiteY1" fmla="*/ 529590 h 575151"/>
              <a:gd name="connsiteX2" fmla="*/ 490856 w 876583"/>
              <a:gd name="connsiteY2" fmla="*/ 528955 h 575151"/>
              <a:gd name="connsiteX3" fmla="*/ 494031 w 876583"/>
              <a:gd name="connsiteY3" fmla="*/ 510540 h 575151"/>
              <a:gd name="connsiteX4" fmla="*/ 383541 w 876583"/>
              <a:gd name="connsiteY4" fmla="*/ 510540 h 575151"/>
              <a:gd name="connsiteX5" fmla="*/ 566420 w 876583"/>
              <a:gd name="connsiteY5" fmla="*/ 509905 h 575151"/>
              <a:gd name="connsiteX6" fmla="*/ 566420 w 876583"/>
              <a:gd name="connsiteY6" fmla="*/ 530225 h 575151"/>
              <a:gd name="connsiteX7" fmla="*/ 669291 w 876583"/>
              <a:gd name="connsiteY7" fmla="*/ 530225 h 575151"/>
              <a:gd name="connsiteX8" fmla="*/ 673101 w 876583"/>
              <a:gd name="connsiteY8" fmla="*/ 527685 h 575151"/>
              <a:gd name="connsiteX9" fmla="*/ 669291 w 876583"/>
              <a:gd name="connsiteY9" fmla="*/ 510540 h 575151"/>
              <a:gd name="connsiteX10" fmla="*/ 566420 w 876583"/>
              <a:gd name="connsiteY10" fmla="*/ 509905 h 575151"/>
              <a:gd name="connsiteX11" fmla="*/ 745491 w 876583"/>
              <a:gd name="connsiteY11" fmla="*/ 509269 h 575151"/>
              <a:gd name="connsiteX12" fmla="*/ 745491 w 876583"/>
              <a:gd name="connsiteY12" fmla="*/ 528319 h 575151"/>
              <a:gd name="connsiteX13" fmla="*/ 851536 w 876583"/>
              <a:gd name="connsiteY13" fmla="*/ 528319 h 575151"/>
              <a:gd name="connsiteX14" fmla="*/ 851536 w 876583"/>
              <a:gd name="connsiteY14" fmla="*/ 509269 h 575151"/>
              <a:gd name="connsiteX15" fmla="*/ 745491 w 876583"/>
              <a:gd name="connsiteY15" fmla="*/ 509269 h 575151"/>
              <a:gd name="connsiteX16" fmla="*/ 539751 w 876583"/>
              <a:gd name="connsiteY16" fmla="*/ 492125 h 575151"/>
              <a:gd name="connsiteX17" fmla="*/ 671831 w 876583"/>
              <a:gd name="connsiteY17" fmla="*/ 492125 h 575151"/>
              <a:gd name="connsiteX18" fmla="*/ 694691 w 876583"/>
              <a:gd name="connsiteY18" fmla="*/ 506730 h 575151"/>
              <a:gd name="connsiteX19" fmla="*/ 694691 w 876583"/>
              <a:gd name="connsiteY19" fmla="*/ 534670 h 575151"/>
              <a:gd name="connsiteX20" fmla="*/ 680086 w 876583"/>
              <a:gd name="connsiteY20" fmla="*/ 549910 h 575151"/>
              <a:gd name="connsiteX21" fmla="*/ 696595 w 876583"/>
              <a:gd name="connsiteY21" fmla="*/ 574040 h 575151"/>
              <a:gd name="connsiteX22" fmla="*/ 662941 w 876583"/>
              <a:gd name="connsiteY22" fmla="*/ 567690 h 575151"/>
              <a:gd name="connsiteX23" fmla="*/ 652145 w 876583"/>
              <a:gd name="connsiteY23" fmla="*/ 549910 h 575151"/>
              <a:gd name="connsiteX24" fmla="*/ 564516 w 876583"/>
              <a:gd name="connsiteY24" fmla="*/ 549910 h 575151"/>
              <a:gd name="connsiteX25" fmla="*/ 564516 w 876583"/>
              <a:gd name="connsiteY25" fmla="*/ 574040 h 575151"/>
              <a:gd name="connsiteX26" fmla="*/ 538481 w 876583"/>
              <a:gd name="connsiteY26" fmla="*/ 574040 h 575151"/>
              <a:gd name="connsiteX27" fmla="*/ 539751 w 876583"/>
              <a:gd name="connsiteY27" fmla="*/ 492125 h 575151"/>
              <a:gd name="connsiteX28" fmla="*/ 358141 w 876583"/>
              <a:gd name="connsiteY28" fmla="*/ 492125 h 575151"/>
              <a:gd name="connsiteX29" fmla="*/ 495936 w 876583"/>
              <a:gd name="connsiteY29" fmla="*/ 492125 h 575151"/>
              <a:gd name="connsiteX30" fmla="*/ 516891 w 876583"/>
              <a:gd name="connsiteY30" fmla="*/ 506095 h 575151"/>
              <a:gd name="connsiteX31" fmla="*/ 516891 w 876583"/>
              <a:gd name="connsiteY31" fmla="*/ 534035 h 575151"/>
              <a:gd name="connsiteX32" fmla="*/ 495936 w 876583"/>
              <a:gd name="connsiteY32" fmla="*/ 549910 h 575151"/>
              <a:gd name="connsiteX33" fmla="*/ 383541 w 876583"/>
              <a:gd name="connsiteY33" fmla="*/ 549910 h 575151"/>
              <a:gd name="connsiteX34" fmla="*/ 383541 w 876583"/>
              <a:gd name="connsiteY34" fmla="*/ 574675 h 575151"/>
              <a:gd name="connsiteX35" fmla="*/ 358141 w 876583"/>
              <a:gd name="connsiteY35" fmla="*/ 574675 h 575151"/>
              <a:gd name="connsiteX36" fmla="*/ 358141 w 876583"/>
              <a:gd name="connsiteY36" fmla="*/ 492125 h 575151"/>
              <a:gd name="connsiteX37" fmla="*/ 23495 w 876583"/>
              <a:gd name="connsiteY37" fmla="*/ 492125 h 575151"/>
              <a:gd name="connsiteX38" fmla="*/ 156845 w 876583"/>
              <a:gd name="connsiteY38" fmla="*/ 492125 h 575151"/>
              <a:gd name="connsiteX39" fmla="*/ 156845 w 876583"/>
              <a:gd name="connsiteY39" fmla="*/ 514985 h 575151"/>
              <a:gd name="connsiteX40" fmla="*/ 26035 w 876583"/>
              <a:gd name="connsiteY40" fmla="*/ 514985 h 575151"/>
              <a:gd name="connsiteX41" fmla="*/ 22860 w 876583"/>
              <a:gd name="connsiteY41" fmla="*/ 517525 h 575151"/>
              <a:gd name="connsiteX42" fmla="*/ 22860 w 876583"/>
              <a:gd name="connsiteY42" fmla="*/ 549910 h 575151"/>
              <a:gd name="connsiteX43" fmla="*/ 34925 w 876583"/>
              <a:gd name="connsiteY43" fmla="*/ 551815 h 575151"/>
              <a:gd name="connsiteX44" fmla="*/ 156845 w 876583"/>
              <a:gd name="connsiteY44" fmla="*/ 551815 h 575151"/>
              <a:gd name="connsiteX45" fmla="*/ 156845 w 876583"/>
              <a:gd name="connsiteY45" fmla="*/ 573405 h 575151"/>
              <a:gd name="connsiteX46" fmla="*/ 28575 w 876583"/>
              <a:gd name="connsiteY46" fmla="*/ 574040 h 575151"/>
              <a:gd name="connsiteX47" fmla="*/ 1270 w 876583"/>
              <a:gd name="connsiteY47" fmla="*/ 561340 h 575151"/>
              <a:gd name="connsiteX48" fmla="*/ 0 w 876583"/>
              <a:gd name="connsiteY48" fmla="*/ 531495 h 575151"/>
              <a:gd name="connsiteX49" fmla="*/ 1905 w 876583"/>
              <a:gd name="connsiteY49" fmla="*/ 504825 h 575151"/>
              <a:gd name="connsiteX50" fmla="*/ 23495 w 876583"/>
              <a:gd name="connsiteY50" fmla="*/ 492125 h 575151"/>
              <a:gd name="connsiteX51" fmla="*/ 179070 w 876583"/>
              <a:gd name="connsiteY51" fmla="*/ 491490 h 575151"/>
              <a:gd name="connsiteX52" fmla="*/ 207010 w 876583"/>
              <a:gd name="connsiteY52" fmla="*/ 491490 h 575151"/>
              <a:gd name="connsiteX53" fmla="*/ 207645 w 876583"/>
              <a:gd name="connsiteY53" fmla="*/ 551180 h 575151"/>
              <a:gd name="connsiteX54" fmla="*/ 310515 w 876583"/>
              <a:gd name="connsiteY54" fmla="*/ 551180 h 575151"/>
              <a:gd name="connsiteX55" fmla="*/ 311150 w 876583"/>
              <a:gd name="connsiteY55" fmla="*/ 491490 h 575151"/>
              <a:gd name="connsiteX56" fmla="*/ 339090 w 876583"/>
              <a:gd name="connsiteY56" fmla="*/ 491490 h 575151"/>
              <a:gd name="connsiteX57" fmla="*/ 339090 w 876583"/>
              <a:gd name="connsiteY57" fmla="*/ 553720 h 575151"/>
              <a:gd name="connsiteX58" fmla="*/ 317500 w 876583"/>
              <a:gd name="connsiteY58" fmla="*/ 574040 h 575151"/>
              <a:gd name="connsiteX59" fmla="*/ 220980 w 876583"/>
              <a:gd name="connsiteY59" fmla="*/ 574040 h 575151"/>
              <a:gd name="connsiteX60" fmla="*/ 193040 w 876583"/>
              <a:gd name="connsiteY60" fmla="*/ 572135 h 575151"/>
              <a:gd name="connsiteX61" fmla="*/ 179070 w 876583"/>
              <a:gd name="connsiteY61" fmla="*/ 553720 h 575151"/>
              <a:gd name="connsiteX62" fmla="*/ 179070 w 876583"/>
              <a:gd name="connsiteY62" fmla="*/ 491490 h 575151"/>
              <a:gd name="connsiteX63" fmla="*/ 744220 w 876583"/>
              <a:gd name="connsiteY63" fmla="*/ 490219 h 575151"/>
              <a:gd name="connsiteX64" fmla="*/ 876301 w 876583"/>
              <a:gd name="connsiteY64" fmla="*/ 490219 h 575151"/>
              <a:gd name="connsiteX65" fmla="*/ 876301 w 876583"/>
              <a:gd name="connsiteY65" fmla="*/ 574039 h 575151"/>
              <a:gd name="connsiteX66" fmla="*/ 853441 w 876583"/>
              <a:gd name="connsiteY66" fmla="*/ 574039 h 575151"/>
              <a:gd name="connsiteX67" fmla="*/ 852170 w 876583"/>
              <a:gd name="connsiteY67" fmla="*/ 549274 h 575151"/>
              <a:gd name="connsiteX68" fmla="*/ 745491 w 876583"/>
              <a:gd name="connsiteY68" fmla="*/ 549274 h 575151"/>
              <a:gd name="connsiteX69" fmla="*/ 745491 w 876583"/>
              <a:gd name="connsiteY69" fmla="*/ 574674 h 575151"/>
              <a:gd name="connsiteX70" fmla="*/ 720091 w 876583"/>
              <a:gd name="connsiteY70" fmla="*/ 574674 h 575151"/>
              <a:gd name="connsiteX71" fmla="*/ 719456 w 876583"/>
              <a:gd name="connsiteY71" fmla="*/ 511174 h 575151"/>
              <a:gd name="connsiteX72" fmla="*/ 744220 w 876583"/>
              <a:gd name="connsiteY72" fmla="*/ 490219 h 575151"/>
              <a:gd name="connsiteX73" fmla="*/ 181610 w 876583"/>
              <a:gd name="connsiteY73" fmla="*/ 0 h 575151"/>
              <a:gd name="connsiteX74" fmla="*/ 432435 w 876583"/>
              <a:gd name="connsiteY74" fmla="*/ 88265 h 575151"/>
              <a:gd name="connsiteX75" fmla="*/ 441325 w 876583"/>
              <a:gd name="connsiteY75" fmla="*/ 88265 h 575151"/>
              <a:gd name="connsiteX76" fmla="*/ 692150 w 876583"/>
              <a:gd name="connsiteY76" fmla="*/ 0 h 575151"/>
              <a:gd name="connsiteX77" fmla="*/ 601980 w 876583"/>
              <a:gd name="connsiteY77" fmla="*/ 142240 h 575151"/>
              <a:gd name="connsiteX78" fmla="*/ 559435 w 876583"/>
              <a:gd name="connsiteY78" fmla="*/ 125095 h 575151"/>
              <a:gd name="connsiteX79" fmla="*/ 584835 w 876583"/>
              <a:gd name="connsiteY79" fmla="*/ 81915 h 575151"/>
              <a:gd name="connsiteX80" fmla="*/ 503555 w 876583"/>
              <a:gd name="connsiteY80" fmla="*/ 122555 h 575151"/>
              <a:gd name="connsiteX81" fmla="*/ 559435 w 876583"/>
              <a:gd name="connsiteY81" fmla="*/ 144145 h 575151"/>
              <a:gd name="connsiteX82" fmla="*/ 581660 w 876583"/>
              <a:gd name="connsiteY82" fmla="*/ 168910 h 575151"/>
              <a:gd name="connsiteX83" fmla="*/ 567690 w 876583"/>
              <a:gd name="connsiteY83" fmla="*/ 204470 h 575151"/>
              <a:gd name="connsiteX84" fmla="*/ 446405 w 876583"/>
              <a:gd name="connsiteY84" fmla="*/ 395605 h 575151"/>
              <a:gd name="connsiteX85" fmla="*/ 447040 w 876583"/>
              <a:gd name="connsiteY85" fmla="*/ 345440 h 575151"/>
              <a:gd name="connsiteX86" fmla="*/ 493395 w 876583"/>
              <a:gd name="connsiteY86" fmla="*/ 191770 h 575151"/>
              <a:gd name="connsiteX87" fmla="*/ 481965 w 876583"/>
              <a:gd name="connsiteY87" fmla="*/ 177165 h 575151"/>
              <a:gd name="connsiteX88" fmla="*/ 436245 w 876583"/>
              <a:gd name="connsiteY88" fmla="*/ 155575 h 575151"/>
              <a:gd name="connsiteX89" fmla="*/ 389255 w 876583"/>
              <a:gd name="connsiteY89" fmla="*/ 178435 h 575151"/>
              <a:gd name="connsiteX90" fmla="*/ 380365 w 876583"/>
              <a:gd name="connsiteY90" fmla="*/ 191135 h 575151"/>
              <a:gd name="connsiteX91" fmla="*/ 426720 w 876583"/>
              <a:gd name="connsiteY91" fmla="*/ 344805 h 575151"/>
              <a:gd name="connsiteX92" fmla="*/ 426720 w 876583"/>
              <a:gd name="connsiteY92" fmla="*/ 395605 h 575151"/>
              <a:gd name="connsiteX93" fmla="*/ 306705 w 876583"/>
              <a:gd name="connsiteY93" fmla="*/ 206375 h 575151"/>
              <a:gd name="connsiteX94" fmla="*/ 291465 w 876583"/>
              <a:gd name="connsiteY94" fmla="*/ 168275 h 575151"/>
              <a:gd name="connsiteX95" fmla="*/ 313690 w 876583"/>
              <a:gd name="connsiteY95" fmla="*/ 143510 h 575151"/>
              <a:gd name="connsiteX96" fmla="*/ 369570 w 876583"/>
              <a:gd name="connsiteY96" fmla="*/ 121920 h 575151"/>
              <a:gd name="connsiteX97" fmla="*/ 288290 w 876583"/>
              <a:gd name="connsiteY97" fmla="*/ 81280 h 575151"/>
              <a:gd name="connsiteX98" fmla="*/ 313690 w 876583"/>
              <a:gd name="connsiteY98" fmla="*/ 124460 h 575151"/>
              <a:gd name="connsiteX99" fmla="*/ 270510 w 876583"/>
              <a:gd name="connsiteY99" fmla="*/ 141605 h 575151"/>
              <a:gd name="connsiteX100" fmla="*/ 181610 w 876583"/>
              <a:gd name="connsiteY100" fmla="*/ 0 h 57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876583" h="575151">
                <a:moveTo>
                  <a:pt x="383541" y="510540"/>
                </a:moveTo>
                <a:cubicBezTo>
                  <a:pt x="383541" y="516890"/>
                  <a:pt x="383541" y="523240"/>
                  <a:pt x="384176" y="529590"/>
                </a:cubicBezTo>
                <a:cubicBezTo>
                  <a:pt x="419736" y="528955"/>
                  <a:pt x="455296" y="529590"/>
                  <a:pt x="490856" y="528955"/>
                </a:cubicBezTo>
                <a:cubicBezTo>
                  <a:pt x="497206" y="525145"/>
                  <a:pt x="492761" y="516890"/>
                  <a:pt x="494031" y="510540"/>
                </a:cubicBezTo>
                <a:cubicBezTo>
                  <a:pt x="457201" y="509905"/>
                  <a:pt x="420371" y="511175"/>
                  <a:pt x="383541" y="510540"/>
                </a:cubicBezTo>
                <a:close/>
                <a:moveTo>
                  <a:pt x="566420" y="509905"/>
                </a:moveTo>
                <a:cubicBezTo>
                  <a:pt x="566420" y="516890"/>
                  <a:pt x="566420" y="523240"/>
                  <a:pt x="566420" y="530225"/>
                </a:cubicBezTo>
                <a:cubicBezTo>
                  <a:pt x="600711" y="530225"/>
                  <a:pt x="635636" y="530860"/>
                  <a:pt x="669291" y="530225"/>
                </a:cubicBezTo>
                <a:cubicBezTo>
                  <a:pt x="670561" y="529590"/>
                  <a:pt x="671831" y="528320"/>
                  <a:pt x="673101" y="527685"/>
                </a:cubicBezTo>
                <a:cubicBezTo>
                  <a:pt x="672466" y="521970"/>
                  <a:pt x="676276" y="513715"/>
                  <a:pt x="669291" y="510540"/>
                </a:cubicBezTo>
                <a:cubicBezTo>
                  <a:pt x="634366" y="509270"/>
                  <a:pt x="600711" y="510540"/>
                  <a:pt x="566420" y="509905"/>
                </a:cubicBezTo>
                <a:close/>
                <a:moveTo>
                  <a:pt x="745491" y="509269"/>
                </a:moveTo>
                <a:cubicBezTo>
                  <a:pt x="745491" y="515619"/>
                  <a:pt x="745491" y="521969"/>
                  <a:pt x="745491" y="528319"/>
                </a:cubicBezTo>
                <a:cubicBezTo>
                  <a:pt x="781051" y="528319"/>
                  <a:pt x="815976" y="528319"/>
                  <a:pt x="851536" y="528319"/>
                </a:cubicBezTo>
                <a:cubicBezTo>
                  <a:pt x="851536" y="521969"/>
                  <a:pt x="851536" y="515619"/>
                  <a:pt x="851536" y="509269"/>
                </a:cubicBezTo>
                <a:cubicBezTo>
                  <a:pt x="815976" y="509269"/>
                  <a:pt x="780416" y="508634"/>
                  <a:pt x="745491" y="509269"/>
                </a:cubicBezTo>
                <a:close/>
                <a:moveTo>
                  <a:pt x="539751" y="492125"/>
                </a:moveTo>
                <a:cubicBezTo>
                  <a:pt x="583566" y="492125"/>
                  <a:pt x="628016" y="492125"/>
                  <a:pt x="671831" y="492125"/>
                </a:cubicBezTo>
                <a:cubicBezTo>
                  <a:pt x="681356" y="492125"/>
                  <a:pt x="692786" y="497205"/>
                  <a:pt x="694691" y="506730"/>
                </a:cubicBezTo>
                <a:cubicBezTo>
                  <a:pt x="695326" y="516255"/>
                  <a:pt x="695326" y="525145"/>
                  <a:pt x="694691" y="534670"/>
                </a:cubicBezTo>
                <a:cubicBezTo>
                  <a:pt x="693420" y="542290"/>
                  <a:pt x="686436" y="546735"/>
                  <a:pt x="680086" y="549910"/>
                </a:cubicBezTo>
                <a:cubicBezTo>
                  <a:pt x="685801" y="557530"/>
                  <a:pt x="691516" y="565785"/>
                  <a:pt x="696595" y="574040"/>
                </a:cubicBezTo>
                <a:cubicBezTo>
                  <a:pt x="685801" y="573405"/>
                  <a:pt x="669291" y="579755"/>
                  <a:pt x="662941" y="567690"/>
                </a:cubicBezTo>
                <a:cubicBezTo>
                  <a:pt x="659131" y="561975"/>
                  <a:pt x="655956" y="555625"/>
                  <a:pt x="652145" y="549910"/>
                </a:cubicBezTo>
                <a:cubicBezTo>
                  <a:pt x="622936" y="549910"/>
                  <a:pt x="593726" y="549910"/>
                  <a:pt x="564516" y="549910"/>
                </a:cubicBezTo>
                <a:cubicBezTo>
                  <a:pt x="564516" y="558165"/>
                  <a:pt x="564516" y="565785"/>
                  <a:pt x="564516" y="574040"/>
                </a:cubicBezTo>
                <a:cubicBezTo>
                  <a:pt x="555626" y="574675"/>
                  <a:pt x="547370" y="574675"/>
                  <a:pt x="538481" y="574040"/>
                </a:cubicBezTo>
                <a:cubicBezTo>
                  <a:pt x="539751" y="547370"/>
                  <a:pt x="539751" y="519430"/>
                  <a:pt x="539751" y="492125"/>
                </a:cubicBezTo>
                <a:close/>
                <a:moveTo>
                  <a:pt x="358141" y="492125"/>
                </a:moveTo>
                <a:cubicBezTo>
                  <a:pt x="404496" y="492125"/>
                  <a:pt x="450216" y="492125"/>
                  <a:pt x="495936" y="492125"/>
                </a:cubicBezTo>
                <a:cubicBezTo>
                  <a:pt x="504826" y="492125"/>
                  <a:pt x="515621" y="496570"/>
                  <a:pt x="516891" y="506095"/>
                </a:cubicBezTo>
                <a:cubicBezTo>
                  <a:pt x="518161" y="514985"/>
                  <a:pt x="517526" y="525145"/>
                  <a:pt x="516891" y="534035"/>
                </a:cubicBezTo>
                <a:cubicBezTo>
                  <a:pt x="516256" y="544195"/>
                  <a:pt x="505461" y="550545"/>
                  <a:pt x="495936" y="549910"/>
                </a:cubicBezTo>
                <a:cubicBezTo>
                  <a:pt x="458471" y="549910"/>
                  <a:pt x="421006" y="549910"/>
                  <a:pt x="383541" y="549910"/>
                </a:cubicBezTo>
                <a:cubicBezTo>
                  <a:pt x="383541" y="558165"/>
                  <a:pt x="383541" y="566420"/>
                  <a:pt x="383541" y="574675"/>
                </a:cubicBezTo>
                <a:cubicBezTo>
                  <a:pt x="375286" y="574675"/>
                  <a:pt x="367031" y="574675"/>
                  <a:pt x="358141" y="574675"/>
                </a:cubicBezTo>
                <a:cubicBezTo>
                  <a:pt x="358141" y="547370"/>
                  <a:pt x="358141" y="519430"/>
                  <a:pt x="358141" y="492125"/>
                </a:cubicBezTo>
                <a:close/>
                <a:moveTo>
                  <a:pt x="23495" y="492125"/>
                </a:moveTo>
                <a:cubicBezTo>
                  <a:pt x="67945" y="492125"/>
                  <a:pt x="112395" y="492125"/>
                  <a:pt x="156845" y="492125"/>
                </a:cubicBezTo>
                <a:cubicBezTo>
                  <a:pt x="156845" y="499745"/>
                  <a:pt x="156845" y="507365"/>
                  <a:pt x="156845" y="514985"/>
                </a:cubicBezTo>
                <a:cubicBezTo>
                  <a:pt x="113030" y="514985"/>
                  <a:pt x="69850" y="514350"/>
                  <a:pt x="26035" y="514985"/>
                </a:cubicBezTo>
                <a:cubicBezTo>
                  <a:pt x="25400" y="515620"/>
                  <a:pt x="23495" y="516890"/>
                  <a:pt x="22860" y="517525"/>
                </a:cubicBezTo>
                <a:cubicBezTo>
                  <a:pt x="22225" y="528320"/>
                  <a:pt x="22860" y="539115"/>
                  <a:pt x="22860" y="549910"/>
                </a:cubicBezTo>
                <a:cubicBezTo>
                  <a:pt x="26670" y="550545"/>
                  <a:pt x="30480" y="551815"/>
                  <a:pt x="34925" y="551815"/>
                </a:cubicBezTo>
                <a:cubicBezTo>
                  <a:pt x="75565" y="551815"/>
                  <a:pt x="116205" y="551815"/>
                  <a:pt x="156845" y="551815"/>
                </a:cubicBezTo>
                <a:cubicBezTo>
                  <a:pt x="156845" y="558800"/>
                  <a:pt x="156845" y="566420"/>
                  <a:pt x="156845" y="573405"/>
                </a:cubicBezTo>
                <a:cubicBezTo>
                  <a:pt x="114300" y="574675"/>
                  <a:pt x="71755" y="573405"/>
                  <a:pt x="28575" y="574040"/>
                </a:cubicBezTo>
                <a:cubicBezTo>
                  <a:pt x="18415" y="574675"/>
                  <a:pt x="5080" y="572135"/>
                  <a:pt x="1270" y="561340"/>
                </a:cubicBezTo>
                <a:cubicBezTo>
                  <a:pt x="-635" y="551815"/>
                  <a:pt x="635" y="541655"/>
                  <a:pt x="0" y="531495"/>
                </a:cubicBezTo>
                <a:cubicBezTo>
                  <a:pt x="635" y="523240"/>
                  <a:pt x="-635" y="513715"/>
                  <a:pt x="1905" y="504825"/>
                </a:cubicBezTo>
                <a:cubicBezTo>
                  <a:pt x="5715" y="496570"/>
                  <a:pt x="15240" y="492125"/>
                  <a:pt x="23495" y="492125"/>
                </a:cubicBezTo>
                <a:close/>
                <a:moveTo>
                  <a:pt x="179070" y="491490"/>
                </a:moveTo>
                <a:cubicBezTo>
                  <a:pt x="188595" y="491490"/>
                  <a:pt x="197485" y="491490"/>
                  <a:pt x="207010" y="491490"/>
                </a:cubicBezTo>
                <a:cubicBezTo>
                  <a:pt x="207645" y="511175"/>
                  <a:pt x="206375" y="531495"/>
                  <a:pt x="207645" y="551180"/>
                </a:cubicBezTo>
                <a:cubicBezTo>
                  <a:pt x="241935" y="551815"/>
                  <a:pt x="276225" y="551180"/>
                  <a:pt x="310515" y="551180"/>
                </a:cubicBezTo>
                <a:cubicBezTo>
                  <a:pt x="311785" y="531495"/>
                  <a:pt x="311150" y="511175"/>
                  <a:pt x="311150" y="491490"/>
                </a:cubicBezTo>
                <a:cubicBezTo>
                  <a:pt x="320675" y="491490"/>
                  <a:pt x="329565" y="491490"/>
                  <a:pt x="339090" y="491490"/>
                </a:cubicBezTo>
                <a:cubicBezTo>
                  <a:pt x="339090" y="511810"/>
                  <a:pt x="339090" y="532765"/>
                  <a:pt x="339090" y="553720"/>
                </a:cubicBezTo>
                <a:cubicBezTo>
                  <a:pt x="339090" y="564515"/>
                  <a:pt x="328295" y="574040"/>
                  <a:pt x="317500" y="574040"/>
                </a:cubicBezTo>
                <a:cubicBezTo>
                  <a:pt x="285115" y="574675"/>
                  <a:pt x="253365" y="573405"/>
                  <a:pt x="220980" y="574040"/>
                </a:cubicBezTo>
                <a:cubicBezTo>
                  <a:pt x="211455" y="574040"/>
                  <a:pt x="201930" y="574675"/>
                  <a:pt x="193040" y="572135"/>
                </a:cubicBezTo>
                <a:cubicBezTo>
                  <a:pt x="184785" y="569595"/>
                  <a:pt x="178435" y="562610"/>
                  <a:pt x="179070" y="553720"/>
                </a:cubicBezTo>
                <a:cubicBezTo>
                  <a:pt x="179070" y="533400"/>
                  <a:pt x="179070" y="512445"/>
                  <a:pt x="179070" y="491490"/>
                </a:cubicBezTo>
                <a:close/>
                <a:moveTo>
                  <a:pt x="744220" y="490219"/>
                </a:moveTo>
                <a:cubicBezTo>
                  <a:pt x="788036" y="490219"/>
                  <a:pt x="832486" y="490219"/>
                  <a:pt x="876301" y="490219"/>
                </a:cubicBezTo>
                <a:cubicBezTo>
                  <a:pt x="876301" y="518159"/>
                  <a:pt x="876936" y="546099"/>
                  <a:pt x="876301" y="574039"/>
                </a:cubicBezTo>
                <a:cubicBezTo>
                  <a:pt x="868681" y="574039"/>
                  <a:pt x="861061" y="575309"/>
                  <a:pt x="853441" y="574039"/>
                </a:cubicBezTo>
                <a:cubicBezTo>
                  <a:pt x="849631" y="567055"/>
                  <a:pt x="852806" y="557530"/>
                  <a:pt x="852170" y="549274"/>
                </a:cubicBezTo>
                <a:cubicBezTo>
                  <a:pt x="816611" y="549274"/>
                  <a:pt x="781051" y="549274"/>
                  <a:pt x="745491" y="549274"/>
                </a:cubicBezTo>
                <a:cubicBezTo>
                  <a:pt x="745491" y="557530"/>
                  <a:pt x="745491" y="565784"/>
                  <a:pt x="745491" y="574674"/>
                </a:cubicBezTo>
                <a:cubicBezTo>
                  <a:pt x="736601" y="574674"/>
                  <a:pt x="728345" y="574674"/>
                  <a:pt x="720091" y="574674"/>
                </a:cubicBezTo>
                <a:cubicBezTo>
                  <a:pt x="720091" y="553084"/>
                  <a:pt x="718820" y="532130"/>
                  <a:pt x="719456" y="511174"/>
                </a:cubicBezTo>
                <a:cubicBezTo>
                  <a:pt x="718820" y="498474"/>
                  <a:pt x="732156" y="489584"/>
                  <a:pt x="744220" y="490219"/>
                </a:cubicBezTo>
                <a:close/>
                <a:moveTo>
                  <a:pt x="181610" y="0"/>
                </a:moveTo>
                <a:cubicBezTo>
                  <a:pt x="265430" y="29210"/>
                  <a:pt x="348615" y="59690"/>
                  <a:pt x="432435" y="88265"/>
                </a:cubicBezTo>
                <a:cubicBezTo>
                  <a:pt x="435610" y="89535"/>
                  <a:pt x="438150" y="89535"/>
                  <a:pt x="441325" y="88265"/>
                </a:cubicBezTo>
                <a:cubicBezTo>
                  <a:pt x="525145" y="59690"/>
                  <a:pt x="608330" y="29210"/>
                  <a:pt x="692150" y="0"/>
                </a:cubicBezTo>
                <a:cubicBezTo>
                  <a:pt x="662305" y="47625"/>
                  <a:pt x="632460" y="94615"/>
                  <a:pt x="601980" y="142240"/>
                </a:cubicBezTo>
                <a:cubicBezTo>
                  <a:pt x="588010" y="135890"/>
                  <a:pt x="573405" y="130810"/>
                  <a:pt x="559435" y="125095"/>
                </a:cubicBezTo>
                <a:cubicBezTo>
                  <a:pt x="567690" y="110490"/>
                  <a:pt x="576580" y="96520"/>
                  <a:pt x="584835" y="81915"/>
                </a:cubicBezTo>
                <a:cubicBezTo>
                  <a:pt x="558165" y="95885"/>
                  <a:pt x="530225" y="108585"/>
                  <a:pt x="503555" y="122555"/>
                </a:cubicBezTo>
                <a:cubicBezTo>
                  <a:pt x="522605" y="129540"/>
                  <a:pt x="541020" y="136525"/>
                  <a:pt x="559435" y="144145"/>
                </a:cubicBezTo>
                <a:cubicBezTo>
                  <a:pt x="570230" y="148590"/>
                  <a:pt x="581025" y="156845"/>
                  <a:pt x="581660" y="168910"/>
                </a:cubicBezTo>
                <a:cubicBezTo>
                  <a:pt x="583565" y="182245"/>
                  <a:pt x="574040" y="193675"/>
                  <a:pt x="567690" y="204470"/>
                </a:cubicBezTo>
                <a:cubicBezTo>
                  <a:pt x="527050" y="267970"/>
                  <a:pt x="487045" y="332105"/>
                  <a:pt x="446405" y="395605"/>
                </a:cubicBezTo>
                <a:cubicBezTo>
                  <a:pt x="446405" y="378460"/>
                  <a:pt x="444500" y="361950"/>
                  <a:pt x="447040" y="345440"/>
                </a:cubicBezTo>
                <a:cubicBezTo>
                  <a:pt x="462915" y="294005"/>
                  <a:pt x="478790" y="243205"/>
                  <a:pt x="493395" y="191770"/>
                </a:cubicBezTo>
                <a:cubicBezTo>
                  <a:pt x="496570" y="184150"/>
                  <a:pt x="487680" y="179705"/>
                  <a:pt x="481965" y="177165"/>
                </a:cubicBezTo>
                <a:cubicBezTo>
                  <a:pt x="466725" y="170180"/>
                  <a:pt x="452120" y="161290"/>
                  <a:pt x="436245" y="155575"/>
                </a:cubicBezTo>
                <a:cubicBezTo>
                  <a:pt x="420370" y="162560"/>
                  <a:pt x="405130" y="170815"/>
                  <a:pt x="389255" y="178435"/>
                </a:cubicBezTo>
                <a:cubicBezTo>
                  <a:pt x="384175" y="180340"/>
                  <a:pt x="377825" y="184785"/>
                  <a:pt x="380365" y="191135"/>
                </a:cubicBezTo>
                <a:cubicBezTo>
                  <a:pt x="394970" y="242570"/>
                  <a:pt x="410845" y="294005"/>
                  <a:pt x="426720" y="344805"/>
                </a:cubicBezTo>
                <a:cubicBezTo>
                  <a:pt x="428625" y="361315"/>
                  <a:pt x="426720" y="378460"/>
                  <a:pt x="426720" y="395605"/>
                </a:cubicBezTo>
                <a:cubicBezTo>
                  <a:pt x="386715" y="332740"/>
                  <a:pt x="346710" y="269240"/>
                  <a:pt x="306705" y="206375"/>
                </a:cubicBezTo>
                <a:cubicBezTo>
                  <a:pt x="299720" y="194945"/>
                  <a:pt x="289560" y="182880"/>
                  <a:pt x="291465" y="168275"/>
                </a:cubicBezTo>
                <a:cubicBezTo>
                  <a:pt x="292100" y="156210"/>
                  <a:pt x="303530" y="147955"/>
                  <a:pt x="313690" y="143510"/>
                </a:cubicBezTo>
                <a:cubicBezTo>
                  <a:pt x="332105" y="135890"/>
                  <a:pt x="351155" y="128905"/>
                  <a:pt x="369570" y="121920"/>
                </a:cubicBezTo>
                <a:cubicBezTo>
                  <a:pt x="342900" y="107950"/>
                  <a:pt x="315595" y="95250"/>
                  <a:pt x="288290" y="81280"/>
                </a:cubicBezTo>
                <a:cubicBezTo>
                  <a:pt x="296545" y="95885"/>
                  <a:pt x="305435" y="109855"/>
                  <a:pt x="313690" y="124460"/>
                </a:cubicBezTo>
                <a:cubicBezTo>
                  <a:pt x="299085" y="130175"/>
                  <a:pt x="285115" y="135255"/>
                  <a:pt x="270510" y="141605"/>
                </a:cubicBezTo>
                <a:cubicBezTo>
                  <a:pt x="241300" y="94615"/>
                  <a:pt x="211455" y="46990"/>
                  <a:pt x="181610"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23" name="SEAT">
            <a:extLst>
              <a:ext uri="{FF2B5EF4-FFF2-40B4-BE49-F238E27FC236}">
                <a16:creationId xmlns:a16="http://schemas.microsoft.com/office/drawing/2014/main" id="{86E008AA-2E1C-B743-B072-2CB9F37071FD}"/>
              </a:ext>
            </a:extLst>
          </p:cNvPr>
          <p:cNvSpPr/>
          <p:nvPr userDrawn="1"/>
        </p:nvSpPr>
        <p:spPr>
          <a:xfrm>
            <a:off x="7343775" y="1985010"/>
            <a:ext cx="679450" cy="513080"/>
          </a:xfrm>
          <a:custGeom>
            <a:avLst/>
            <a:gdLst>
              <a:gd name="connsiteX0" fmla="*/ 406401 w 679450"/>
              <a:gd name="connsiteY0" fmla="*/ 436244 h 513080"/>
              <a:gd name="connsiteX1" fmla="*/ 393066 w 679450"/>
              <a:gd name="connsiteY1" fmla="*/ 443864 h 513080"/>
              <a:gd name="connsiteX2" fmla="*/ 391161 w 679450"/>
              <a:gd name="connsiteY2" fmla="*/ 466089 h 513080"/>
              <a:gd name="connsiteX3" fmla="*/ 483871 w 679450"/>
              <a:gd name="connsiteY3" fmla="*/ 466089 h 513080"/>
              <a:gd name="connsiteX4" fmla="*/ 483871 w 679450"/>
              <a:gd name="connsiteY4" fmla="*/ 436244 h 513080"/>
              <a:gd name="connsiteX5" fmla="*/ 469266 w 679450"/>
              <a:gd name="connsiteY5" fmla="*/ 436244 h 513080"/>
              <a:gd name="connsiteX6" fmla="*/ 406401 w 679450"/>
              <a:gd name="connsiteY6" fmla="*/ 436244 h 513080"/>
              <a:gd name="connsiteX7" fmla="*/ 28575 w 679450"/>
              <a:gd name="connsiteY7" fmla="*/ 418465 h 513080"/>
              <a:gd name="connsiteX8" fmla="*/ 139065 w 679450"/>
              <a:gd name="connsiteY8" fmla="*/ 418465 h 513080"/>
              <a:gd name="connsiteX9" fmla="*/ 143510 w 679450"/>
              <a:gd name="connsiteY9" fmla="*/ 418465 h 513080"/>
              <a:gd name="connsiteX10" fmla="*/ 143510 w 679450"/>
              <a:gd name="connsiteY10" fmla="*/ 436880 h 513080"/>
              <a:gd name="connsiteX11" fmla="*/ 139065 w 679450"/>
              <a:gd name="connsiteY11" fmla="*/ 436880 h 513080"/>
              <a:gd name="connsiteX12" fmla="*/ 31750 w 679450"/>
              <a:gd name="connsiteY12" fmla="*/ 436880 h 513080"/>
              <a:gd name="connsiteX13" fmla="*/ 27940 w 679450"/>
              <a:gd name="connsiteY13" fmla="*/ 436880 h 513080"/>
              <a:gd name="connsiteX14" fmla="*/ 22225 w 679450"/>
              <a:gd name="connsiteY14" fmla="*/ 442595 h 513080"/>
              <a:gd name="connsiteX15" fmla="*/ 26670 w 679450"/>
              <a:gd name="connsiteY15" fmla="*/ 450215 h 513080"/>
              <a:gd name="connsiteX16" fmla="*/ 43180 w 679450"/>
              <a:gd name="connsiteY16" fmla="*/ 452120 h 513080"/>
              <a:gd name="connsiteX17" fmla="*/ 90805 w 679450"/>
              <a:gd name="connsiteY17" fmla="*/ 455930 h 513080"/>
              <a:gd name="connsiteX18" fmla="*/ 132715 w 679450"/>
              <a:gd name="connsiteY18" fmla="*/ 460375 h 513080"/>
              <a:gd name="connsiteX19" fmla="*/ 151130 w 679450"/>
              <a:gd name="connsiteY19" fmla="*/ 483235 h 513080"/>
              <a:gd name="connsiteX20" fmla="*/ 150495 w 679450"/>
              <a:gd name="connsiteY20" fmla="*/ 494030 h 513080"/>
              <a:gd name="connsiteX21" fmla="*/ 131445 w 679450"/>
              <a:gd name="connsiteY21" fmla="*/ 512445 h 513080"/>
              <a:gd name="connsiteX22" fmla="*/ 121285 w 679450"/>
              <a:gd name="connsiteY22" fmla="*/ 513080 h 513080"/>
              <a:gd name="connsiteX23" fmla="*/ 7620 w 679450"/>
              <a:gd name="connsiteY23" fmla="*/ 513080 h 513080"/>
              <a:gd name="connsiteX24" fmla="*/ 5080 w 679450"/>
              <a:gd name="connsiteY24" fmla="*/ 513080 h 513080"/>
              <a:gd name="connsiteX25" fmla="*/ 5080 w 679450"/>
              <a:gd name="connsiteY25" fmla="*/ 494665 h 513080"/>
              <a:gd name="connsiteX26" fmla="*/ 9525 w 679450"/>
              <a:gd name="connsiteY26" fmla="*/ 494665 h 513080"/>
              <a:gd name="connsiteX27" fmla="*/ 117475 w 679450"/>
              <a:gd name="connsiteY27" fmla="*/ 494665 h 513080"/>
              <a:gd name="connsiteX28" fmla="*/ 121285 w 679450"/>
              <a:gd name="connsiteY28" fmla="*/ 494665 h 513080"/>
              <a:gd name="connsiteX29" fmla="*/ 128270 w 679450"/>
              <a:gd name="connsiteY29" fmla="*/ 487680 h 513080"/>
              <a:gd name="connsiteX30" fmla="*/ 121920 w 679450"/>
              <a:gd name="connsiteY30" fmla="*/ 478790 h 513080"/>
              <a:gd name="connsiteX31" fmla="*/ 92710 w 679450"/>
              <a:gd name="connsiteY31" fmla="*/ 476250 h 513080"/>
              <a:gd name="connsiteX32" fmla="*/ 37465 w 679450"/>
              <a:gd name="connsiteY32" fmla="*/ 471805 h 513080"/>
              <a:gd name="connsiteX33" fmla="*/ 17780 w 679450"/>
              <a:gd name="connsiteY33" fmla="*/ 469265 h 513080"/>
              <a:gd name="connsiteX34" fmla="*/ 0 w 679450"/>
              <a:gd name="connsiteY34" fmla="*/ 448945 h 513080"/>
              <a:gd name="connsiteX35" fmla="*/ 635 w 679450"/>
              <a:gd name="connsiteY35" fmla="*/ 436245 h 513080"/>
              <a:gd name="connsiteX36" fmla="*/ 23495 w 679450"/>
              <a:gd name="connsiteY36" fmla="*/ 419100 h 513080"/>
              <a:gd name="connsiteX37" fmla="*/ 28575 w 679450"/>
              <a:gd name="connsiteY37" fmla="*/ 418465 h 513080"/>
              <a:gd name="connsiteX38" fmla="*/ 539750 w 679450"/>
              <a:gd name="connsiteY38" fmla="*/ 417194 h 513080"/>
              <a:gd name="connsiteX39" fmla="*/ 679450 w 679450"/>
              <a:gd name="connsiteY39" fmla="*/ 417194 h 513080"/>
              <a:gd name="connsiteX40" fmla="*/ 679450 w 679450"/>
              <a:gd name="connsiteY40" fmla="*/ 434974 h 513080"/>
              <a:gd name="connsiteX41" fmla="*/ 621665 w 679450"/>
              <a:gd name="connsiteY41" fmla="*/ 434974 h 513080"/>
              <a:gd name="connsiteX42" fmla="*/ 621665 w 679450"/>
              <a:gd name="connsiteY42" fmla="*/ 512444 h 513080"/>
              <a:gd name="connsiteX43" fmla="*/ 598170 w 679450"/>
              <a:gd name="connsiteY43" fmla="*/ 512444 h 513080"/>
              <a:gd name="connsiteX44" fmla="*/ 598170 w 679450"/>
              <a:gd name="connsiteY44" fmla="*/ 435609 h 513080"/>
              <a:gd name="connsiteX45" fmla="*/ 539750 w 679450"/>
              <a:gd name="connsiteY45" fmla="*/ 435609 h 513080"/>
              <a:gd name="connsiteX46" fmla="*/ 508001 w 679450"/>
              <a:gd name="connsiteY46" fmla="*/ 417194 h 513080"/>
              <a:gd name="connsiteX47" fmla="*/ 509271 w 679450"/>
              <a:gd name="connsiteY47" fmla="*/ 417829 h 513080"/>
              <a:gd name="connsiteX48" fmla="*/ 509271 w 679450"/>
              <a:gd name="connsiteY48" fmla="*/ 512444 h 513080"/>
              <a:gd name="connsiteX49" fmla="*/ 484506 w 679450"/>
              <a:gd name="connsiteY49" fmla="*/ 512444 h 513080"/>
              <a:gd name="connsiteX50" fmla="*/ 484506 w 679450"/>
              <a:gd name="connsiteY50" fmla="*/ 485139 h 513080"/>
              <a:gd name="connsiteX51" fmla="*/ 391161 w 679450"/>
              <a:gd name="connsiteY51" fmla="*/ 485139 h 513080"/>
              <a:gd name="connsiteX52" fmla="*/ 391161 w 679450"/>
              <a:gd name="connsiteY52" fmla="*/ 511809 h 513080"/>
              <a:gd name="connsiteX53" fmla="*/ 366396 w 679450"/>
              <a:gd name="connsiteY53" fmla="*/ 511809 h 513080"/>
              <a:gd name="connsiteX54" fmla="*/ 366396 w 679450"/>
              <a:gd name="connsiteY54" fmla="*/ 508634 h 513080"/>
              <a:gd name="connsiteX55" fmla="*/ 366396 w 679450"/>
              <a:gd name="connsiteY55" fmla="*/ 453389 h 513080"/>
              <a:gd name="connsiteX56" fmla="*/ 367031 w 679450"/>
              <a:gd name="connsiteY56" fmla="*/ 441959 h 513080"/>
              <a:gd name="connsiteX57" fmla="*/ 398146 w 679450"/>
              <a:gd name="connsiteY57" fmla="*/ 417829 h 513080"/>
              <a:gd name="connsiteX58" fmla="*/ 508001 w 679450"/>
              <a:gd name="connsiteY58" fmla="*/ 417194 h 513080"/>
              <a:gd name="connsiteX59" fmla="*/ 182245 w 679450"/>
              <a:gd name="connsiteY59" fmla="*/ 417194 h 513080"/>
              <a:gd name="connsiteX60" fmla="*/ 327660 w 679450"/>
              <a:gd name="connsiteY60" fmla="*/ 417194 h 513080"/>
              <a:gd name="connsiteX61" fmla="*/ 327660 w 679450"/>
              <a:gd name="connsiteY61" fmla="*/ 434974 h 513080"/>
              <a:gd name="connsiteX62" fmla="*/ 207645 w 679450"/>
              <a:gd name="connsiteY62" fmla="*/ 434974 h 513080"/>
              <a:gd name="connsiteX63" fmla="*/ 207645 w 679450"/>
              <a:gd name="connsiteY63" fmla="*/ 454024 h 513080"/>
              <a:gd name="connsiteX64" fmla="*/ 322580 w 679450"/>
              <a:gd name="connsiteY64" fmla="*/ 454024 h 513080"/>
              <a:gd name="connsiteX65" fmla="*/ 322580 w 679450"/>
              <a:gd name="connsiteY65" fmla="*/ 471804 h 513080"/>
              <a:gd name="connsiteX66" fmla="*/ 207010 w 679450"/>
              <a:gd name="connsiteY66" fmla="*/ 471804 h 513080"/>
              <a:gd name="connsiteX67" fmla="*/ 208915 w 679450"/>
              <a:gd name="connsiteY67" fmla="*/ 485774 h 513080"/>
              <a:gd name="connsiteX68" fmla="*/ 216535 w 679450"/>
              <a:gd name="connsiteY68" fmla="*/ 492124 h 513080"/>
              <a:gd name="connsiteX69" fmla="*/ 225425 w 679450"/>
              <a:gd name="connsiteY69" fmla="*/ 492759 h 513080"/>
              <a:gd name="connsiteX70" fmla="*/ 322580 w 679450"/>
              <a:gd name="connsiteY70" fmla="*/ 492759 h 513080"/>
              <a:gd name="connsiteX71" fmla="*/ 327025 w 679450"/>
              <a:gd name="connsiteY71" fmla="*/ 492759 h 513080"/>
              <a:gd name="connsiteX72" fmla="*/ 327025 w 679450"/>
              <a:gd name="connsiteY72" fmla="*/ 511174 h 513080"/>
              <a:gd name="connsiteX73" fmla="*/ 323850 w 679450"/>
              <a:gd name="connsiteY73" fmla="*/ 511174 h 513080"/>
              <a:gd name="connsiteX74" fmla="*/ 216535 w 679450"/>
              <a:gd name="connsiteY74" fmla="*/ 511174 h 513080"/>
              <a:gd name="connsiteX75" fmla="*/ 201295 w 679450"/>
              <a:gd name="connsiteY75" fmla="*/ 509269 h 513080"/>
              <a:gd name="connsiteX76" fmla="*/ 182245 w 679450"/>
              <a:gd name="connsiteY76" fmla="*/ 485139 h 513080"/>
              <a:gd name="connsiteX77" fmla="*/ 181610 w 679450"/>
              <a:gd name="connsiteY77" fmla="*/ 473709 h 513080"/>
              <a:gd name="connsiteX78" fmla="*/ 181610 w 679450"/>
              <a:gd name="connsiteY78" fmla="*/ 421004 h 513080"/>
              <a:gd name="connsiteX79" fmla="*/ 182245 w 679450"/>
              <a:gd name="connsiteY79" fmla="*/ 421004 h 513080"/>
              <a:gd name="connsiteX80" fmla="*/ 139700 w 679450"/>
              <a:gd name="connsiteY80" fmla="*/ 165735 h 513080"/>
              <a:gd name="connsiteX81" fmla="*/ 168910 w 679450"/>
              <a:gd name="connsiteY81" fmla="*/ 170815 h 513080"/>
              <a:gd name="connsiteX82" fmla="*/ 273685 w 679450"/>
              <a:gd name="connsiteY82" fmla="*/ 190500 h 513080"/>
              <a:gd name="connsiteX83" fmla="*/ 369570 w 679450"/>
              <a:gd name="connsiteY83" fmla="*/ 208915 h 513080"/>
              <a:gd name="connsiteX84" fmla="*/ 473710 w 679450"/>
              <a:gd name="connsiteY84" fmla="*/ 228600 h 513080"/>
              <a:gd name="connsiteX85" fmla="*/ 532765 w 679450"/>
              <a:gd name="connsiteY85" fmla="*/ 240030 h 513080"/>
              <a:gd name="connsiteX86" fmla="*/ 535305 w 679450"/>
              <a:gd name="connsiteY86" fmla="*/ 245110 h 513080"/>
              <a:gd name="connsiteX87" fmla="*/ 533400 w 679450"/>
              <a:gd name="connsiteY87" fmla="*/ 308610 h 513080"/>
              <a:gd name="connsiteX88" fmla="*/ 528955 w 679450"/>
              <a:gd name="connsiteY88" fmla="*/ 334645 h 513080"/>
              <a:gd name="connsiteX89" fmla="*/ 493395 w 679450"/>
              <a:gd name="connsiteY89" fmla="*/ 365125 h 513080"/>
              <a:gd name="connsiteX90" fmla="*/ 460375 w 679450"/>
              <a:gd name="connsiteY90" fmla="*/ 369570 h 513080"/>
              <a:gd name="connsiteX91" fmla="*/ 337820 w 679450"/>
              <a:gd name="connsiteY91" fmla="*/ 372745 h 513080"/>
              <a:gd name="connsiteX92" fmla="*/ 214630 w 679450"/>
              <a:gd name="connsiteY92" fmla="*/ 368935 h 513080"/>
              <a:gd name="connsiteX93" fmla="*/ 165735 w 679450"/>
              <a:gd name="connsiteY93" fmla="*/ 366395 h 513080"/>
              <a:gd name="connsiteX94" fmla="*/ 157480 w 679450"/>
              <a:gd name="connsiteY94" fmla="*/ 365125 h 513080"/>
              <a:gd name="connsiteX95" fmla="*/ 144780 w 679450"/>
              <a:gd name="connsiteY95" fmla="*/ 349885 h 513080"/>
              <a:gd name="connsiteX96" fmla="*/ 140970 w 679450"/>
              <a:gd name="connsiteY96" fmla="*/ 288925 h 513080"/>
              <a:gd name="connsiteX97" fmla="*/ 140335 w 679450"/>
              <a:gd name="connsiteY97" fmla="*/ 269875 h 513080"/>
              <a:gd name="connsiteX98" fmla="*/ 153035 w 679450"/>
              <a:gd name="connsiteY98" fmla="*/ 270510 h 513080"/>
              <a:gd name="connsiteX99" fmla="*/ 402590 w 679450"/>
              <a:gd name="connsiteY99" fmla="*/ 275590 h 513080"/>
              <a:gd name="connsiteX100" fmla="*/ 423545 w 679450"/>
              <a:gd name="connsiteY100" fmla="*/ 269875 h 513080"/>
              <a:gd name="connsiteX101" fmla="*/ 429260 w 679450"/>
              <a:gd name="connsiteY101" fmla="*/ 264795 h 513080"/>
              <a:gd name="connsiteX102" fmla="*/ 139700 w 679450"/>
              <a:gd name="connsiteY102" fmla="*/ 214630 h 513080"/>
              <a:gd name="connsiteX103" fmla="*/ 295276 w 679450"/>
              <a:gd name="connsiteY103" fmla="*/ 0 h 513080"/>
              <a:gd name="connsiteX104" fmla="*/ 370206 w 679450"/>
              <a:gd name="connsiteY104" fmla="*/ 0 h 513080"/>
              <a:gd name="connsiteX105" fmla="*/ 377191 w 679450"/>
              <a:gd name="connsiteY105" fmla="*/ 635 h 513080"/>
              <a:gd name="connsiteX106" fmla="*/ 473711 w 679450"/>
              <a:gd name="connsiteY106" fmla="*/ 4445 h 513080"/>
              <a:gd name="connsiteX107" fmla="*/ 513081 w 679450"/>
              <a:gd name="connsiteY107" fmla="*/ 6350 h 513080"/>
              <a:gd name="connsiteX108" fmla="*/ 532766 w 679450"/>
              <a:gd name="connsiteY108" fmla="*/ 26035 h 513080"/>
              <a:gd name="connsiteX109" fmla="*/ 535306 w 679450"/>
              <a:gd name="connsiteY109" fmla="*/ 76835 h 513080"/>
              <a:gd name="connsiteX110" fmla="*/ 536576 w 679450"/>
              <a:gd name="connsiteY110" fmla="*/ 94615 h 513080"/>
              <a:gd name="connsiteX111" fmla="*/ 523241 w 679450"/>
              <a:gd name="connsiteY111" fmla="*/ 94615 h 513080"/>
              <a:gd name="connsiteX112" fmla="*/ 455931 w 679450"/>
              <a:gd name="connsiteY112" fmla="*/ 91440 h 513080"/>
              <a:gd name="connsiteX113" fmla="*/ 310516 w 679450"/>
              <a:gd name="connsiteY113" fmla="*/ 89535 h 513080"/>
              <a:gd name="connsiteX114" fmla="*/ 267336 w 679450"/>
              <a:gd name="connsiteY114" fmla="*/ 90805 h 513080"/>
              <a:gd name="connsiteX115" fmla="*/ 247016 w 679450"/>
              <a:gd name="connsiteY115" fmla="*/ 99060 h 513080"/>
              <a:gd name="connsiteX116" fmla="*/ 536576 w 679450"/>
              <a:gd name="connsiteY116" fmla="*/ 153670 h 513080"/>
              <a:gd name="connsiteX117" fmla="*/ 536576 w 679450"/>
              <a:gd name="connsiteY117" fmla="*/ 195580 h 513080"/>
              <a:gd name="connsiteX118" fmla="*/ 142241 w 679450"/>
              <a:gd name="connsiteY118" fmla="*/ 127635 h 513080"/>
              <a:gd name="connsiteX119" fmla="*/ 142241 w 679450"/>
              <a:gd name="connsiteY119" fmla="*/ 124460 h 513080"/>
              <a:gd name="connsiteX120" fmla="*/ 144146 w 679450"/>
              <a:gd name="connsiteY120" fmla="*/ 56515 h 513080"/>
              <a:gd name="connsiteX121" fmla="*/ 147956 w 679450"/>
              <a:gd name="connsiteY121" fmla="*/ 36830 h 513080"/>
              <a:gd name="connsiteX122" fmla="*/ 182881 w 679450"/>
              <a:gd name="connsiteY122" fmla="*/ 6985 h 513080"/>
              <a:gd name="connsiteX123" fmla="*/ 227966 w 679450"/>
              <a:gd name="connsiteY123" fmla="*/ 2540 h 513080"/>
              <a:gd name="connsiteX124" fmla="*/ 292736 w 679450"/>
              <a:gd name="connsiteY124" fmla="*/ 635 h 513080"/>
              <a:gd name="connsiteX125" fmla="*/ 295276 w 679450"/>
              <a:gd name="connsiteY125" fmla="*/ 0 h 51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79450" h="513080">
                <a:moveTo>
                  <a:pt x="406401" y="436244"/>
                </a:moveTo>
                <a:cubicBezTo>
                  <a:pt x="400686" y="436244"/>
                  <a:pt x="395606" y="438149"/>
                  <a:pt x="393066" y="443864"/>
                </a:cubicBezTo>
                <a:cubicBezTo>
                  <a:pt x="390526" y="450849"/>
                  <a:pt x="391161" y="458469"/>
                  <a:pt x="391161" y="466089"/>
                </a:cubicBezTo>
                <a:lnTo>
                  <a:pt x="483871" y="466089"/>
                </a:lnTo>
                <a:lnTo>
                  <a:pt x="483871" y="436244"/>
                </a:lnTo>
                <a:lnTo>
                  <a:pt x="469266" y="436244"/>
                </a:lnTo>
                <a:cubicBezTo>
                  <a:pt x="447676" y="436244"/>
                  <a:pt x="427356" y="436244"/>
                  <a:pt x="406401" y="436244"/>
                </a:cubicBezTo>
                <a:close/>
                <a:moveTo>
                  <a:pt x="28575" y="418465"/>
                </a:moveTo>
                <a:lnTo>
                  <a:pt x="139065" y="418465"/>
                </a:lnTo>
                <a:lnTo>
                  <a:pt x="143510" y="418465"/>
                </a:lnTo>
                <a:lnTo>
                  <a:pt x="143510" y="436880"/>
                </a:lnTo>
                <a:lnTo>
                  <a:pt x="139065" y="436880"/>
                </a:lnTo>
                <a:lnTo>
                  <a:pt x="31750" y="436880"/>
                </a:lnTo>
                <a:cubicBezTo>
                  <a:pt x="30480" y="436880"/>
                  <a:pt x="29210" y="436880"/>
                  <a:pt x="27940" y="436880"/>
                </a:cubicBezTo>
                <a:cubicBezTo>
                  <a:pt x="24130" y="437515"/>
                  <a:pt x="22225" y="439420"/>
                  <a:pt x="22225" y="442595"/>
                </a:cubicBezTo>
                <a:cubicBezTo>
                  <a:pt x="21590" y="447040"/>
                  <a:pt x="22860" y="449580"/>
                  <a:pt x="26670" y="450215"/>
                </a:cubicBezTo>
                <a:cubicBezTo>
                  <a:pt x="32385" y="451485"/>
                  <a:pt x="38100" y="451485"/>
                  <a:pt x="43180" y="452120"/>
                </a:cubicBezTo>
                <a:cubicBezTo>
                  <a:pt x="59055" y="453390"/>
                  <a:pt x="74930" y="454660"/>
                  <a:pt x="90805" y="455930"/>
                </a:cubicBezTo>
                <a:cubicBezTo>
                  <a:pt x="105410" y="457200"/>
                  <a:pt x="118745" y="457835"/>
                  <a:pt x="132715" y="460375"/>
                </a:cubicBezTo>
                <a:cubicBezTo>
                  <a:pt x="145415" y="462280"/>
                  <a:pt x="150495" y="469265"/>
                  <a:pt x="151130" y="483235"/>
                </a:cubicBezTo>
                <a:cubicBezTo>
                  <a:pt x="151130" y="487045"/>
                  <a:pt x="151130" y="490220"/>
                  <a:pt x="150495" y="494030"/>
                </a:cubicBezTo>
                <a:cubicBezTo>
                  <a:pt x="148590" y="505460"/>
                  <a:pt x="141605" y="511175"/>
                  <a:pt x="131445" y="512445"/>
                </a:cubicBezTo>
                <a:cubicBezTo>
                  <a:pt x="128270" y="513080"/>
                  <a:pt x="124460" y="513080"/>
                  <a:pt x="121285" y="513080"/>
                </a:cubicBezTo>
                <a:cubicBezTo>
                  <a:pt x="83820" y="513080"/>
                  <a:pt x="45720" y="513080"/>
                  <a:pt x="7620" y="513080"/>
                </a:cubicBezTo>
                <a:lnTo>
                  <a:pt x="5080" y="513080"/>
                </a:lnTo>
                <a:lnTo>
                  <a:pt x="5080" y="494665"/>
                </a:lnTo>
                <a:lnTo>
                  <a:pt x="9525" y="494665"/>
                </a:lnTo>
                <a:lnTo>
                  <a:pt x="117475" y="494665"/>
                </a:lnTo>
                <a:cubicBezTo>
                  <a:pt x="118745" y="494665"/>
                  <a:pt x="120015" y="494665"/>
                  <a:pt x="121285" y="494665"/>
                </a:cubicBezTo>
                <a:cubicBezTo>
                  <a:pt x="126365" y="494030"/>
                  <a:pt x="128270" y="492125"/>
                  <a:pt x="128270" y="487680"/>
                </a:cubicBezTo>
                <a:cubicBezTo>
                  <a:pt x="128905" y="481965"/>
                  <a:pt x="127000" y="479425"/>
                  <a:pt x="121920" y="478790"/>
                </a:cubicBezTo>
                <a:cubicBezTo>
                  <a:pt x="112395" y="477520"/>
                  <a:pt x="102235" y="476885"/>
                  <a:pt x="92710" y="476250"/>
                </a:cubicBezTo>
                <a:cubicBezTo>
                  <a:pt x="74295" y="474980"/>
                  <a:pt x="55880" y="473075"/>
                  <a:pt x="37465" y="471805"/>
                </a:cubicBezTo>
                <a:cubicBezTo>
                  <a:pt x="31115" y="471170"/>
                  <a:pt x="24130" y="470535"/>
                  <a:pt x="17780" y="469265"/>
                </a:cubicBezTo>
                <a:cubicBezTo>
                  <a:pt x="5715" y="466725"/>
                  <a:pt x="635" y="461010"/>
                  <a:pt x="0" y="448945"/>
                </a:cubicBezTo>
                <a:cubicBezTo>
                  <a:pt x="0" y="445135"/>
                  <a:pt x="0" y="440055"/>
                  <a:pt x="635" y="436245"/>
                </a:cubicBezTo>
                <a:cubicBezTo>
                  <a:pt x="2540" y="425450"/>
                  <a:pt x="10160" y="419735"/>
                  <a:pt x="23495" y="419100"/>
                </a:cubicBezTo>
                <a:cubicBezTo>
                  <a:pt x="25400" y="418465"/>
                  <a:pt x="27305" y="418465"/>
                  <a:pt x="28575" y="418465"/>
                </a:cubicBezTo>
                <a:close/>
                <a:moveTo>
                  <a:pt x="539750" y="417194"/>
                </a:moveTo>
                <a:lnTo>
                  <a:pt x="679450" y="417194"/>
                </a:lnTo>
                <a:lnTo>
                  <a:pt x="679450" y="434974"/>
                </a:lnTo>
                <a:lnTo>
                  <a:pt x="621665" y="434974"/>
                </a:lnTo>
                <a:lnTo>
                  <a:pt x="621665" y="512444"/>
                </a:lnTo>
                <a:lnTo>
                  <a:pt x="598170" y="512444"/>
                </a:lnTo>
                <a:lnTo>
                  <a:pt x="598170" y="435609"/>
                </a:lnTo>
                <a:lnTo>
                  <a:pt x="539750" y="435609"/>
                </a:lnTo>
                <a:close/>
                <a:moveTo>
                  <a:pt x="508001" y="417194"/>
                </a:moveTo>
                <a:lnTo>
                  <a:pt x="509271" y="417829"/>
                </a:lnTo>
                <a:lnTo>
                  <a:pt x="509271" y="512444"/>
                </a:lnTo>
                <a:lnTo>
                  <a:pt x="484506" y="512444"/>
                </a:lnTo>
                <a:lnTo>
                  <a:pt x="484506" y="485139"/>
                </a:lnTo>
                <a:lnTo>
                  <a:pt x="391161" y="485139"/>
                </a:lnTo>
                <a:lnTo>
                  <a:pt x="391161" y="511809"/>
                </a:lnTo>
                <a:lnTo>
                  <a:pt x="366396" y="511809"/>
                </a:lnTo>
                <a:lnTo>
                  <a:pt x="366396" y="508634"/>
                </a:lnTo>
                <a:cubicBezTo>
                  <a:pt x="366396" y="490219"/>
                  <a:pt x="366396" y="471804"/>
                  <a:pt x="366396" y="453389"/>
                </a:cubicBezTo>
                <a:cubicBezTo>
                  <a:pt x="366396" y="449579"/>
                  <a:pt x="366396" y="445769"/>
                  <a:pt x="367031" y="441959"/>
                </a:cubicBezTo>
                <a:cubicBezTo>
                  <a:pt x="370206" y="427354"/>
                  <a:pt x="381001" y="417829"/>
                  <a:pt x="398146" y="417829"/>
                </a:cubicBezTo>
                <a:cubicBezTo>
                  <a:pt x="434341" y="417194"/>
                  <a:pt x="471171" y="417194"/>
                  <a:pt x="508001" y="417194"/>
                </a:cubicBezTo>
                <a:close/>
                <a:moveTo>
                  <a:pt x="182245" y="417194"/>
                </a:moveTo>
                <a:lnTo>
                  <a:pt x="327660" y="417194"/>
                </a:lnTo>
                <a:lnTo>
                  <a:pt x="327660" y="434974"/>
                </a:lnTo>
                <a:lnTo>
                  <a:pt x="207645" y="434974"/>
                </a:lnTo>
                <a:lnTo>
                  <a:pt x="207645" y="454024"/>
                </a:lnTo>
                <a:lnTo>
                  <a:pt x="322580" y="454024"/>
                </a:lnTo>
                <a:lnTo>
                  <a:pt x="322580" y="471804"/>
                </a:lnTo>
                <a:lnTo>
                  <a:pt x="207010" y="471804"/>
                </a:lnTo>
                <a:cubicBezTo>
                  <a:pt x="207645" y="476884"/>
                  <a:pt x="207645" y="481329"/>
                  <a:pt x="208915" y="485774"/>
                </a:cubicBezTo>
                <a:cubicBezTo>
                  <a:pt x="209550" y="489584"/>
                  <a:pt x="212725" y="491489"/>
                  <a:pt x="216535" y="492124"/>
                </a:cubicBezTo>
                <a:cubicBezTo>
                  <a:pt x="219710" y="492759"/>
                  <a:pt x="222250" y="492759"/>
                  <a:pt x="225425" y="492759"/>
                </a:cubicBezTo>
                <a:cubicBezTo>
                  <a:pt x="257810" y="492759"/>
                  <a:pt x="290195" y="492759"/>
                  <a:pt x="322580" y="492759"/>
                </a:cubicBezTo>
                <a:lnTo>
                  <a:pt x="327025" y="492759"/>
                </a:lnTo>
                <a:lnTo>
                  <a:pt x="327025" y="511174"/>
                </a:lnTo>
                <a:cubicBezTo>
                  <a:pt x="325755" y="511174"/>
                  <a:pt x="325120" y="511174"/>
                  <a:pt x="323850" y="511174"/>
                </a:cubicBezTo>
                <a:cubicBezTo>
                  <a:pt x="288290" y="511174"/>
                  <a:pt x="252095" y="511809"/>
                  <a:pt x="216535" y="511174"/>
                </a:cubicBezTo>
                <a:cubicBezTo>
                  <a:pt x="210820" y="511174"/>
                  <a:pt x="205740" y="510539"/>
                  <a:pt x="201295" y="509269"/>
                </a:cubicBezTo>
                <a:cubicBezTo>
                  <a:pt x="189230" y="505459"/>
                  <a:pt x="183515" y="497204"/>
                  <a:pt x="182245" y="485139"/>
                </a:cubicBezTo>
                <a:cubicBezTo>
                  <a:pt x="181610" y="481329"/>
                  <a:pt x="181610" y="477519"/>
                  <a:pt x="181610" y="473709"/>
                </a:cubicBezTo>
                <a:cubicBezTo>
                  <a:pt x="181610" y="456564"/>
                  <a:pt x="181610" y="438784"/>
                  <a:pt x="181610" y="421004"/>
                </a:cubicBezTo>
                <a:lnTo>
                  <a:pt x="182245" y="421004"/>
                </a:lnTo>
                <a:close/>
                <a:moveTo>
                  <a:pt x="139700" y="165735"/>
                </a:moveTo>
                <a:cubicBezTo>
                  <a:pt x="149860" y="167640"/>
                  <a:pt x="159385" y="169545"/>
                  <a:pt x="168910" y="170815"/>
                </a:cubicBezTo>
                <a:cubicBezTo>
                  <a:pt x="203835" y="177165"/>
                  <a:pt x="238760" y="184150"/>
                  <a:pt x="273685" y="190500"/>
                </a:cubicBezTo>
                <a:cubicBezTo>
                  <a:pt x="305435" y="196215"/>
                  <a:pt x="337820" y="203200"/>
                  <a:pt x="369570" y="208915"/>
                </a:cubicBezTo>
                <a:cubicBezTo>
                  <a:pt x="403860" y="215265"/>
                  <a:pt x="439420" y="222250"/>
                  <a:pt x="473710" y="228600"/>
                </a:cubicBezTo>
                <a:cubicBezTo>
                  <a:pt x="494030" y="232410"/>
                  <a:pt x="513080" y="236220"/>
                  <a:pt x="532765" y="240030"/>
                </a:cubicBezTo>
                <a:cubicBezTo>
                  <a:pt x="535940" y="240030"/>
                  <a:pt x="536575" y="241300"/>
                  <a:pt x="535305" y="245110"/>
                </a:cubicBezTo>
                <a:cubicBezTo>
                  <a:pt x="534670" y="266065"/>
                  <a:pt x="534670" y="287655"/>
                  <a:pt x="533400" y="308610"/>
                </a:cubicBezTo>
                <a:cubicBezTo>
                  <a:pt x="532765" y="317500"/>
                  <a:pt x="531495" y="326390"/>
                  <a:pt x="528955" y="334645"/>
                </a:cubicBezTo>
                <a:cubicBezTo>
                  <a:pt x="523875" y="352425"/>
                  <a:pt x="511175" y="361950"/>
                  <a:pt x="493395" y="365125"/>
                </a:cubicBezTo>
                <a:cubicBezTo>
                  <a:pt x="483235" y="367665"/>
                  <a:pt x="471170" y="368935"/>
                  <a:pt x="460375" y="369570"/>
                </a:cubicBezTo>
                <a:cubicBezTo>
                  <a:pt x="419735" y="370840"/>
                  <a:pt x="378460" y="372745"/>
                  <a:pt x="337820" y="372745"/>
                </a:cubicBezTo>
                <a:cubicBezTo>
                  <a:pt x="297180" y="372745"/>
                  <a:pt x="255270" y="370205"/>
                  <a:pt x="214630" y="368935"/>
                </a:cubicBezTo>
                <a:cubicBezTo>
                  <a:pt x="198120" y="368300"/>
                  <a:pt x="182245" y="367030"/>
                  <a:pt x="165735" y="366395"/>
                </a:cubicBezTo>
                <a:cubicBezTo>
                  <a:pt x="163195" y="365760"/>
                  <a:pt x="160020" y="365760"/>
                  <a:pt x="157480" y="365125"/>
                </a:cubicBezTo>
                <a:cubicBezTo>
                  <a:pt x="148590" y="362585"/>
                  <a:pt x="145415" y="358140"/>
                  <a:pt x="144780" y="349885"/>
                </a:cubicBezTo>
                <a:cubicBezTo>
                  <a:pt x="143510" y="329565"/>
                  <a:pt x="142240" y="309245"/>
                  <a:pt x="140970" y="288925"/>
                </a:cubicBezTo>
                <a:cubicBezTo>
                  <a:pt x="140335" y="282575"/>
                  <a:pt x="140335" y="276225"/>
                  <a:pt x="140335" y="269875"/>
                </a:cubicBezTo>
                <a:cubicBezTo>
                  <a:pt x="144780" y="269875"/>
                  <a:pt x="149225" y="269875"/>
                  <a:pt x="153035" y="270510"/>
                </a:cubicBezTo>
                <a:cubicBezTo>
                  <a:pt x="236220" y="274955"/>
                  <a:pt x="319405" y="275590"/>
                  <a:pt x="402590" y="275590"/>
                </a:cubicBezTo>
                <a:cubicBezTo>
                  <a:pt x="410210" y="275590"/>
                  <a:pt x="417830" y="274320"/>
                  <a:pt x="423545" y="269875"/>
                </a:cubicBezTo>
                <a:cubicBezTo>
                  <a:pt x="425450" y="268605"/>
                  <a:pt x="426720" y="266700"/>
                  <a:pt x="429260" y="264795"/>
                </a:cubicBezTo>
                <a:cubicBezTo>
                  <a:pt x="332740" y="247650"/>
                  <a:pt x="236220" y="231140"/>
                  <a:pt x="139700" y="214630"/>
                </a:cubicBezTo>
                <a:close/>
                <a:moveTo>
                  <a:pt x="295276" y="0"/>
                </a:moveTo>
                <a:lnTo>
                  <a:pt x="370206" y="0"/>
                </a:lnTo>
                <a:cubicBezTo>
                  <a:pt x="372746" y="0"/>
                  <a:pt x="374651" y="635"/>
                  <a:pt x="377191" y="635"/>
                </a:cubicBezTo>
                <a:cubicBezTo>
                  <a:pt x="408941" y="1905"/>
                  <a:pt x="441326" y="2540"/>
                  <a:pt x="473711" y="4445"/>
                </a:cubicBezTo>
                <a:cubicBezTo>
                  <a:pt x="486411" y="5080"/>
                  <a:pt x="499746" y="5080"/>
                  <a:pt x="513081" y="6350"/>
                </a:cubicBezTo>
                <a:cubicBezTo>
                  <a:pt x="527051" y="7620"/>
                  <a:pt x="531496" y="12065"/>
                  <a:pt x="532766" y="26035"/>
                </a:cubicBezTo>
                <a:cubicBezTo>
                  <a:pt x="534036" y="43180"/>
                  <a:pt x="534671" y="59690"/>
                  <a:pt x="535306" y="76835"/>
                </a:cubicBezTo>
                <a:cubicBezTo>
                  <a:pt x="535941" y="83185"/>
                  <a:pt x="535941" y="88900"/>
                  <a:pt x="536576" y="94615"/>
                </a:cubicBezTo>
                <a:cubicBezTo>
                  <a:pt x="532131" y="94615"/>
                  <a:pt x="527686" y="94615"/>
                  <a:pt x="523241" y="94615"/>
                </a:cubicBezTo>
                <a:cubicBezTo>
                  <a:pt x="500381" y="93345"/>
                  <a:pt x="478791" y="92075"/>
                  <a:pt x="455931" y="91440"/>
                </a:cubicBezTo>
                <a:cubicBezTo>
                  <a:pt x="407671" y="90170"/>
                  <a:pt x="358776" y="90170"/>
                  <a:pt x="310516" y="89535"/>
                </a:cubicBezTo>
                <a:cubicBezTo>
                  <a:pt x="296546" y="89535"/>
                  <a:pt x="281306" y="90170"/>
                  <a:pt x="267336" y="90805"/>
                </a:cubicBezTo>
                <a:cubicBezTo>
                  <a:pt x="259716" y="90805"/>
                  <a:pt x="252731" y="93345"/>
                  <a:pt x="247016" y="99060"/>
                </a:cubicBezTo>
                <a:cubicBezTo>
                  <a:pt x="344171" y="117475"/>
                  <a:pt x="440056" y="135255"/>
                  <a:pt x="536576" y="153670"/>
                </a:cubicBezTo>
                <a:lnTo>
                  <a:pt x="536576" y="195580"/>
                </a:lnTo>
                <a:cubicBezTo>
                  <a:pt x="405131" y="172720"/>
                  <a:pt x="274321" y="150495"/>
                  <a:pt x="142241" y="127635"/>
                </a:cubicBezTo>
                <a:cubicBezTo>
                  <a:pt x="142241" y="126365"/>
                  <a:pt x="142241" y="125730"/>
                  <a:pt x="142241" y="124460"/>
                </a:cubicBezTo>
                <a:cubicBezTo>
                  <a:pt x="142876" y="101600"/>
                  <a:pt x="143511" y="79375"/>
                  <a:pt x="144146" y="56515"/>
                </a:cubicBezTo>
                <a:cubicBezTo>
                  <a:pt x="144781" y="49530"/>
                  <a:pt x="146051" y="43180"/>
                  <a:pt x="147956" y="36830"/>
                </a:cubicBezTo>
                <a:cubicBezTo>
                  <a:pt x="153036" y="19050"/>
                  <a:pt x="167006" y="10795"/>
                  <a:pt x="182881" y="6985"/>
                </a:cubicBezTo>
                <a:cubicBezTo>
                  <a:pt x="197486" y="3810"/>
                  <a:pt x="213361" y="3810"/>
                  <a:pt x="227966" y="2540"/>
                </a:cubicBezTo>
                <a:cubicBezTo>
                  <a:pt x="249556" y="1905"/>
                  <a:pt x="271146" y="1270"/>
                  <a:pt x="292736" y="635"/>
                </a:cubicBezTo>
                <a:cubicBezTo>
                  <a:pt x="293371" y="635"/>
                  <a:pt x="294641" y="0"/>
                  <a:pt x="295276"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24" name="SKODA">
            <a:extLst>
              <a:ext uri="{FF2B5EF4-FFF2-40B4-BE49-F238E27FC236}">
                <a16:creationId xmlns:a16="http://schemas.microsoft.com/office/drawing/2014/main" id="{DC21B3B6-2748-877E-97CD-B1A71477DD54}"/>
              </a:ext>
            </a:extLst>
          </p:cNvPr>
          <p:cNvSpPr/>
          <p:nvPr userDrawn="1"/>
        </p:nvSpPr>
        <p:spPr>
          <a:xfrm>
            <a:off x="5645150" y="1931035"/>
            <a:ext cx="901700" cy="622082"/>
          </a:xfrm>
          <a:custGeom>
            <a:avLst/>
            <a:gdLst>
              <a:gd name="connsiteX0" fmla="*/ 581026 w 901700"/>
              <a:gd name="connsiteY0" fmla="*/ 523240 h 622082"/>
              <a:gd name="connsiteX1" fmla="*/ 581026 w 901700"/>
              <a:gd name="connsiteY1" fmla="*/ 592455 h 622082"/>
              <a:gd name="connsiteX2" fmla="*/ 583566 w 901700"/>
              <a:gd name="connsiteY2" fmla="*/ 593090 h 622082"/>
              <a:gd name="connsiteX3" fmla="*/ 660401 w 901700"/>
              <a:gd name="connsiteY3" fmla="*/ 593090 h 622082"/>
              <a:gd name="connsiteX4" fmla="*/ 675006 w 901700"/>
              <a:gd name="connsiteY4" fmla="*/ 578485 h 622082"/>
              <a:gd name="connsiteX5" fmla="*/ 675006 w 901700"/>
              <a:gd name="connsiteY5" fmla="*/ 537210 h 622082"/>
              <a:gd name="connsiteX6" fmla="*/ 660401 w 901700"/>
              <a:gd name="connsiteY6" fmla="*/ 523240 h 622082"/>
              <a:gd name="connsiteX7" fmla="*/ 582931 w 901700"/>
              <a:gd name="connsiteY7" fmla="*/ 523240 h 622082"/>
              <a:gd name="connsiteX8" fmla="*/ 581026 w 901700"/>
              <a:gd name="connsiteY8" fmla="*/ 523240 h 622082"/>
              <a:gd name="connsiteX9" fmla="*/ 400050 w 901700"/>
              <a:gd name="connsiteY9" fmla="*/ 521970 h 622082"/>
              <a:gd name="connsiteX10" fmla="*/ 387350 w 901700"/>
              <a:gd name="connsiteY10" fmla="*/ 530860 h 622082"/>
              <a:gd name="connsiteX11" fmla="*/ 386080 w 901700"/>
              <a:gd name="connsiteY11" fmla="*/ 537845 h 622082"/>
              <a:gd name="connsiteX12" fmla="*/ 386080 w 901700"/>
              <a:gd name="connsiteY12" fmla="*/ 575945 h 622082"/>
              <a:gd name="connsiteX13" fmla="*/ 386715 w 901700"/>
              <a:gd name="connsiteY13" fmla="*/ 581660 h 622082"/>
              <a:gd name="connsiteX14" fmla="*/ 400685 w 901700"/>
              <a:gd name="connsiteY14" fmla="*/ 592455 h 622082"/>
              <a:gd name="connsiteX15" fmla="*/ 436245 w 901700"/>
              <a:gd name="connsiteY15" fmla="*/ 592455 h 622082"/>
              <a:gd name="connsiteX16" fmla="*/ 455295 w 901700"/>
              <a:gd name="connsiteY16" fmla="*/ 592455 h 622082"/>
              <a:gd name="connsiteX17" fmla="*/ 471805 w 901700"/>
              <a:gd name="connsiteY17" fmla="*/ 592455 h 622082"/>
              <a:gd name="connsiteX18" fmla="*/ 485775 w 901700"/>
              <a:gd name="connsiteY18" fmla="*/ 578485 h 622082"/>
              <a:gd name="connsiteX19" fmla="*/ 485775 w 901700"/>
              <a:gd name="connsiteY19" fmla="*/ 535940 h 622082"/>
              <a:gd name="connsiteX20" fmla="*/ 477520 w 901700"/>
              <a:gd name="connsiteY20" fmla="*/ 523240 h 622082"/>
              <a:gd name="connsiteX21" fmla="*/ 470535 w 901700"/>
              <a:gd name="connsiteY21" fmla="*/ 521970 h 622082"/>
              <a:gd name="connsiteX22" fmla="*/ 401320 w 901700"/>
              <a:gd name="connsiteY22" fmla="*/ 521970 h 622082"/>
              <a:gd name="connsiteX23" fmla="*/ 400050 w 901700"/>
              <a:gd name="connsiteY23" fmla="*/ 521970 h 622082"/>
              <a:gd name="connsiteX24" fmla="*/ 808990 w 901700"/>
              <a:gd name="connsiteY24" fmla="*/ 517525 h 622082"/>
              <a:gd name="connsiteX25" fmla="*/ 779145 w 901700"/>
              <a:gd name="connsiteY25" fmla="*/ 571500 h 622082"/>
              <a:gd name="connsiteX26" fmla="*/ 838835 w 901700"/>
              <a:gd name="connsiteY26" fmla="*/ 571500 h 622082"/>
              <a:gd name="connsiteX27" fmla="*/ 808990 w 901700"/>
              <a:gd name="connsiteY27" fmla="*/ 517525 h 622082"/>
              <a:gd name="connsiteX28" fmla="*/ 31750 w 901700"/>
              <a:gd name="connsiteY28" fmla="*/ 495299 h 622082"/>
              <a:gd name="connsiteX29" fmla="*/ 32385 w 901700"/>
              <a:gd name="connsiteY29" fmla="*/ 495934 h 622082"/>
              <a:gd name="connsiteX30" fmla="*/ 32385 w 901700"/>
              <a:gd name="connsiteY30" fmla="*/ 498474 h 622082"/>
              <a:gd name="connsiteX31" fmla="*/ 32385 w 901700"/>
              <a:gd name="connsiteY31" fmla="*/ 534669 h 622082"/>
              <a:gd name="connsiteX32" fmla="*/ 32385 w 901700"/>
              <a:gd name="connsiteY32" fmla="*/ 537209 h 622082"/>
              <a:gd name="connsiteX33" fmla="*/ 38735 w 901700"/>
              <a:gd name="connsiteY33" fmla="*/ 543559 h 622082"/>
              <a:gd name="connsiteX34" fmla="*/ 41275 w 901700"/>
              <a:gd name="connsiteY34" fmla="*/ 543559 h 622082"/>
              <a:gd name="connsiteX35" fmla="*/ 123825 w 901700"/>
              <a:gd name="connsiteY35" fmla="*/ 543559 h 622082"/>
              <a:gd name="connsiteX36" fmla="*/ 132715 w 901700"/>
              <a:gd name="connsiteY36" fmla="*/ 544829 h 622082"/>
              <a:gd name="connsiteX37" fmla="*/ 151130 w 901700"/>
              <a:gd name="connsiteY37" fmla="*/ 568959 h 622082"/>
              <a:gd name="connsiteX38" fmla="*/ 151130 w 901700"/>
              <a:gd name="connsiteY38" fmla="*/ 594994 h 622082"/>
              <a:gd name="connsiteX39" fmla="*/ 128905 w 901700"/>
              <a:gd name="connsiteY39" fmla="*/ 621664 h 622082"/>
              <a:gd name="connsiteX40" fmla="*/ 123825 w 901700"/>
              <a:gd name="connsiteY40" fmla="*/ 621664 h 622082"/>
              <a:gd name="connsiteX41" fmla="*/ 2540 w 901700"/>
              <a:gd name="connsiteY41" fmla="*/ 621664 h 622082"/>
              <a:gd name="connsiteX42" fmla="*/ 0 w 901700"/>
              <a:gd name="connsiteY42" fmla="*/ 621664 h 622082"/>
              <a:gd name="connsiteX43" fmla="*/ 15875 w 901700"/>
              <a:gd name="connsiteY43" fmla="*/ 594994 h 622082"/>
              <a:gd name="connsiteX44" fmla="*/ 19685 w 901700"/>
              <a:gd name="connsiteY44" fmla="*/ 594994 h 622082"/>
              <a:gd name="connsiteX45" fmla="*/ 112395 w 901700"/>
              <a:gd name="connsiteY45" fmla="*/ 594994 h 622082"/>
              <a:gd name="connsiteX46" fmla="*/ 114935 w 901700"/>
              <a:gd name="connsiteY46" fmla="*/ 594994 h 622082"/>
              <a:gd name="connsiteX47" fmla="*/ 121285 w 901700"/>
              <a:gd name="connsiteY47" fmla="*/ 588644 h 622082"/>
              <a:gd name="connsiteX48" fmla="*/ 121285 w 901700"/>
              <a:gd name="connsiteY48" fmla="*/ 575944 h 622082"/>
              <a:gd name="connsiteX49" fmla="*/ 121285 w 901700"/>
              <a:gd name="connsiteY49" fmla="*/ 570864 h 622082"/>
              <a:gd name="connsiteX50" fmla="*/ 117475 w 901700"/>
              <a:gd name="connsiteY50" fmla="*/ 570864 h 622082"/>
              <a:gd name="connsiteX51" fmla="*/ 31115 w 901700"/>
              <a:gd name="connsiteY51" fmla="*/ 570864 h 622082"/>
              <a:gd name="connsiteX52" fmla="*/ 17780 w 901700"/>
              <a:gd name="connsiteY52" fmla="*/ 568324 h 622082"/>
              <a:gd name="connsiteX53" fmla="*/ 3175 w 901700"/>
              <a:gd name="connsiteY53" fmla="*/ 545464 h 622082"/>
              <a:gd name="connsiteX54" fmla="*/ 3175 w 901700"/>
              <a:gd name="connsiteY54" fmla="*/ 521969 h 622082"/>
              <a:gd name="connsiteX55" fmla="*/ 31750 w 901700"/>
              <a:gd name="connsiteY55" fmla="*/ 495299 h 622082"/>
              <a:gd name="connsiteX56" fmla="*/ 94933 w 901700"/>
              <a:gd name="connsiteY56" fmla="*/ 494823 h 622082"/>
              <a:gd name="connsiteX57" fmla="*/ 146685 w 901700"/>
              <a:gd name="connsiteY57" fmla="*/ 495299 h 622082"/>
              <a:gd name="connsiteX58" fmla="*/ 130810 w 901700"/>
              <a:gd name="connsiteY58" fmla="*/ 519429 h 622082"/>
              <a:gd name="connsiteX59" fmla="*/ 60325 w 901700"/>
              <a:gd name="connsiteY59" fmla="*/ 519429 h 622082"/>
              <a:gd name="connsiteX60" fmla="*/ 45085 w 901700"/>
              <a:gd name="connsiteY60" fmla="*/ 495299 h 622082"/>
              <a:gd name="connsiteX61" fmla="*/ 94933 w 901700"/>
              <a:gd name="connsiteY61" fmla="*/ 494823 h 622082"/>
              <a:gd name="connsiteX62" fmla="*/ 791845 w 901700"/>
              <a:gd name="connsiteY62" fmla="*/ 494665 h 622082"/>
              <a:gd name="connsiteX63" fmla="*/ 828040 w 901700"/>
              <a:gd name="connsiteY63" fmla="*/ 494665 h 622082"/>
              <a:gd name="connsiteX64" fmla="*/ 831850 w 901700"/>
              <a:gd name="connsiteY64" fmla="*/ 497205 h 622082"/>
              <a:gd name="connsiteX65" fmla="*/ 899160 w 901700"/>
              <a:gd name="connsiteY65" fmla="*/ 617855 h 622082"/>
              <a:gd name="connsiteX66" fmla="*/ 901700 w 901700"/>
              <a:gd name="connsiteY66" fmla="*/ 620395 h 622082"/>
              <a:gd name="connsiteX67" fmla="*/ 868045 w 901700"/>
              <a:gd name="connsiteY67" fmla="*/ 620395 h 622082"/>
              <a:gd name="connsiteX68" fmla="*/ 865506 w 901700"/>
              <a:gd name="connsiteY68" fmla="*/ 616585 h 622082"/>
              <a:gd name="connsiteX69" fmla="*/ 856615 w 901700"/>
              <a:gd name="connsiteY69" fmla="*/ 601345 h 622082"/>
              <a:gd name="connsiteX70" fmla="*/ 850900 w 901700"/>
              <a:gd name="connsiteY70" fmla="*/ 597535 h 622082"/>
              <a:gd name="connsiteX71" fmla="*/ 798831 w 901700"/>
              <a:gd name="connsiteY71" fmla="*/ 598170 h 622082"/>
              <a:gd name="connsiteX72" fmla="*/ 796925 w 901700"/>
              <a:gd name="connsiteY72" fmla="*/ 598170 h 622082"/>
              <a:gd name="connsiteX73" fmla="*/ 793750 w 901700"/>
              <a:gd name="connsiteY73" fmla="*/ 596265 h 622082"/>
              <a:gd name="connsiteX74" fmla="*/ 781050 w 901700"/>
              <a:gd name="connsiteY74" fmla="*/ 575945 h 622082"/>
              <a:gd name="connsiteX75" fmla="*/ 779145 w 901700"/>
              <a:gd name="connsiteY75" fmla="*/ 573405 h 622082"/>
              <a:gd name="connsiteX76" fmla="*/ 777240 w 901700"/>
              <a:gd name="connsiteY76" fmla="*/ 575945 h 622082"/>
              <a:gd name="connsiteX77" fmla="*/ 753745 w 901700"/>
              <a:gd name="connsiteY77" fmla="*/ 617855 h 622082"/>
              <a:gd name="connsiteX78" fmla="*/ 749300 w 901700"/>
              <a:gd name="connsiteY78" fmla="*/ 620395 h 622082"/>
              <a:gd name="connsiteX79" fmla="*/ 721995 w 901700"/>
              <a:gd name="connsiteY79" fmla="*/ 620395 h 622082"/>
              <a:gd name="connsiteX80" fmla="*/ 718820 w 901700"/>
              <a:gd name="connsiteY80" fmla="*/ 620395 h 622082"/>
              <a:gd name="connsiteX81" fmla="*/ 720090 w 901700"/>
              <a:gd name="connsiteY81" fmla="*/ 617855 h 622082"/>
              <a:gd name="connsiteX82" fmla="*/ 787400 w 901700"/>
              <a:gd name="connsiteY82" fmla="*/ 497205 h 622082"/>
              <a:gd name="connsiteX83" fmla="*/ 791845 w 901700"/>
              <a:gd name="connsiteY83" fmla="*/ 494665 h 622082"/>
              <a:gd name="connsiteX84" fmla="*/ 551181 w 901700"/>
              <a:gd name="connsiteY84" fmla="*/ 494665 h 622082"/>
              <a:gd name="connsiteX85" fmla="*/ 554991 w 901700"/>
              <a:gd name="connsiteY85" fmla="*/ 494665 h 622082"/>
              <a:gd name="connsiteX86" fmla="*/ 645795 w 901700"/>
              <a:gd name="connsiteY86" fmla="*/ 494665 h 622082"/>
              <a:gd name="connsiteX87" fmla="*/ 659766 w 901700"/>
              <a:gd name="connsiteY87" fmla="*/ 494665 h 622082"/>
              <a:gd name="connsiteX88" fmla="*/ 692151 w 901700"/>
              <a:gd name="connsiteY88" fmla="*/ 508000 h 622082"/>
              <a:gd name="connsiteX89" fmla="*/ 704851 w 901700"/>
              <a:gd name="connsiteY89" fmla="*/ 539750 h 622082"/>
              <a:gd name="connsiteX90" fmla="*/ 704851 w 901700"/>
              <a:gd name="connsiteY90" fmla="*/ 576580 h 622082"/>
              <a:gd name="connsiteX91" fmla="*/ 669291 w 901700"/>
              <a:gd name="connsiteY91" fmla="*/ 620395 h 622082"/>
              <a:gd name="connsiteX92" fmla="*/ 660401 w 901700"/>
              <a:gd name="connsiteY92" fmla="*/ 621030 h 622082"/>
              <a:gd name="connsiteX93" fmla="*/ 554356 w 901700"/>
              <a:gd name="connsiteY93" fmla="*/ 621030 h 622082"/>
              <a:gd name="connsiteX94" fmla="*/ 551181 w 901700"/>
              <a:gd name="connsiteY94" fmla="*/ 621030 h 622082"/>
              <a:gd name="connsiteX95" fmla="*/ 401955 w 901700"/>
              <a:gd name="connsiteY95" fmla="*/ 494665 h 622082"/>
              <a:gd name="connsiteX96" fmla="*/ 469900 w 901700"/>
              <a:gd name="connsiteY96" fmla="*/ 494665 h 622082"/>
              <a:gd name="connsiteX97" fmla="*/ 508635 w 901700"/>
              <a:gd name="connsiteY97" fmla="*/ 514985 h 622082"/>
              <a:gd name="connsiteX98" fmla="*/ 515620 w 901700"/>
              <a:gd name="connsiteY98" fmla="*/ 539115 h 622082"/>
              <a:gd name="connsiteX99" fmla="*/ 515620 w 901700"/>
              <a:gd name="connsiteY99" fmla="*/ 576580 h 622082"/>
              <a:gd name="connsiteX100" fmla="*/ 478790 w 901700"/>
              <a:gd name="connsiteY100" fmla="*/ 619760 h 622082"/>
              <a:gd name="connsiteX101" fmla="*/ 469900 w 901700"/>
              <a:gd name="connsiteY101" fmla="*/ 620395 h 622082"/>
              <a:gd name="connsiteX102" fmla="*/ 435610 w 901700"/>
              <a:gd name="connsiteY102" fmla="*/ 620395 h 622082"/>
              <a:gd name="connsiteX103" fmla="*/ 399415 w 901700"/>
              <a:gd name="connsiteY103" fmla="*/ 620395 h 622082"/>
              <a:gd name="connsiteX104" fmla="*/ 364490 w 901700"/>
              <a:gd name="connsiteY104" fmla="*/ 602615 h 622082"/>
              <a:gd name="connsiteX105" fmla="*/ 356235 w 901700"/>
              <a:gd name="connsiteY105" fmla="*/ 575945 h 622082"/>
              <a:gd name="connsiteX106" fmla="*/ 356235 w 901700"/>
              <a:gd name="connsiteY106" fmla="*/ 539750 h 622082"/>
              <a:gd name="connsiteX107" fmla="*/ 393700 w 901700"/>
              <a:gd name="connsiteY107" fmla="*/ 495300 h 622082"/>
              <a:gd name="connsiteX108" fmla="*/ 401955 w 901700"/>
              <a:gd name="connsiteY108" fmla="*/ 494665 h 622082"/>
              <a:gd name="connsiteX109" fmla="*/ 307975 w 901700"/>
              <a:gd name="connsiteY109" fmla="*/ 494665 h 622082"/>
              <a:gd name="connsiteX110" fmla="*/ 342265 w 901700"/>
              <a:gd name="connsiteY110" fmla="*/ 494665 h 622082"/>
              <a:gd name="connsiteX111" fmla="*/ 345440 w 901700"/>
              <a:gd name="connsiteY111" fmla="*/ 494665 h 622082"/>
              <a:gd name="connsiteX112" fmla="*/ 345440 w 901700"/>
              <a:gd name="connsiteY112" fmla="*/ 496570 h 622082"/>
              <a:gd name="connsiteX113" fmla="*/ 281305 w 901700"/>
              <a:gd name="connsiteY113" fmla="*/ 560070 h 622082"/>
              <a:gd name="connsiteX114" fmla="*/ 344805 w 901700"/>
              <a:gd name="connsiteY114" fmla="*/ 621030 h 622082"/>
              <a:gd name="connsiteX115" fmla="*/ 344170 w 901700"/>
              <a:gd name="connsiteY115" fmla="*/ 621665 h 622082"/>
              <a:gd name="connsiteX116" fmla="*/ 341630 w 901700"/>
              <a:gd name="connsiteY116" fmla="*/ 621665 h 622082"/>
              <a:gd name="connsiteX117" fmla="*/ 307340 w 901700"/>
              <a:gd name="connsiteY117" fmla="*/ 621665 h 622082"/>
              <a:gd name="connsiteX118" fmla="*/ 302260 w 901700"/>
              <a:gd name="connsiteY118" fmla="*/ 619760 h 622082"/>
              <a:gd name="connsiteX119" fmla="*/ 256540 w 901700"/>
              <a:gd name="connsiteY119" fmla="*/ 575310 h 622082"/>
              <a:gd name="connsiteX120" fmla="*/ 250190 w 901700"/>
              <a:gd name="connsiteY120" fmla="*/ 572770 h 622082"/>
              <a:gd name="connsiteX121" fmla="*/ 217170 w 901700"/>
              <a:gd name="connsiteY121" fmla="*/ 572770 h 622082"/>
              <a:gd name="connsiteX122" fmla="*/ 213995 w 901700"/>
              <a:gd name="connsiteY122" fmla="*/ 572770 h 622082"/>
              <a:gd name="connsiteX123" fmla="*/ 213995 w 901700"/>
              <a:gd name="connsiteY123" fmla="*/ 621030 h 622082"/>
              <a:gd name="connsiteX124" fmla="*/ 184785 w 901700"/>
              <a:gd name="connsiteY124" fmla="*/ 621665 h 622082"/>
              <a:gd name="connsiteX125" fmla="*/ 184785 w 901700"/>
              <a:gd name="connsiteY125" fmla="*/ 495935 h 622082"/>
              <a:gd name="connsiteX126" fmla="*/ 213995 w 901700"/>
              <a:gd name="connsiteY126" fmla="*/ 495935 h 622082"/>
              <a:gd name="connsiteX127" fmla="*/ 213995 w 901700"/>
              <a:gd name="connsiteY127" fmla="*/ 507365 h 622082"/>
              <a:gd name="connsiteX128" fmla="*/ 213995 w 901700"/>
              <a:gd name="connsiteY128" fmla="*/ 519430 h 622082"/>
              <a:gd name="connsiteX129" fmla="*/ 213995 w 901700"/>
              <a:gd name="connsiteY129" fmla="*/ 531495 h 622082"/>
              <a:gd name="connsiteX130" fmla="*/ 213995 w 901700"/>
              <a:gd name="connsiteY130" fmla="*/ 542925 h 622082"/>
              <a:gd name="connsiteX131" fmla="*/ 215900 w 901700"/>
              <a:gd name="connsiteY131" fmla="*/ 543560 h 622082"/>
              <a:gd name="connsiteX132" fmla="*/ 254000 w 901700"/>
              <a:gd name="connsiteY132" fmla="*/ 543560 h 622082"/>
              <a:gd name="connsiteX133" fmla="*/ 257175 w 901700"/>
              <a:gd name="connsiteY133" fmla="*/ 541655 h 622082"/>
              <a:gd name="connsiteX134" fmla="*/ 302895 w 901700"/>
              <a:gd name="connsiteY134" fmla="*/ 497205 h 622082"/>
              <a:gd name="connsiteX135" fmla="*/ 307975 w 901700"/>
              <a:gd name="connsiteY135" fmla="*/ 494665 h 622082"/>
              <a:gd name="connsiteX136" fmla="*/ 463550 w 901700"/>
              <a:gd name="connsiteY136" fmla="*/ 220345 h 622082"/>
              <a:gd name="connsiteX137" fmla="*/ 443230 w 901700"/>
              <a:gd name="connsiteY137" fmla="*/ 240030 h 622082"/>
              <a:gd name="connsiteX138" fmla="*/ 463550 w 901700"/>
              <a:gd name="connsiteY138" fmla="*/ 260350 h 622082"/>
              <a:gd name="connsiteX139" fmla="*/ 483235 w 901700"/>
              <a:gd name="connsiteY139" fmla="*/ 240030 h 622082"/>
              <a:gd name="connsiteX140" fmla="*/ 463550 w 901700"/>
              <a:gd name="connsiteY140" fmla="*/ 220345 h 622082"/>
              <a:gd name="connsiteX141" fmla="*/ 445770 w 901700"/>
              <a:gd name="connsiteY141" fmla="*/ 41275 h 622082"/>
              <a:gd name="connsiteX142" fmla="*/ 455930 w 901700"/>
              <a:gd name="connsiteY142" fmla="*/ 45085 h 622082"/>
              <a:gd name="connsiteX143" fmla="*/ 502920 w 901700"/>
              <a:gd name="connsiteY143" fmla="*/ 107950 h 622082"/>
              <a:gd name="connsiteX144" fmla="*/ 516890 w 901700"/>
              <a:gd name="connsiteY144" fmla="*/ 156845 h 622082"/>
              <a:gd name="connsiteX145" fmla="*/ 518795 w 901700"/>
              <a:gd name="connsiteY145" fmla="*/ 191135 h 622082"/>
              <a:gd name="connsiteX146" fmla="*/ 502285 w 901700"/>
              <a:gd name="connsiteY146" fmla="*/ 274955 h 622082"/>
              <a:gd name="connsiteX147" fmla="*/ 501015 w 901700"/>
              <a:gd name="connsiteY147" fmla="*/ 277495 h 622082"/>
              <a:gd name="connsiteX148" fmla="*/ 502920 w 901700"/>
              <a:gd name="connsiteY148" fmla="*/ 278130 h 622082"/>
              <a:gd name="connsiteX149" fmla="*/ 514985 w 901700"/>
              <a:gd name="connsiteY149" fmla="*/ 278130 h 622082"/>
              <a:gd name="connsiteX150" fmla="*/ 518160 w 901700"/>
              <a:gd name="connsiteY150" fmla="*/ 276225 h 622082"/>
              <a:gd name="connsiteX151" fmla="*/ 521970 w 901700"/>
              <a:gd name="connsiteY151" fmla="*/ 265430 h 622082"/>
              <a:gd name="connsiteX152" fmla="*/ 570865 w 901700"/>
              <a:gd name="connsiteY152" fmla="*/ 290195 h 622082"/>
              <a:gd name="connsiteX153" fmla="*/ 521970 w 901700"/>
              <a:gd name="connsiteY153" fmla="*/ 314960 h 622082"/>
              <a:gd name="connsiteX154" fmla="*/ 516890 w 901700"/>
              <a:gd name="connsiteY154" fmla="*/ 302895 h 622082"/>
              <a:gd name="connsiteX155" fmla="*/ 513715 w 901700"/>
              <a:gd name="connsiteY155" fmla="*/ 302895 h 622082"/>
              <a:gd name="connsiteX156" fmla="*/ 368935 w 901700"/>
              <a:gd name="connsiteY156" fmla="*/ 302895 h 622082"/>
              <a:gd name="connsiteX157" fmla="*/ 363855 w 901700"/>
              <a:gd name="connsiteY157" fmla="*/ 304800 h 622082"/>
              <a:gd name="connsiteX158" fmla="*/ 346710 w 901700"/>
              <a:gd name="connsiteY158" fmla="*/ 313690 h 622082"/>
              <a:gd name="connsiteX159" fmla="*/ 338455 w 901700"/>
              <a:gd name="connsiteY159" fmla="*/ 315595 h 622082"/>
              <a:gd name="connsiteX160" fmla="*/ 321310 w 901700"/>
              <a:gd name="connsiteY160" fmla="*/ 315595 h 622082"/>
              <a:gd name="connsiteX161" fmla="*/ 318135 w 901700"/>
              <a:gd name="connsiteY161" fmla="*/ 314325 h 622082"/>
              <a:gd name="connsiteX162" fmla="*/ 287655 w 901700"/>
              <a:gd name="connsiteY162" fmla="*/ 267970 h 622082"/>
              <a:gd name="connsiteX163" fmla="*/ 287655 w 901700"/>
              <a:gd name="connsiteY163" fmla="*/ 266065 h 622082"/>
              <a:gd name="connsiteX164" fmla="*/ 289560 w 901700"/>
              <a:gd name="connsiteY164" fmla="*/ 266065 h 622082"/>
              <a:gd name="connsiteX165" fmla="*/ 334645 w 901700"/>
              <a:gd name="connsiteY165" fmla="*/ 266065 h 622082"/>
              <a:gd name="connsiteX166" fmla="*/ 340995 w 901700"/>
              <a:gd name="connsiteY166" fmla="*/ 267335 h 622082"/>
              <a:gd name="connsiteX167" fmla="*/ 363855 w 901700"/>
              <a:gd name="connsiteY167" fmla="*/ 277495 h 622082"/>
              <a:gd name="connsiteX168" fmla="*/ 368935 w 901700"/>
              <a:gd name="connsiteY168" fmla="*/ 278765 h 622082"/>
              <a:gd name="connsiteX169" fmla="*/ 377825 w 901700"/>
              <a:gd name="connsiteY169" fmla="*/ 280035 h 622082"/>
              <a:gd name="connsiteX170" fmla="*/ 381000 w 901700"/>
              <a:gd name="connsiteY170" fmla="*/ 280035 h 622082"/>
              <a:gd name="connsiteX171" fmla="*/ 379730 w 901700"/>
              <a:gd name="connsiteY171" fmla="*/ 273050 h 622082"/>
              <a:gd name="connsiteX172" fmla="*/ 371475 w 901700"/>
              <a:gd name="connsiteY172" fmla="*/ 243205 h 622082"/>
              <a:gd name="connsiteX173" fmla="*/ 339725 w 901700"/>
              <a:gd name="connsiteY173" fmla="*/ 207645 h 622082"/>
              <a:gd name="connsiteX174" fmla="*/ 298450 w 901700"/>
              <a:gd name="connsiteY174" fmla="*/ 189230 h 622082"/>
              <a:gd name="connsiteX175" fmla="*/ 276225 w 901700"/>
              <a:gd name="connsiteY175" fmla="*/ 183515 h 622082"/>
              <a:gd name="connsiteX176" fmla="*/ 276225 w 901700"/>
              <a:gd name="connsiteY176" fmla="*/ 180975 h 622082"/>
              <a:gd name="connsiteX177" fmla="*/ 295910 w 901700"/>
              <a:gd name="connsiteY177" fmla="*/ 124460 h 622082"/>
              <a:gd name="connsiteX178" fmla="*/ 297180 w 901700"/>
              <a:gd name="connsiteY178" fmla="*/ 122555 h 622082"/>
              <a:gd name="connsiteX179" fmla="*/ 306070 w 901700"/>
              <a:gd name="connsiteY179" fmla="*/ 124460 h 622082"/>
              <a:gd name="connsiteX180" fmla="*/ 362585 w 901700"/>
              <a:gd name="connsiteY180" fmla="*/ 145415 h 622082"/>
              <a:gd name="connsiteX181" fmla="*/ 377825 w 901700"/>
              <a:gd name="connsiteY181" fmla="*/ 154940 h 622082"/>
              <a:gd name="connsiteX182" fmla="*/ 384810 w 901700"/>
              <a:gd name="connsiteY182" fmla="*/ 154940 h 622082"/>
              <a:gd name="connsiteX183" fmla="*/ 382270 w 901700"/>
              <a:gd name="connsiteY183" fmla="*/ 151765 h 622082"/>
              <a:gd name="connsiteX184" fmla="*/ 359410 w 901700"/>
              <a:gd name="connsiteY184" fmla="*/ 132080 h 622082"/>
              <a:gd name="connsiteX185" fmla="*/ 314960 w 901700"/>
              <a:gd name="connsiteY185" fmla="*/ 102870 h 622082"/>
              <a:gd name="connsiteX186" fmla="*/ 312420 w 901700"/>
              <a:gd name="connsiteY186" fmla="*/ 100965 h 622082"/>
              <a:gd name="connsiteX187" fmla="*/ 316865 w 901700"/>
              <a:gd name="connsiteY187" fmla="*/ 95885 h 622082"/>
              <a:gd name="connsiteX188" fmla="*/ 357505 w 901700"/>
              <a:gd name="connsiteY188" fmla="*/ 62865 h 622082"/>
              <a:gd name="connsiteX189" fmla="*/ 362585 w 901700"/>
              <a:gd name="connsiteY189" fmla="*/ 62230 h 622082"/>
              <a:gd name="connsiteX190" fmla="*/ 395605 w 901700"/>
              <a:gd name="connsiteY190" fmla="*/ 82550 h 622082"/>
              <a:gd name="connsiteX191" fmla="*/ 435610 w 901700"/>
              <a:gd name="connsiteY191" fmla="*/ 120650 h 622082"/>
              <a:gd name="connsiteX192" fmla="*/ 436245 w 901700"/>
              <a:gd name="connsiteY192" fmla="*/ 121285 h 622082"/>
              <a:gd name="connsiteX193" fmla="*/ 444500 w 901700"/>
              <a:gd name="connsiteY193" fmla="*/ 122555 h 622082"/>
              <a:gd name="connsiteX194" fmla="*/ 442595 w 901700"/>
              <a:gd name="connsiteY194" fmla="*/ 119380 h 622082"/>
              <a:gd name="connsiteX195" fmla="*/ 417195 w 901700"/>
              <a:gd name="connsiteY195" fmla="*/ 81280 h 622082"/>
              <a:gd name="connsiteX196" fmla="*/ 387350 w 901700"/>
              <a:gd name="connsiteY196" fmla="*/ 51435 h 622082"/>
              <a:gd name="connsiteX197" fmla="*/ 386080 w 901700"/>
              <a:gd name="connsiteY197" fmla="*/ 50165 h 622082"/>
              <a:gd name="connsiteX198" fmla="*/ 386080 w 901700"/>
              <a:gd name="connsiteY198" fmla="*/ 49530 h 622082"/>
              <a:gd name="connsiteX199" fmla="*/ 400050 w 901700"/>
              <a:gd name="connsiteY199" fmla="*/ 45085 h 622082"/>
              <a:gd name="connsiteX200" fmla="*/ 445770 w 901700"/>
              <a:gd name="connsiteY200" fmla="*/ 41275 h 622082"/>
              <a:gd name="connsiteX201" fmla="*/ 436880 w 901700"/>
              <a:gd name="connsiteY201" fmla="*/ 16510 h 622082"/>
              <a:gd name="connsiteX202" fmla="*/ 249555 w 901700"/>
              <a:gd name="connsiteY202" fmla="*/ 202565 h 622082"/>
              <a:gd name="connsiteX203" fmla="*/ 435610 w 901700"/>
              <a:gd name="connsiteY203" fmla="*/ 389255 h 622082"/>
              <a:gd name="connsiteX204" fmla="*/ 622300 w 901700"/>
              <a:gd name="connsiteY204" fmla="*/ 203200 h 622082"/>
              <a:gd name="connsiteX205" fmla="*/ 436880 w 901700"/>
              <a:gd name="connsiteY205" fmla="*/ 16510 h 622082"/>
              <a:gd name="connsiteX206" fmla="*/ 436245 w 901700"/>
              <a:gd name="connsiteY206" fmla="*/ 0 h 622082"/>
              <a:gd name="connsiteX207" fmla="*/ 639445 w 901700"/>
              <a:gd name="connsiteY207" fmla="*/ 203200 h 622082"/>
              <a:gd name="connsiteX208" fmla="*/ 435610 w 901700"/>
              <a:gd name="connsiteY208" fmla="*/ 406400 h 622082"/>
              <a:gd name="connsiteX209" fmla="*/ 232410 w 901700"/>
              <a:gd name="connsiteY209" fmla="*/ 203200 h 622082"/>
              <a:gd name="connsiteX210" fmla="*/ 436245 w 901700"/>
              <a:gd name="connsiteY210" fmla="*/ 0 h 62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901700" h="622082">
                <a:moveTo>
                  <a:pt x="581026" y="523240"/>
                </a:moveTo>
                <a:lnTo>
                  <a:pt x="581026" y="592455"/>
                </a:lnTo>
                <a:cubicBezTo>
                  <a:pt x="582295" y="593090"/>
                  <a:pt x="582931" y="593090"/>
                  <a:pt x="583566" y="593090"/>
                </a:cubicBezTo>
                <a:cubicBezTo>
                  <a:pt x="608966" y="593090"/>
                  <a:pt x="635001" y="593090"/>
                  <a:pt x="660401" y="593090"/>
                </a:cubicBezTo>
                <a:cubicBezTo>
                  <a:pt x="668656" y="593090"/>
                  <a:pt x="675006" y="587375"/>
                  <a:pt x="675006" y="578485"/>
                </a:cubicBezTo>
                <a:cubicBezTo>
                  <a:pt x="675006" y="564515"/>
                  <a:pt x="675006" y="551180"/>
                  <a:pt x="675006" y="537210"/>
                </a:cubicBezTo>
                <a:cubicBezTo>
                  <a:pt x="675006" y="529590"/>
                  <a:pt x="668656" y="523240"/>
                  <a:pt x="660401" y="523240"/>
                </a:cubicBezTo>
                <a:cubicBezTo>
                  <a:pt x="635001" y="523240"/>
                  <a:pt x="608966" y="523240"/>
                  <a:pt x="582931" y="523240"/>
                </a:cubicBezTo>
                <a:cubicBezTo>
                  <a:pt x="582295" y="523240"/>
                  <a:pt x="581661" y="523240"/>
                  <a:pt x="581026" y="523240"/>
                </a:cubicBezTo>
                <a:close/>
                <a:moveTo>
                  <a:pt x="400050" y="521970"/>
                </a:moveTo>
                <a:cubicBezTo>
                  <a:pt x="394335" y="522605"/>
                  <a:pt x="389890" y="525145"/>
                  <a:pt x="387350" y="530860"/>
                </a:cubicBezTo>
                <a:cubicBezTo>
                  <a:pt x="386080" y="532765"/>
                  <a:pt x="386080" y="535305"/>
                  <a:pt x="386080" y="537845"/>
                </a:cubicBezTo>
                <a:cubicBezTo>
                  <a:pt x="386080" y="550545"/>
                  <a:pt x="386080" y="563880"/>
                  <a:pt x="386080" y="575945"/>
                </a:cubicBezTo>
                <a:cubicBezTo>
                  <a:pt x="386080" y="577850"/>
                  <a:pt x="386080" y="579755"/>
                  <a:pt x="386715" y="581660"/>
                </a:cubicBezTo>
                <a:cubicBezTo>
                  <a:pt x="388620" y="588010"/>
                  <a:pt x="393700" y="592455"/>
                  <a:pt x="400685" y="592455"/>
                </a:cubicBezTo>
                <a:cubicBezTo>
                  <a:pt x="412115" y="592455"/>
                  <a:pt x="424180" y="592455"/>
                  <a:pt x="436245" y="592455"/>
                </a:cubicBezTo>
                <a:lnTo>
                  <a:pt x="455295" y="592455"/>
                </a:lnTo>
                <a:cubicBezTo>
                  <a:pt x="461010" y="592455"/>
                  <a:pt x="466090" y="592455"/>
                  <a:pt x="471805" y="592455"/>
                </a:cubicBezTo>
                <a:cubicBezTo>
                  <a:pt x="479425" y="591820"/>
                  <a:pt x="485775" y="586105"/>
                  <a:pt x="485775" y="578485"/>
                </a:cubicBezTo>
                <a:cubicBezTo>
                  <a:pt x="486410" y="564515"/>
                  <a:pt x="486410" y="550545"/>
                  <a:pt x="485775" y="535940"/>
                </a:cubicBezTo>
                <a:cubicBezTo>
                  <a:pt x="485775" y="530225"/>
                  <a:pt x="483235" y="525780"/>
                  <a:pt x="477520" y="523240"/>
                </a:cubicBezTo>
                <a:cubicBezTo>
                  <a:pt x="475615" y="521970"/>
                  <a:pt x="473075" y="521970"/>
                  <a:pt x="470535" y="521970"/>
                </a:cubicBezTo>
                <a:cubicBezTo>
                  <a:pt x="447040" y="521970"/>
                  <a:pt x="424815" y="521970"/>
                  <a:pt x="401320" y="521970"/>
                </a:cubicBezTo>
                <a:cubicBezTo>
                  <a:pt x="400685" y="521970"/>
                  <a:pt x="400685" y="521970"/>
                  <a:pt x="400050" y="521970"/>
                </a:cubicBezTo>
                <a:close/>
                <a:moveTo>
                  <a:pt x="808990" y="517525"/>
                </a:moveTo>
                <a:cubicBezTo>
                  <a:pt x="799465" y="535940"/>
                  <a:pt x="789306" y="553720"/>
                  <a:pt x="779145" y="571500"/>
                </a:cubicBezTo>
                <a:cubicBezTo>
                  <a:pt x="784225" y="572135"/>
                  <a:pt x="836931" y="572135"/>
                  <a:pt x="838835" y="571500"/>
                </a:cubicBezTo>
                <a:cubicBezTo>
                  <a:pt x="829310" y="553085"/>
                  <a:pt x="819150" y="535305"/>
                  <a:pt x="808990" y="517525"/>
                </a:cubicBezTo>
                <a:close/>
                <a:moveTo>
                  <a:pt x="31750" y="495299"/>
                </a:moveTo>
                <a:cubicBezTo>
                  <a:pt x="31750" y="495299"/>
                  <a:pt x="31750" y="495299"/>
                  <a:pt x="32385" y="495934"/>
                </a:cubicBezTo>
                <a:lnTo>
                  <a:pt x="32385" y="498474"/>
                </a:lnTo>
                <a:lnTo>
                  <a:pt x="32385" y="534669"/>
                </a:lnTo>
                <a:cubicBezTo>
                  <a:pt x="32385" y="535939"/>
                  <a:pt x="32385" y="536574"/>
                  <a:pt x="32385" y="537209"/>
                </a:cubicBezTo>
                <a:cubicBezTo>
                  <a:pt x="33020" y="541019"/>
                  <a:pt x="35560" y="543559"/>
                  <a:pt x="38735" y="543559"/>
                </a:cubicBezTo>
                <a:cubicBezTo>
                  <a:pt x="39370" y="543559"/>
                  <a:pt x="40640" y="543559"/>
                  <a:pt x="41275" y="543559"/>
                </a:cubicBezTo>
                <a:cubicBezTo>
                  <a:pt x="69215" y="543559"/>
                  <a:pt x="96520" y="543559"/>
                  <a:pt x="123825" y="543559"/>
                </a:cubicBezTo>
                <a:cubicBezTo>
                  <a:pt x="127000" y="543559"/>
                  <a:pt x="130175" y="544194"/>
                  <a:pt x="132715" y="544829"/>
                </a:cubicBezTo>
                <a:cubicBezTo>
                  <a:pt x="144145" y="547369"/>
                  <a:pt x="151765" y="556259"/>
                  <a:pt x="151130" y="568959"/>
                </a:cubicBezTo>
                <a:cubicBezTo>
                  <a:pt x="151765" y="577849"/>
                  <a:pt x="151765" y="586104"/>
                  <a:pt x="151130" y="594994"/>
                </a:cubicBezTo>
                <a:cubicBezTo>
                  <a:pt x="151130" y="608964"/>
                  <a:pt x="141605" y="619124"/>
                  <a:pt x="128905" y="621664"/>
                </a:cubicBezTo>
                <a:cubicBezTo>
                  <a:pt x="127000" y="621664"/>
                  <a:pt x="125095" y="621664"/>
                  <a:pt x="123825" y="621664"/>
                </a:cubicBezTo>
                <a:cubicBezTo>
                  <a:pt x="83185" y="621664"/>
                  <a:pt x="43180" y="621664"/>
                  <a:pt x="2540" y="621664"/>
                </a:cubicBezTo>
                <a:cubicBezTo>
                  <a:pt x="1905" y="621664"/>
                  <a:pt x="1270" y="621664"/>
                  <a:pt x="0" y="621664"/>
                </a:cubicBezTo>
                <a:cubicBezTo>
                  <a:pt x="5715" y="612139"/>
                  <a:pt x="10160" y="603884"/>
                  <a:pt x="15875" y="594994"/>
                </a:cubicBezTo>
                <a:lnTo>
                  <a:pt x="19685" y="594994"/>
                </a:lnTo>
                <a:lnTo>
                  <a:pt x="112395" y="594994"/>
                </a:lnTo>
                <a:cubicBezTo>
                  <a:pt x="113030" y="594994"/>
                  <a:pt x="113665" y="594994"/>
                  <a:pt x="114935" y="594994"/>
                </a:cubicBezTo>
                <a:cubicBezTo>
                  <a:pt x="118745" y="594994"/>
                  <a:pt x="121285" y="592454"/>
                  <a:pt x="121285" y="588644"/>
                </a:cubicBezTo>
                <a:cubicBezTo>
                  <a:pt x="121920" y="584834"/>
                  <a:pt x="121285" y="580389"/>
                  <a:pt x="121285" y="575944"/>
                </a:cubicBezTo>
                <a:cubicBezTo>
                  <a:pt x="121285" y="574039"/>
                  <a:pt x="121285" y="572769"/>
                  <a:pt x="121285" y="570864"/>
                </a:cubicBezTo>
                <a:lnTo>
                  <a:pt x="117475" y="570864"/>
                </a:lnTo>
                <a:cubicBezTo>
                  <a:pt x="88265" y="570864"/>
                  <a:pt x="60325" y="570864"/>
                  <a:pt x="31115" y="570864"/>
                </a:cubicBezTo>
                <a:cubicBezTo>
                  <a:pt x="27305" y="570864"/>
                  <a:pt x="22225" y="570229"/>
                  <a:pt x="17780" y="568324"/>
                </a:cubicBezTo>
                <a:cubicBezTo>
                  <a:pt x="8890" y="563244"/>
                  <a:pt x="3175" y="556259"/>
                  <a:pt x="3175" y="545464"/>
                </a:cubicBezTo>
                <a:cubicBezTo>
                  <a:pt x="2540" y="537209"/>
                  <a:pt x="2540" y="529589"/>
                  <a:pt x="3175" y="521969"/>
                </a:cubicBezTo>
                <a:cubicBezTo>
                  <a:pt x="3810" y="506094"/>
                  <a:pt x="16510" y="494664"/>
                  <a:pt x="31750" y="495299"/>
                </a:cubicBezTo>
                <a:close/>
                <a:moveTo>
                  <a:pt x="94933" y="494823"/>
                </a:moveTo>
                <a:cubicBezTo>
                  <a:pt x="119539" y="494823"/>
                  <a:pt x="144463" y="494981"/>
                  <a:pt x="146685" y="495299"/>
                </a:cubicBezTo>
                <a:cubicBezTo>
                  <a:pt x="140970" y="503554"/>
                  <a:pt x="136525" y="511174"/>
                  <a:pt x="130810" y="519429"/>
                </a:cubicBezTo>
                <a:lnTo>
                  <a:pt x="60325" y="519429"/>
                </a:lnTo>
                <a:cubicBezTo>
                  <a:pt x="55245" y="511809"/>
                  <a:pt x="50165" y="503554"/>
                  <a:pt x="45085" y="495299"/>
                </a:cubicBezTo>
                <a:cubicBezTo>
                  <a:pt x="46038" y="494981"/>
                  <a:pt x="70327" y="494823"/>
                  <a:pt x="94933" y="494823"/>
                </a:cubicBezTo>
                <a:close/>
                <a:moveTo>
                  <a:pt x="791845" y="494665"/>
                </a:moveTo>
                <a:cubicBezTo>
                  <a:pt x="803275" y="494665"/>
                  <a:pt x="815975" y="494665"/>
                  <a:pt x="828040" y="494665"/>
                </a:cubicBezTo>
                <a:cubicBezTo>
                  <a:pt x="829945" y="494665"/>
                  <a:pt x="830581" y="495300"/>
                  <a:pt x="831850" y="497205"/>
                </a:cubicBezTo>
                <a:cubicBezTo>
                  <a:pt x="854075" y="537210"/>
                  <a:pt x="876300" y="577850"/>
                  <a:pt x="899160" y="617855"/>
                </a:cubicBezTo>
                <a:cubicBezTo>
                  <a:pt x="899795" y="618490"/>
                  <a:pt x="899795" y="619125"/>
                  <a:pt x="901700" y="620395"/>
                </a:cubicBezTo>
                <a:lnTo>
                  <a:pt x="868045" y="620395"/>
                </a:lnTo>
                <a:cubicBezTo>
                  <a:pt x="867410" y="619125"/>
                  <a:pt x="866140" y="617855"/>
                  <a:pt x="865506" y="616585"/>
                </a:cubicBezTo>
                <a:cubicBezTo>
                  <a:pt x="862331" y="612140"/>
                  <a:pt x="859790" y="606425"/>
                  <a:pt x="856615" y="601345"/>
                </a:cubicBezTo>
                <a:cubicBezTo>
                  <a:pt x="855345" y="598805"/>
                  <a:pt x="854075" y="597535"/>
                  <a:pt x="850900" y="597535"/>
                </a:cubicBezTo>
                <a:cubicBezTo>
                  <a:pt x="833756" y="598170"/>
                  <a:pt x="815975" y="598170"/>
                  <a:pt x="798831" y="598170"/>
                </a:cubicBezTo>
                <a:cubicBezTo>
                  <a:pt x="798195" y="598170"/>
                  <a:pt x="797560" y="597535"/>
                  <a:pt x="796925" y="598170"/>
                </a:cubicBezTo>
                <a:cubicBezTo>
                  <a:pt x="795020" y="598170"/>
                  <a:pt x="794385" y="597535"/>
                  <a:pt x="793750" y="596265"/>
                </a:cubicBezTo>
                <a:cubicBezTo>
                  <a:pt x="789940" y="589280"/>
                  <a:pt x="785495" y="582930"/>
                  <a:pt x="781050" y="575945"/>
                </a:cubicBezTo>
                <a:cubicBezTo>
                  <a:pt x="780415" y="575310"/>
                  <a:pt x="779781" y="574675"/>
                  <a:pt x="779145" y="573405"/>
                </a:cubicBezTo>
                <a:cubicBezTo>
                  <a:pt x="778510" y="574040"/>
                  <a:pt x="777875" y="575310"/>
                  <a:pt x="777240" y="575945"/>
                </a:cubicBezTo>
                <a:cubicBezTo>
                  <a:pt x="769620" y="589915"/>
                  <a:pt x="762000" y="604520"/>
                  <a:pt x="753745" y="617855"/>
                </a:cubicBezTo>
                <a:cubicBezTo>
                  <a:pt x="753110" y="619760"/>
                  <a:pt x="751840" y="621030"/>
                  <a:pt x="749300" y="620395"/>
                </a:cubicBezTo>
                <a:cubicBezTo>
                  <a:pt x="739775" y="620395"/>
                  <a:pt x="731520" y="620395"/>
                  <a:pt x="721995" y="620395"/>
                </a:cubicBezTo>
                <a:cubicBezTo>
                  <a:pt x="720725" y="620395"/>
                  <a:pt x="720090" y="620395"/>
                  <a:pt x="718820" y="620395"/>
                </a:cubicBezTo>
                <a:cubicBezTo>
                  <a:pt x="719456" y="619760"/>
                  <a:pt x="719456" y="618490"/>
                  <a:pt x="720090" y="617855"/>
                </a:cubicBezTo>
                <a:cubicBezTo>
                  <a:pt x="742950" y="577850"/>
                  <a:pt x="764540" y="537845"/>
                  <a:pt x="787400" y="497205"/>
                </a:cubicBezTo>
                <a:cubicBezTo>
                  <a:pt x="788670" y="495300"/>
                  <a:pt x="789306" y="494665"/>
                  <a:pt x="791845" y="494665"/>
                </a:cubicBezTo>
                <a:close/>
                <a:moveTo>
                  <a:pt x="551181" y="494665"/>
                </a:moveTo>
                <a:cubicBezTo>
                  <a:pt x="552451" y="494665"/>
                  <a:pt x="553720" y="494665"/>
                  <a:pt x="554991" y="494665"/>
                </a:cubicBezTo>
                <a:lnTo>
                  <a:pt x="645795" y="494665"/>
                </a:lnTo>
                <a:cubicBezTo>
                  <a:pt x="650876" y="494665"/>
                  <a:pt x="654686" y="494665"/>
                  <a:pt x="659766" y="494665"/>
                </a:cubicBezTo>
                <a:cubicBezTo>
                  <a:pt x="673101" y="495300"/>
                  <a:pt x="683895" y="499110"/>
                  <a:pt x="692151" y="508000"/>
                </a:cubicBezTo>
                <a:cubicBezTo>
                  <a:pt x="700406" y="516890"/>
                  <a:pt x="704851" y="527685"/>
                  <a:pt x="704851" y="539750"/>
                </a:cubicBezTo>
                <a:cubicBezTo>
                  <a:pt x="704851" y="552450"/>
                  <a:pt x="704851" y="563880"/>
                  <a:pt x="704851" y="576580"/>
                </a:cubicBezTo>
                <a:cubicBezTo>
                  <a:pt x="704216" y="598170"/>
                  <a:pt x="690245" y="615315"/>
                  <a:pt x="669291" y="620395"/>
                </a:cubicBezTo>
                <a:cubicBezTo>
                  <a:pt x="666751" y="621030"/>
                  <a:pt x="663576" y="621030"/>
                  <a:pt x="660401" y="621030"/>
                </a:cubicBezTo>
                <a:cubicBezTo>
                  <a:pt x="625476" y="621030"/>
                  <a:pt x="589916" y="621030"/>
                  <a:pt x="554356" y="621030"/>
                </a:cubicBezTo>
                <a:cubicBezTo>
                  <a:pt x="553086" y="621030"/>
                  <a:pt x="552451" y="621030"/>
                  <a:pt x="551181" y="621030"/>
                </a:cubicBezTo>
                <a:close/>
                <a:moveTo>
                  <a:pt x="401955" y="494665"/>
                </a:moveTo>
                <a:cubicBezTo>
                  <a:pt x="424815" y="494665"/>
                  <a:pt x="447040" y="494665"/>
                  <a:pt x="469900" y="494665"/>
                </a:cubicBezTo>
                <a:cubicBezTo>
                  <a:pt x="486410" y="494665"/>
                  <a:pt x="499745" y="501650"/>
                  <a:pt x="508635" y="514985"/>
                </a:cubicBezTo>
                <a:cubicBezTo>
                  <a:pt x="513080" y="522605"/>
                  <a:pt x="515620" y="530225"/>
                  <a:pt x="515620" y="539115"/>
                </a:cubicBezTo>
                <a:cubicBezTo>
                  <a:pt x="515620" y="551180"/>
                  <a:pt x="515620" y="564515"/>
                  <a:pt x="515620" y="576580"/>
                </a:cubicBezTo>
                <a:cubicBezTo>
                  <a:pt x="515620" y="598170"/>
                  <a:pt x="499745" y="616585"/>
                  <a:pt x="478790" y="619760"/>
                </a:cubicBezTo>
                <a:cubicBezTo>
                  <a:pt x="476250" y="620395"/>
                  <a:pt x="473075" y="620395"/>
                  <a:pt x="469900" y="620395"/>
                </a:cubicBezTo>
                <a:cubicBezTo>
                  <a:pt x="459105" y="620395"/>
                  <a:pt x="447040" y="620395"/>
                  <a:pt x="435610" y="620395"/>
                </a:cubicBezTo>
                <a:cubicBezTo>
                  <a:pt x="424180" y="620395"/>
                  <a:pt x="411480" y="621030"/>
                  <a:pt x="399415" y="620395"/>
                </a:cubicBezTo>
                <a:cubicBezTo>
                  <a:pt x="385445" y="620395"/>
                  <a:pt x="372745" y="614045"/>
                  <a:pt x="364490" y="602615"/>
                </a:cubicBezTo>
                <a:cubicBezTo>
                  <a:pt x="359410" y="594360"/>
                  <a:pt x="356235" y="586105"/>
                  <a:pt x="356235" y="575945"/>
                </a:cubicBezTo>
                <a:cubicBezTo>
                  <a:pt x="356235" y="563880"/>
                  <a:pt x="356235" y="551180"/>
                  <a:pt x="356235" y="539750"/>
                </a:cubicBezTo>
                <a:cubicBezTo>
                  <a:pt x="356870" y="516890"/>
                  <a:pt x="372110" y="499110"/>
                  <a:pt x="393700" y="495300"/>
                </a:cubicBezTo>
                <a:cubicBezTo>
                  <a:pt x="396240" y="495300"/>
                  <a:pt x="399415" y="494665"/>
                  <a:pt x="401955" y="494665"/>
                </a:cubicBezTo>
                <a:close/>
                <a:moveTo>
                  <a:pt x="307975" y="494665"/>
                </a:moveTo>
                <a:cubicBezTo>
                  <a:pt x="319405" y="494665"/>
                  <a:pt x="330835" y="494665"/>
                  <a:pt x="342265" y="494665"/>
                </a:cubicBezTo>
                <a:lnTo>
                  <a:pt x="345440" y="494665"/>
                </a:lnTo>
                <a:lnTo>
                  <a:pt x="345440" y="496570"/>
                </a:lnTo>
                <a:cubicBezTo>
                  <a:pt x="324485" y="517525"/>
                  <a:pt x="302895" y="538480"/>
                  <a:pt x="281305" y="560070"/>
                </a:cubicBezTo>
                <a:cubicBezTo>
                  <a:pt x="302260" y="580390"/>
                  <a:pt x="323850" y="600710"/>
                  <a:pt x="344805" y="621030"/>
                </a:cubicBezTo>
                <a:cubicBezTo>
                  <a:pt x="344170" y="621665"/>
                  <a:pt x="344170" y="621665"/>
                  <a:pt x="344170" y="621665"/>
                </a:cubicBezTo>
                <a:lnTo>
                  <a:pt x="341630" y="621665"/>
                </a:lnTo>
                <a:cubicBezTo>
                  <a:pt x="330200" y="621665"/>
                  <a:pt x="318770" y="621665"/>
                  <a:pt x="307340" y="621665"/>
                </a:cubicBezTo>
                <a:cubicBezTo>
                  <a:pt x="304800" y="621665"/>
                  <a:pt x="303530" y="621665"/>
                  <a:pt x="302260" y="619760"/>
                </a:cubicBezTo>
                <a:cubicBezTo>
                  <a:pt x="287020" y="605155"/>
                  <a:pt x="271780" y="589915"/>
                  <a:pt x="256540" y="575310"/>
                </a:cubicBezTo>
                <a:cubicBezTo>
                  <a:pt x="254635" y="573405"/>
                  <a:pt x="252730" y="572770"/>
                  <a:pt x="250190" y="572770"/>
                </a:cubicBezTo>
                <a:cubicBezTo>
                  <a:pt x="238760" y="572770"/>
                  <a:pt x="227965" y="572770"/>
                  <a:pt x="217170" y="572770"/>
                </a:cubicBezTo>
                <a:lnTo>
                  <a:pt x="213995" y="572770"/>
                </a:lnTo>
                <a:lnTo>
                  <a:pt x="213995" y="621030"/>
                </a:lnTo>
                <a:cubicBezTo>
                  <a:pt x="211455" y="622300"/>
                  <a:pt x="187325" y="622300"/>
                  <a:pt x="184785" y="621665"/>
                </a:cubicBezTo>
                <a:lnTo>
                  <a:pt x="184785" y="495935"/>
                </a:lnTo>
                <a:lnTo>
                  <a:pt x="213995" y="495935"/>
                </a:lnTo>
                <a:cubicBezTo>
                  <a:pt x="213995" y="499745"/>
                  <a:pt x="213995" y="503555"/>
                  <a:pt x="213995" y="507365"/>
                </a:cubicBezTo>
                <a:cubicBezTo>
                  <a:pt x="213995" y="511175"/>
                  <a:pt x="213995" y="515620"/>
                  <a:pt x="213995" y="519430"/>
                </a:cubicBezTo>
                <a:cubicBezTo>
                  <a:pt x="213995" y="523240"/>
                  <a:pt x="213995" y="527050"/>
                  <a:pt x="213995" y="531495"/>
                </a:cubicBezTo>
                <a:lnTo>
                  <a:pt x="213995" y="542925"/>
                </a:lnTo>
                <a:cubicBezTo>
                  <a:pt x="214630" y="542925"/>
                  <a:pt x="215265" y="543560"/>
                  <a:pt x="215900" y="543560"/>
                </a:cubicBezTo>
                <a:cubicBezTo>
                  <a:pt x="228600" y="543560"/>
                  <a:pt x="241300" y="543560"/>
                  <a:pt x="254000" y="543560"/>
                </a:cubicBezTo>
                <a:cubicBezTo>
                  <a:pt x="255270" y="543560"/>
                  <a:pt x="256540" y="542925"/>
                  <a:pt x="257175" y="541655"/>
                </a:cubicBezTo>
                <a:cubicBezTo>
                  <a:pt x="272415" y="527050"/>
                  <a:pt x="287655" y="511810"/>
                  <a:pt x="302895" y="497205"/>
                </a:cubicBezTo>
                <a:cubicBezTo>
                  <a:pt x="304165" y="495300"/>
                  <a:pt x="306070" y="494665"/>
                  <a:pt x="307975" y="494665"/>
                </a:cubicBezTo>
                <a:close/>
                <a:moveTo>
                  <a:pt x="463550" y="220345"/>
                </a:moveTo>
                <a:cubicBezTo>
                  <a:pt x="452755" y="220345"/>
                  <a:pt x="443865" y="228600"/>
                  <a:pt x="443230" y="240030"/>
                </a:cubicBezTo>
                <a:cubicBezTo>
                  <a:pt x="443230" y="250825"/>
                  <a:pt x="452755" y="260350"/>
                  <a:pt x="463550" y="260350"/>
                </a:cubicBezTo>
                <a:cubicBezTo>
                  <a:pt x="474345" y="260350"/>
                  <a:pt x="483235" y="251460"/>
                  <a:pt x="483235" y="240030"/>
                </a:cubicBezTo>
                <a:cubicBezTo>
                  <a:pt x="483235" y="229235"/>
                  <a:pt x="474345" y="220345"/>
                  <a:pt x="463550" y="220345"/>
                </a:cubicBezTo>
                <a:close/>
                <a:moveTo>
                  <a:pt x="445770" y="41275"/>
                </a:moveTo>
                <a:cubicBezTo>
                  <a:pt x="449580" y="41275"/>
                  <a:pt x="452755" y="42545"/>
                  <a:pt x="455930" y="45085"/>
                </a:cubicBezTo>
                <a:cubicBezTo>
                  <a:pt x="476250" y="62865"/>
                  <a:pt x="492125" y="83185"/>
                  <a:pt x="502920" y="107950"/>
                </a:cubicBezTo>
                <a:cubicBezTo>
                  <a:pt x="509905" y="123190"/>
                  <a:pt x="514350" y="139700"/>
                  <a:pt x="516890" y="156845"/>
                </a:cubicBezTo>
                <a:cubicBezTo>
                  <a:pt x="518795" y="167640"/>
                  <a:pt x="519430" y="179705"/>
                  <a:pt x="518795" y="191135"/>
                </a:cubicBezTo>
                <a:cubicBezTo>
                  <a:pt x="518160" y="219710"/>
                  <a:pt x="512445" y="247650"/>
                  <a:pt x="502285" y="274955"/>
                </a:cubicBezTo>
                <a:cubicBezTo>
                  <a:pt x="501650" y="275590"/>
                  <a:pt x="501650" y="276860"/>
                  <a:pt x="501015" y="277495"/>
                </a:cubicBezTo>
                <a:cubicBezTo>
                  <a:pt x="501650" y="278130"/>
                  <a:pt x="502285" y="278130"/>
                  <a:pt x="502920" y="278130"/>
                </a:cubicBezTo>
                <a:cubicBezTo>
                  <a:pt x="506730" y="278130"/>
                  <a:pt x="510540" y="278130"/>
                  <a:pt x="514985" y="278130"/>
                </a:cubicBezTo>
                <a:cubicBezTo>
                  <a:pt x="516890" y="278130"/>
                  <a:pt x="517525" y="277495"/>
                  <a:pt x="518160" y="276225"/>
                </a:cubicBezTo>
                <a:cubicBezTo>
                  <a:pt x="519430" y="272415"/>
                  <a:pt x="520700" y="269240"/>
                  <a:pt x="521970" y="265430"/>
                </a:cubicBezTo>
                <a:cubicBezTo>
                  <a:pt x="541020" y="267970"/>
                  <a:pt x="557530" y="276860"/>
                  <a:pt x="570865" y="290195"/>
                </a:cubicBezTo>
                <a:cubicBezTo>
                  <a:pt x="557530" y="304165"/>
                  <a:pt x="541020" y="312420"/>
                  <a:pt x="521970" y="314960"/>
                </a:cubicBezTo>
                <a:cubicBezTo>
                  <a:pt x="520065" y="311785"/>
                  <a:pt x="518795" y="307340"/>
                  <a:pt x="516890" y="302895"/>
                </a:cubicBezTo>
                <a:lnTo>
                  <a:pt x="513715" y="302895"/>
                </a:lnTo>
                <a:cubicBezTo>
                  <a:pt x="466090" y="302895"/>
                  <a:pt x="417195" y="302895"/>
                  <a:pt x="368935" y="302895"/>
                </a:cubicBezTo>
                <a:cubicBezTo>
                  <a:pt x="367030" y="302895"/>
                  <a:pt x="365125" y="303530"/>
                  <a:pt x="363855" y="304800"/>
                </a:cubicBezTo>
                <a:cubicBezTo>
                  <a:pt x="357505" y="307340"/>
                  <a:pt x="352425" y="310515"/>
                  <a:pt x="346710" y="313690"/>
                </a:cubicBezTo>
                <a:cubicBezTo>
                  <a:pt x="344170" y="314960"/>
                  <a:pt x="341630" y="315595"/>
                  <a:pt x="338455" y="315595"/>
                </a:cubicBezTo>
                <a:cubicBezTo>
                  <a:pt x="332740" y="315595"/>
                  <a:pt x="327660" y="315595"/>
                  <a:pt x="321310" y="315595"/>
                </a:cubicBezTo>
                <a:cubicBezTo>
                  <a:pt x="320040" y="315595"/>
                  <a:pt x="319405" y="314960"/>
                  <a:pt x="318135" y="314325"/>
                </a:cubicBezTo>
                <a:cubicBezTo>
                  <a:pt x="306070" y="300355"/>
                  <a:pt x="295910" y="284480"/>
                  <a:pt x="287655" y="267970"/>
                </a:cubicBezTo>
                <a:cubicBezTo>
                  <a:pt x="287655" y="267335"/>
                  <a:pt x="287655" y="266700"/>
                  <a:pt x="287655" y="266065"/>
                </a:cubicBezTo>
                <a:cubicBezTo>
                  <a:pt x="288290" y="266065"/>
                  <a:pt x="288925" y="266065"/>
                  <a:pt x="289560" y="266065"/>
                </a:cubicBezTo>
                <a:cubicBezTo>
                  <a:pt x="304800" y="266065"/>
                  <a:pt x="320040" y="266065"/>
                  <a:pt x="334645" y="266065"/>
                </a:cubicBezTo>
                <a:cubicBezTo>
                  <a:pt x="337185" y="266065"/>
                  <a:pt x="339090" y="266700"/>
                  <a:pt x="340995" y="267335"/>
                </a:cubicBezTo>
                <a:cubicBezTo>
                  <a:pt x="348615" y="271145"/>
                  <a:pt x="356235" y="274320"/>
                  <a:pt x="363855" y="277495"/>
                </a:cubicBezTo>
                <a:cubicBezTo>
                  <a:pt x="365760" y="278765"/>
                  <a:pt x="367030" y="278765"/>
                  <a:pt x="368935" y="278765"/>
                </a:cubicBezTo>
                <a:cubicBezTo>
                  <a:pt x="372110" y="278765"/>
                  <a:pt x="374015" y="278765"/>
                  <a:pt x="377825" y="280035"/>
                </a:cubicBezTo>
                <a:cubicBezTo>
                  <a:pt x="378460" y="280035"/>
                  <a:pt x="379730" y="280035"/>
                  <a:pt x="381000" y="280035"/>
                </a:cubicBezTo>
                <a:cubicBezTo>
                  <a:pt x="380365" y="277495"/>
                  <a:pt x="380365" y="275590"/>
                  <a:pt x="379730" y="273050"/>
                </a:cubicBezTo>
                <a:cubicBezTo>
                  <a:pt x="378460" y="262890"/>
                  <a:pt x="375920" y="252730"/>
                  <a:pt x="371475" y="243205"/>
                </a:cubicBezTo>
                <a:cubicBezTo>
                  <a:pt x="365125" y="227965"/>
                  <a:pt x="353695" y="216535"/>
                  <a:pt x="339725" y="207645"/>
                </a:cubicBezTo>
                <a:cubicBezTo>
                  <a:pt x="326390" y="199390"/>
                  <a:pt x="312420" y="193675"/>
                  <a:pt x="298450" y="189230"/>
                </a:cubicBezTo>
                <a:cubicBezTo>
                  <a:pt x="290830" y="187325"/>
                  <a:pt x="283845" y="185420"/>
                  <a:pt x="276225" y="183515"/>
                </a:cubicBezTo>
                <a:cubicBezTo>
                  <a:pt x="276225" y="182880"/>
                  <a:pt x="276225" y="182245"/>
                  <a:pt x="276225" y="180975"/>
                </a:cubicBezTo>
                <a:cubicBezTo>
                  <a:pt x="279400" y="160655"/>
                  <a:pt x="286385" y="141605"/>
                  <a:pt x="295910" y="124460"/>
                </a:cubicBezTo>
                <a:cubicBezTo>
                  <a:pt x="295910" y="123825"/>
                  <a:pt x="296545" y="123190"/>
                  <a:pt x="297180" y="122555"/>
                </a:cubicBezTo>
                <a:cubicBezTo>
                  <a:pt x="299720" y="123190"/>
                  <a:pt x="302895" y="123825"/>
                  <a:pt x="306070" y="124460"/>
                </a:cubicBezTo>
                <a:cubicBezTo>
                  <a:pt x="325755" y="130175"/>
                  <a:pt x="344805" y="135890"/>
                  <a:pt x="362585" y="145415"/>
                </a:cubicBezTo>
                <a:cubicBezTo>
                  <a:pt x="368300" y="148590"/>
                  <a:pt x="372745" y="151765"/>
                  <a:pt x="377825" y="154940"/>
                </a:cubicBezTo>
                <a:cubicBezTo>
                  <a:pt x="381000" y="156845"/>
                  <a:pt x="381000" y="157480"/>
                  <a:pt x="384810" y="154940"/>
                </a:cubicBezTo>
                <a:cubicBezTo>
                  <a:pt x="384175" y="153670"/>
                  <a:pt x="383540" y="153035"/>
                  <a:pt x="382270" y="151765"/>
                </a:cubicBezTo>
                <a:cubicBezTo>
                  <a:pt x="375285" y="144145"/>
                  <a:pt x="367665" y="138430"/>
                  <a:pt x="359410" y="132080"/>
                </a:cubicBezTo>
                <a:cubicBezTo>
                  <a:pt x="344805" y="120650"/>
                  <a:pt x="330200" y="111760"/>
                  <a:pt x="314960" y="102870"/>
                </a:cubicBezTo>
                <a:cubicBezTo>
                  <a:pt x="314325" y="102235"/>
                  <a:pt x="313055" y="101600"/>
                  <a:pt x="312420" y="100965"/>
                </a:cubicBezTo>
                <a:cubicBezTo>
                  <a:pt x="313690" y="99060"/>
                  <a:pt x="315595" y="97155"/>
                  <a:pt x="316865" y="95885"/>
                </a:cubicBezTo>
                <a:cubicBezTo>
                  <a:pt x="328930" y="82550"/>
                  <a:pt x="342265" y="71755"/>
                  <a:pt x="357505" y="62865"/>
                </a:cubicBezTo>
                <a:cubicBezTo>
                  <a:pt x="359410" y="61595"/>
                  <a:pt x="360680" y="61595"/>
                  <a:pt x="362585" y="62230"/>
                </a:cubicBezTo>
                <a:cubicBezTo>
                  <a:pt x="374650" y="67310"/>
                  <a:pt x="385445" y="74295"/>
                  <a:pt x="395605" y="82550"/>
                </a:cubicBezTo>
                <a:cubicBezTo>
                  <a:pt x="409575" y="93345"/>
                  <a:pt x="423545" y="107315"/>
                  <a:pt x="435610" y="120650"/>
                </a:cubicBezTo>
                <a:lnTo>
                  <a:pt x="436245" y="121285"/>
                </a:lnTo>
                <a:cubicBezTo>
                  <a:pt x="439420" y="124460"/>
                  <a:pt x="440055" y="125095"/>
                  <a:pt x="444500" y="122555"/>
                </a:cubicBezTo>
                <a:cubicBezTo>
                  <a:pt x="443865" y="121285"/>
                  <a:pt x="443230" y="120015"/>
                  <a:pt x="442595" y="119380"/>
                </a:cubicBezTo>
                <a:cubicBezTo>
                  <a:pt x="435610" y="105410"/>
                  <a:pt x="426720" y="92710"/>
                  <a:pt x="417195" y="81280"/>
                </a:cubicBezTo>
                <a:cubicBezTo>
                  <a:pt x="408305" y="70485"/>
                  <a:pt x="398145" y="60960"/>
                  <a:pt x="387350" y="51435"/>
                </a:cubicBezTo>
                <a:cubicBezTo>
                  <a:pt x="387350" y="50800"/>
                  <a:pt x="386715" y="50800"/>
                  <a:pt x="386080" y="50165"/>
                </a:cubicBezTo>
                <a:lnTo>
                  <a:pt x="386080" y="49530"/>
                </a:lnTo>
                <a:cubicBezTo>
                  <a:pt x="391160" y="48260"/>
                  <a:pt x="394970" y="46355"/>
                  <a:pt x="400050" y="45085"/>
                </a:cubicBezTo>
                <a:cubicBezTo>
                  <a:pt x="415290" y="41910"/>
                  <a:pt x="430530" y="40640"/>
                  <a:pt x="445770" y="41275"/>
                </a:cubicBezTo>
                <a:close/>
                <a:moveTo>
                  <a:pt x="436880" y="16510"/>
                </a:moveTo>
                <a:cubicBezTo>
                  <a:pt x="334010" y="16510"/>
                  <a:pt x="250190" y="99695"/>
                  <a:pt x="249555" y="202565"/>
                </a:cubicBezTo>
                <a:cubicBezTo>
                  <a:pt x="249555" y="304800"/>
                  <a:pt x="332105" y="388620"/>
                  <a:pt x="435610" y="389255"/>
                </a:cubicBezTo>
                <a:cubicBezTo>
                  <a:pt x="537845" y="389890"/>
                  <a:pt x="622300" y="306705"/>
                  <a:pt x="622300" y="203200"/>
                </a:cubicBezTo>
                <a:cubicBezTo>
                  <a:pt x="622300" y="99060"/>
                  <a:pt x="537845" y="16510"/>
                  <a:pt x="436880" y="16510"/>
                </a:cubicBezTo>
                <a:close/>
                <a:moveTo>
                  <a:pt x="436245" y="0"/>
                </a:moveTo>
                <a:cubicBezTo>
                  <a:pt x="548005" y="0"/>
                  <a:pt x="639445" y="89535"/>
                  <a:pt x="639445" y="203200"/>
                </a:cubicBezTo>
                <a:cubicBezTo>
                  <a:pt x="639445" y="315595"/>
                  <a:pt x="548640" y="406400"/>
                  <a:pt x="435610" y="406400"/>
                </a:cubicBezTo>
                <a:cubicBezTo>
                  <a:pt x="322580" y="406400"/>
                  <a:pt x="232410" y="315595"/>
                  <a:pt x="232410" y="203200"/>
                </a:cubicBezTo>
                <a:cubicBezTo>
                  <a:pt x="232410" y="90805"/>
                  <a:pt x="323850" y="0"/>
                  <a:pt x="436245"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26" name="VW Nutzfahrzeuge">
            <a:extLst>
              <a:ext uri="{FF2B5EF4-FFF2-40B4-BE49-F238E27FC236}">
                <a16:creationId xmlns:a16="http://schemas.microsoft.com/office/drawing/2014/main" id="{FBCF2B93-DB93-172C-B325-537E28A928EA}"/>
              </a:ext>
            </a:extLst>
          </p:cNvPr>
          <p:cNvSpPr/>
          <p:nvPr userDrawn="1"/>
        </p:nvSpPr>
        <p:spPr>
          <a:xfrm>
            <a:off x="4093210" y="1875154"/>
            <a:ext cx="830581" cy="732791"/>
          </a:xfrm>
          <a:custGeom>
            <a:avLst/>
            <a:gdLst>
              <a:gd name="connsiteX0" fmla="*/ 346710 w 830581"/>
              <a:gd name="connsiteY0" fmla="*/ 681356 h 732791"/>
              <a:gd name="connsiteX1" fmla="*/ 331471 w 830581"/>
              <a:gd name="connsiteY1" fmla="*/ 688341 h 732791"/>
              <a:gd name="connsiteX2" fmla="*/ 339090 w 830581"/>
              <a:gd name="connsiteY2" fmla="*/ 695326 h 732791"/>
              <a:gd name="connsiteX3" fmla="*/ 352425 w 830581"/>
              <a:gd name="connsiteY3" fmla="*/ 691516 h 732791"/>
              <a:gd name="connsiteX4" fmla="*/ 353060 w 830581"/>
              <a:gd name="connsiteY4" fmla="*/ 691516 h 732791"/>
              <a:gd name="connsiteX5" fmla="*/ 353060 w 830581"/>
              <a:gd name="connsiteY5" fmla="*/ 681356 h 732791"/>
              <a:gd name="connsiteX6" fmla="*/ 731521 w 830581"/>
              <a:gd name="connsiteY6" fmla="*/ 659766 h 732791"/>
              <a:gd name="connsiteX7" fmla="*/ 717551 w 830581"/>
              <a:gd name="connsiteY7" fmla="*/ 676911 h 732791"/>
              <a:gd name="connsiteX8" fmla="*/ 731521 w 830581"/>
              <a:gd name="connsiteY8" fmla="*/ 694056 h 732791"/>
              <a:gd name="connsiteX9" fmla="*/ 743586 w 830581"/>
              <a:gd name="connsiteY9" fmla="*/ 690881 h 732791"/>
              <a:gd name="connsiteX10" fmla="*/ 743586 w 830581"/>
              <a:gd name="connsiteY10" fmla="*/ 663576 h 732791"/>
              <a:gd name="connsiteX11" fmla="*/ 731521 w 830581"/>
              <a:gd name="connsiteY11" fmla="*/ 659766 h 732791"/>
              <a:gd name="connsiteX12" fmla="*/ 802641 w 830581"/>
              <a:gd name="connsiteY12" fmla="*/ 657861 h 732791"/>
              <a:gd name="connsiteX13" fmla="*/ 789941 w 830581"/>
              <a:gd name="connsiteY13" fmla="*/ 671831 h 732791"/>
              <a:gd name="connsiteX14" fmla="*/ 815341 w 830581"/>
              <a:gd name="connsiteY14" fmla="*/ 671831 h 732791"/>
              <a:gd name="connsiteX15" fmla="*/ 815341 w 830581"/>
              <a:gd name="connsiteY15" fmla="*/ 669926 h 732791"/>
              <a:gd name="connsiteX16" fmla="*/ 802641 w 830581"/>
              <a:gd name="connsiteY16" fmla="*/ 657861 h 732791"/>
              <a:gd name="connsiteX17" fmla="*/ 590550 w 830581"/>
              <a:gd name="connsiteY17" fmla="*/ 657861 h 732791"/>
              <a:gd name="connsiteX18" fmla="*/ 577850 w 830581"/>
              <a:gd name="connsiteY18" fmla="*/ 671831 h 732791"/>
              <a:gd name="connsiteX19" fmla="*/ 603250 w 830581"/>
              <a:gd name="connsiteY19" fmla="*/ 671831 h 732791"/>
              <a:gd name="connsiteX20" fmla="*/ 603250 w 830581"/>
              <a:gd name="connsiteY20" fmla="*/ 669926 h 732791"/>
              <a:gd name="connsiteX21" fmla="*/ 590550 w 830581"/>
              <a:gd name="connsiteY21" fmla="*/ 657861 h 732791"/>
              <a:gd name="connsiteX22" fmla="*/ 631190 w 830581"/>
              <a:gd name="connsiteY22" fmla="*/ 647700 h 732791"/>
              <a:gd name="connsiteX23" fmla="*/ 647700 w 830581"/>
              <a:gd name="connsiteY23" fmla="*/ 647700 h 732791"/>
              <a:gd name="connsiteX24" fmla="*/ 647700 w 830581"/>
              <a:gd name="connsiteY24" fmla="*/ 683260 h 732791"/>
              <a:gd name="connsiteX25" fmla="*/ 657860 w 830581"/>
              <a:gd name="connsiteY25" fmla="*/ 695325 h 732791"/>
              <a:gd name="connsiteX26" fmla="*/ 670560 w 830581"/>
              <a:gd name="connsiteY26" fmla="*/ 690245 h 732791"/>
              <a:gd name="connsiteX27" fmla="*/ 670560 w 830581"/>
              <a:gd name="connsiteY27" fmla="*/ 647700 h 732791"/>
              <a:gd name="connsiteX28" fmla="*/ 687070 w 830581"/>
              <a:gd name="connsiteY28" fmla="*/ 647700 h 732791"/>
              <a:gd name="connsiteX29" fmla="*/ 687070 w 830581"/>
              <a:gd name="connsiteY29" fmla="*/ 706755 h 732791"/>
              <a:gd name="connsiteX30" fmla="*/ 673735 w 830581"/>
              <a:gd name="connsiteY30" fmla="*/ 706755 h 732791"/>
              <a:gd name="connsiteX31" fmla="*/ 671195 w 830581"/>
              <a:gd name="connsiteY31" fmla="*/ 701040 h 732791"/>
              <a:gd name="connsiteX32" fmla="*/ 652780 w 830581"/>
              <a:gd name="connsiteY32" fmla="*/ 708660 h 732791"/>
              <a:gd name="connsiteX33" fmla="*/ 631190 w 830581"/>
              <a:gd name="connsiteY33" fmla="*/ 685165 h 732791"/>
              <a:gd name="connsiteX34" fmla="*/ 504826 w 830581"/>
              <a:gd name="connsiteY34" fmla="*/ 647700 h 732791"/>
              <a:gd name="connsiteX35" fmla="*/ 551816 w 830581"/>
              <a:gd name="connsiteY35" fmla="*/ 647700 h 732791"/>
              <a:gd name="connsiteX36" fmla="*/ 551816 w 830581"/>
              <a:gd name="connsiteY36" fmla="*/ 656590 h 732791"/>
              <a:gd name="connsiteX37" fmla="*/ 523241 w 830581"/>
              <a:gd name="connsiteY37" fmla="*/ 694055 h 732791"/>
              <a:gd name="connsiteX38" fmla="*/ 551816 w 830581"/>
              <a:gd name="connsiteY38" fmla="*/ 694055 h 732791"/>
              <a:gd name="connsiteX39" fmla="*/ 551816 w 830581"/>
              <a:gd name="connsiteY39" fmla="*/ 706755 h 732791"/>
              <a:gd name="connsiteX40" fmla="*/ 502921 w 830581"/>
              <a:gd name="connsiteY40" fmla="*/ 706755 h 732791"/>
              <a:gd name="connsiteX41" fmla="*/ 502921 w 830581"/>
              <a:gd name="connsiteY41" fmla="*/ 697865 h 732791"/>
              <a:gd name="connsiteX42" fmla="*/ 531496 w 830581"/>
              <a:gd name="connsiteY42" fmla="*/ 660400 h 732791"/>
              <a:gd name="connsiteX43" fmla="*/ 504826 w 830581"/>
              <a:gd name="connsiteY43" fmla="*/ 660400 h 732791"/>
              <a:gd name="connsiteX44" fmla="*/ 211455 w 830581"/>
              <a:gd name="connsiteY44" fmla="*/ 647700 h 732791"/>
              <a:gd name="connsiteX45" fmla="*/ 258445 w 830581"/>
              <a:gd name="connsiteY45" fmla="*/ 647700 h 732791"/>
              <a:gd name="connsiteX46" fmla="*/ 258445 w 830581"/>
              <a:gd name="connsiteY46" fmla="*/ 656590 h 732791"/>
              <a:gd name="connsiteX47" fmla="*/ 229870 w 830581"/>
              <a:gd name="connsiteY47" fmla="*/ 694055 h 732791"/>
              <a:gd name="connsiteX48" fmla="*/ 258445 w 830581"/>
              <a:gd name="connsiteY48" fmla="*/ 694055 h 732791"/>
              <a:gd name="connsiteX49" fmla="*/ 258445 w 830581"/>
              <a:gd name="connsiteY49" fmla="*/ 706755 h 732791"/>
              <a:gd name="connsiteX50" fmla="*/ 209550 w 830581"/>
              <a:gd name="connsiteY50" fmla="*/ 706755 h 732791"/>
              <a:gd name="connsiteX51" fmla="*/ 209550 w 830581"/>
              <a:gd name="connsiteY51" fmla="*/ 697865 h 732791"/>
              <a:gd name="connsiteX52" fmla="*/ 238125 w 830581"/>
              <a:gd name="connsiteY52" fmla="*/ 660400 h 732791"/>
              <a:gd name="connsiteX53" fmla="*/ 211455 w 830581"/>
              <a:gd name="connsiteY53" fmla="*/ 660400 h 732791"/>
              <a:gd name="connsiteX54" fmla="*/ 88900 w 830581"/>
              <a:gd name="connsiteY54" fmla="*/ 647700 h 732791"/>
              <a:gd name="connsiteX55" fmla="*/ 105410 w 830581"/>
              <a:gd name="connsiteY55" fmla="*/ 647700 h 732791"/>
              <a:gd name="connsiteX56" fmla="*/ 105410 w 830581"/>
              <a:gd name="connsiteY56" fmla="*/ 683260 h 732791"/>
              <a:gd name="connsiteX57" fmla="*/ 115570 w 830581"/>
              <a:gd name="connsiteY57" fmla="*/ 695325 h 732791"/>
              <a:gd name="connsiteX58" fmla="*/ 128270 w 830581"/>
              <a:gd name="connsiteY58" fmla="*/ 690245 h 732791"/>
              <a:gd name="connsiteX59" fmla="*/ 128270 w 830581"/>
              <a:gd name="connsiteY59" fmla="*/ 647700 h 732791"/>
              <a:gd name="connsiteX60" fmla="*/ 144780 w 830581"/>
              <a:gd name="connsiteY60" fmla="*/ 647700 h 732791"/>
              <a:gd name="connsiteX61" fmla="*/ 144780 w 830581"/>
              <a:gd name="connsiteY61" fmla="*/ 706755 h 732791"/>
              <a:gd name="connsiteX62" fmla="*/ 131445 w 830581"/>
              <a:gd name="connsiteY62" fmla="*/ 706755 h 732791"/>
              <a:gd name="connsiteX63" fmla="*/ 128905 w 830581"/>
              <a:gd name="connsiteY63" fmla="*/ 701040 h 732791"/>
              <a:gd name="connsiteX64" fmla="*/ 110490 w 830581"/>
              <a:gd name="connsiteY64" fmla="*/ 708660 h 732791"/>
              <a:gd name="connsiteX65" fmla="*/ 88900 w 830581"/>
              <a:gd name="connsiteY65" fmla="*/ 685165 h 732791"/>
              <a:gd name="connsiteX66" fmla="*/ 802641 w 830581"/>
              <a:gd name="connsiteY66" fmla="*/ 645796 h 732791"/>
              <a:gd name="connsiteX67" fmla="*/ 830581 w 830581"/>
              <a:gd name="connsiteY67" fmla="*/ 671196 h 732791"/>
              <a:gd name="connsiteX68" fmla="*/ 829310 w 830581"/>
              <a:gd name="connsiteY68" fmla="*/ 681991 h 732791"/>
              <a:gd name="connsiteX69" fmla="*/ 789306 w 830581"/>
              <a:gd name="connsiteY69" fmla="*/ 681991 h 732791"/>
              <a:gd name="connsiteX70" fmla="*/ 804546 w 830581"/>
              <a:gd name="connsiteY70" fmla="*/ 695326 h 732791"/>
              <a:gd name="connsiteX71" fmla="*/ 823596 w 830581"/>
              <a:gd name="connsiteY71" fmla="*/ 691516 h 732791"/>
              <a:gd name="connsiteX72" fmla="*/ 827406 w 830581"/>
              <a:gd name="connsiteY72" fmla="*/ 703581 h 732791"/>
              <a:gd name="connsiteX73" fmla="*/ 803276 w 830581"/>
              <a:gd name="connsiteY73" fmla="*/ 708661 h 732791"/>
              <a:gd name="connsiteX74" fmla="*/ 772796 w 830581"/>
              <a:gd name="connsiteY74" fmla="*/ 676911 h 732791"/>
              <a:gd name="connsiteX75" fmla="*/ 802641 w 830581"/>
              <a:gd name="connsiteY75" fmla="*/ 645796 h 732791"/>
              <a:gd name="connsiteX76" fmla="*/ 726441 w 830581"/>
              <a:gd name="connsiteY76" fmla="*/ 645796 h 732791"/>
              <a:gd name="connsiteX77" fmla="*/ 744856 w 830581"/>
              <a:gd name="connsiteY77" fmla="*/ 652781 h 732791"/>
              <a:gd name="connsiteX78" fmla="*/ 747396 w 830581"/>
              <a:gd name="connsiteY78" fmla="*/ 647701 h 732791"/>
              <a:gd name="connsiteX79" fmla="*/ 760096 w 830581"/>
              <a:gd name="connsiteY79" fmla="*/ 647701 h 732791"/>
              <a:gd name="connsiteX80" fmla="*/ 760096 w 830581"/>
              <a:gd name="connsiteY80" fmla="*/ 702946 h 732791"/>
              <a:gd name="connsiteX81" fmla="*/ 729616 w 830581"/>
              <a:gd name="connsiteY81" fmla="*/ 732791 h 732791"/>
              <a:gd name="connsiteX82" fmla="*/ 706121 w 830581"/>
              <a:gd name="connsiteY82" fmla="*/ 727076 h 732791"/>
              <a:gd name="connsiteX83" fmla="*/ 711201 w 830581"/>
              <a:gd name="connsiteY83" fmla="*/ 715011 h 732791"/>
              <a:gd name="connsiteX84" fmla="*/ 729616 w 830581"/>
              <a:gd name="connsiteY84" fmla="*/ 719456 h 732791"/>
              <a:gd name="connsiteX85" fmla="*/ 743586 w 830581"/>
              <a:gd name="connsiteY85" fmla="*/ 706121 h 732791"/>
              <a:gd name="connsiteX86" fmla="*/ 743586 w 830581"/>
              <a:gd name="connsiteY86" fmla="*/ 701676 h 732791"/>
              <a:gd name="connsiteX87" fmla="*/ 726441 w 830581"/>
              <a:gd name="connsiteY87" fmla="*/ 707391 h 732791"/>
              <a:gd name="connsiteX88" fmla="*/ 700406 w 830581"/>
              <a:gd name="connsiteY88" fmla="*/ 676911 h 732791"/>
              <a:gd name="connsiteX89" fmla="*/ 726441 w 830581"/>
              <a:gd name="connsiteY89" fmla="*/ 645796 h 732791"/>
              <a:gd name="connsiteX90" fmla="*/ 591185 w 830581"/>
              <a:gd name="connsiteY90" fmla="*/ 645796 h 732791"/>
              <a:gd name="connsiteX91" fmla="*/ 618490 w 830581"/>
              <a:gd name="connsiteY91" fmla="*/ 671196 h 732791"/>
              <a:gd name="connsiteX92" fmla="*/ 617855 w 830581"/>
              <a:gd name="connsiteY92" fmla="*/ 681991 h 732791"/>
              <a:gd name="connsiteX93" fmla="*/ 577850 w 830581"/>
              <a:gd name="connsiteY93" fmla="*/ 681991 h 732791"/>
              <a:gd name="connsiteX94" fmla="*/ 593090 w 830581"/>
              <a:gd name="connsiteY94" fmla="*/ 695326 h 732791"/>
              <a:gd name="connsiteX95" fmla="*/ 612140 w 830581"/>
              <a:gd name="connsiteY95" fmla="*/ 691516 h 732791"/>
              <a:gd name="connsiteX96" fmla="*/ 615950 w 830581"/>
              <a:gd name="connsiteY96" fmla="*/ 703581 h 732791"/>
              <a:gd name="connsiteX97" fmla="*/ 591820 w 830581"/>
              <a:gd name="connsiteY97" fmla="*/ 708661 h 732791"/>
              <a:gd name="connsiteX98" fmla="*/ 561340 w 830581"/>
              <a:gd name="connsiteY98" fmla="*/ 676911 h 732791"/>
              <a:gd name="connsiteX99" fmla="*/ 591185 w 830581"/>
              <a:gd name="connsiteY99" fmla="*/ 645796 h 732791"/>
              <a:gd name="connsiteX100" fmla="*/ 489586 w 830581"/>
              <a:gd name="connsiteY100" fmla="*/ 645796 h 732791"/>
              <a:gd name="connsiteX101" fmla="*/ 495301 w 830581"/>
              <a:gd name="connsiteY101" fmla="*/ 646431 h 732791"/>
              <a:gd name="connsiteX102" fmla="*/ 494031 w 830581"/>
              <a:gd name="connsiteY102" fmla="*/ 660401 h 732791"/>
              <a:gd name="connsiteX103" fmla="*/ 488316 w 830581"/>
              <a:gd name="connsiteY103" fmla="*/ 659766 h 732791"/>
              <a:gd name="connsiteX104" fmla="*/ 475616 w 830581"/>
              <a:gd name="connsiteY104" fmla="*/ 665481 h 732791"/>
              <a:gd name="connsiteX105" fmla="*/ 475616 w 830581"/>
              <a:gd name="connsiteY105" fmla="*/ 706756 h 732791"/>
              <a:gd name="connsiteX106" fmla="*/ 459106 w 830581"/>
              <a:gd name="connsiteY106" fmla="*/ 706756 h 732791"/>
              <a:gd name="connsiteX107" fmla="*/ 459106 w 830581"/>
              <a:gd name="connsiteY107" fmla="*/ 647701 h 732791"/>
              <a:gd name="connsiteX108" fmla="*/ 472441 w 830581"/>
              <a:gd name="connsiteY108" fmla="*/ 647701 h 732791"/>
              <a:gd name="connsiteX109" fmla="*/ 474981 w 830581"/>
              <a:gd name="connsiteY109" fmla="*/ 654686 h 732791"/>
              <a:gd name="connsiteX110" fmla="*/ 489586 w 830581"/>
              <a:gd name="connsiteY110" fmla="*/ 645796 h 732791"/>
              <a:gd name="connsiteX111" fmla="*/ 343535 w 830581"/>
              <a:gd name="connsiteY111" fmla="*/ 645796 h 732791"/>
              <a:gd name="connsiteX112" fmla="*/ 368935 w 830581"/>
              <a:gd name="connsiteY112" fmla="*/ 669926 h 732791"/>
              <a:gd name="connsiteX113" fmla="*/ 368935 w 830581"/>
              <a:gd name="connsiteY113" fmla="*/ 694056 h 732791"/>
              <a:gd name="connsiteX114" fmla="*/ 370840 w 830581"/>
              <a:gd name="connsiteY114" fmla="*/ 695326 h 732791"/>
              <a:gd name="connsiteX115" fmla="*/ 375285 w 830581"/>
              <a:gd name="connsiteY115" fmla="*/ 695326 h 732791"/>
              <a:gd name="connsiteX116" fmla="*/ 375285 w 830581"/>
              <a:gd name="connsiteY116" fmla="*/ 706756 h 732791"/>
              <a:gd name="connsiteX117" fmla="*/ 366396 w 830581"/>
              <a:gd name="connsiteY117" fmla="*/ 707391 h 732791"/>
              <a:gd name="connsiteX118" fmla="*/ 354330 w 830581"/>
              <a:gd name="connsiteY118" fmla="*/ 700406 h 732791"/>
              <a:gd name="connsiteX119" fmla="*/ 335280 w 830581"/>
              <a:gd name="connsiteY119" fmla="*/ 708026 h 732791"/>
              <a:gd name="connsiteX120" fmla="*/ 314960 w 830581"/>
              <a:gd name="connsiteY120" fmla="*/ 689611 h 732791"/>
              <a:gd name="connsiteX121" fmla="*/ 344171 w 830581"/>
              <a:gd name="connsiteY121" fmla="*/ 669926 h 732791"/>
              <a:gd name="connsiteX122" fmla="*/ 352425 w 830581"/>
              <a:gd name="connsiteY122" fmla="*/ 669926 h 732791"/>
              <a:gd name="connsiteX123" fmla="*/ 352425 w 830581"/>
              <a:gd name="connsiteY123" fmla="*/ 667386 h 732791"/>
              <a:gd name="connsiteX124" fmla="*/ 342265 w 830581"/>
              <a:gd name="connsiteY124" fmla="*/ 659131 h 732791"/>
              <a:gd name="connsiteX125" fmla="*/ 322580 w 830581"/>
              <a:gd name="connsiteY125" fmla="*/ 663576 h 732791"/>
              <a:gd name="connsiteX126" fmla="*/ 318771 w 830581"/>
              <a:gd name="connsiteY126" fmla="*/ 650876 h 732791"/>
              <a:gd name="connsiteX127" fmla="*/ 343535 w 830581"/>
              <a:gd name="connsiteY127" fmla="*/ 645796 h 732791"/>
              <a:gd name="connsiteX128" fmla="*/ 167005 w 830581"/>
              <a:gd name="connsiteY128" fmla="*/ 633731 h 732791"/>
              <a:gd name="connsiteX129" fmla="*/ 183515 w 830581"/>
              <a:gd name="connsiteY129" fmla="*/ 633731 h 732791"/>
              <a:gd name="connsiteX130" fmla="*/ 184150 w 830581"/>
              <a:gd name="connsiteY130" fmla="*/ 633731 h 732791"/>
              <a:gd name="connsiteX131" fmla="*/ 184150 w 830581"/>
              <a:gd name="connsiteY131" fmla="*/ 647701 h 732791"/>
              <a:gd name="connsiteX132" fmla="*/ 201296 w 830581"/>
              <a:gd name="connsiteY132" fmla="*/ 647701 h 732791"/>
              <a:gd name="connsiteX133" fmla="*/ 201296 w 830581"/>
              <a:gd name="connsiteY133" fmla="*/ 660401 h 732791"/>
              <a:gd name="connsiteX134" fmla="*/ 184150 w 830581"/>
              <a:gd name="connsiteY134" fmla="*/ 660401 h 732791"/>
              <a:gd name="connsiteX135" fmla="*/ 184150 w 830581"/>
              <a:gd name="connsiteY135" fmla="*/ 688341 h 732791"/>
              <a:gd name="connsiteX136" fmla="*/ 191135 w 830581"/>
              <a:gd name="connsiteY136" fmla="*/ 695326 h 732791"/>
              <a:gd name="connsiteX137" fmla="*/ 200660 w 830581"/>
              <a:gd name="connsiteY137" fmla="*/ 693421 h 732791"/>
              <a:gd name="connsiteX138" fmla="*/ 200660 w 830581"/>
              <a:gd name="connsiteY138" fmla="*/ 706756 h 732791"/>
              <a:gd name="connsiteX139" fmla="*/ 186690 w 830581"/>
              <a:gd name="connsiteY139" fmla="*/ 708661 h 732791"/>
              <a:gd name="connsiteX140" fmla="*/ 167005 w 830581"/>
              <a:gd name="connsiteY140" fmla="*/ 691516 h 732791"/>
              <a:gd name="connsiteX141" fmla="*/ 167005 w 830581"/>
              <a:gd name="connsiteY141" fmla="*/ 660401 h 732791"/>
              <a:gd name="connsiteX142" fmla="*/ 156210 w 830581"/>
              <a:gd name="connsiteY142" fmla="*/ 660401 h 732791"/>
              <a:gd name="connsiteX143" fmla="*/ 156210 w 830581"/>
              <a:gd name="connsiteY143" fmla="*/ 651511 h 732791"/>
              <a:gd name="connsiteX144" fmla="*/ 167005 w 830581"/>
              <a:gd name="connsiteY144" fmla="*/ 647701 h 732791"/>
              <a:gd name="connsiteX145" fmla="*/ 0 w 830581"/>
              <a:gd name="connsiteY145" fmla="*/ 623571 h 732791"/>
              <a:gd name="connsiteX146" fmla="*/ 17780 w 830581"/>
              <a:gd name="connsiteY146" fmla="*/ 623571 h 732791"/>
              <a:gd name="connsiteX147" fmla="*/ 53975 w 830581"/>
              <a:gd name="connsiteY147" fmla="*/ 680721 h 732791"/>
              <a:gd name="connsiteX148" fmla="*/ 53975 w 830581"/>
              <a:gd name="connsiteY148" fmla="*/ 623571 h 732791"/>
              <a:gd name="connsiteX149" fmla="*/ 71120 w 830581"/>
              <a:gd name="connsiteY149" fmla="*/ 623571 h 732791"/>
              <a:gd name="connsiteX150" fmla="*/ 71120 w 830581"/>
              <a:gd name="connsiteY150" fmla="*/ 706756 h 732791"/>
              <a:gd name="connsiteX151" fmla="*/ 53340 w 830581"/>
              <a:gd name="connsiteY151" fmla="*/ 706756 h 732791"/>
              <a:gd name="connsiteX152" fmla="*/ 17145 w 830581"/>
              <a:gd name="connsiteY152" fmla="*/ 648971 h 732791"/>
              <a:gd name="connsiteX153" fmla="*/ 17145 w 830581"/>
              <a:gd name="connsiteY153" fmla="*/ 706756 h 732791"/>
              <a:gd name="connsiteX154" fmla="*/ 0 w 830581"/>
              <a:gd name="connsiteY154" fmla="*/ 706756 h 732791"/>
              <a:gd name="connsiteX155" fmla="*/ 387350 w 830581"/>
              <a:gd name="connsiteY155" fmla="*/ 621031 h 732791"/>
              <a:gd name="connsiteX156" fmla="*/ 403860 w 830581"/>
              <a:gd name="connsiteY156" fmla="*/ 621031 h 732791"/>
              <a:gd name="connsiteX157" fmla="*/ 403860 w 830581"/>
              <a:gd name="connsiteY157" fmla="*/ 652781 h 732791"/>
              <a:gd name="connsiteX158" fmla="*/ 421640 w 830581"/>
              <a:gd name="connsiteY158" fmla="*/ 645796 h 732791"/>
              <a:gd name="connsiteX159" fmla="*/ 443865 w 830581"/>
              <a:gd name="connsiteY159" fmla="*/ 669291 h 732791"/>
              <a:gd name="connsiteX160" fmla="*/ 443865 w 830581"/>
              <a:gd name="connsiteY160" fmla="*/ 706756 h 732791"/>
              <a:gd name="connsiteX161" fmla="*/ 427355 w 830581"/>
              <a:gd name="connsiteY161" fmla="*/ 706756 h 732791"/>
              <a:gd name="connsiteX162" fmla="*/ 427355 w 830581"/>
              <a:gd name="connsiteY162" fmla="*/ 671196 h 732791"/>
              <a:gd name="connsiteX163" fmla="*/ 416560 w 830581"/>
              <a:gd name="connsiteY163" fmla="*/ 659131 h 732791"/>
              <a:gd name="connsiteX164" fmla="*/ 403860 w 830581"/>
              <a:gd name="connsiteY164" fmla="*/ 664846 h 732791"/>
              <a:gd name="connsiteX165" fmla="*/ 403860 w 830581"/>
              <a:gd name="connsiteY165" fmla="*/ 706756 h 732791"/>
              <a:gd name="connsiteX166" fmla="*/ 387350 w 830581"/>
              <a:gd name="connsiteY166" fmla="*/ 706756 h 732791"/>
              <a:gd name="connsiteX167" fmla="*/ 297815 w 830581"/>
              <a:gd name="connsiteY167" fmla="*/ 621031 h 732791"/>
              <a:gd name="connsiteX168" fmla="*/ 308610 w 830581"/>
              <a:gd name="connsiteY168" fmla="*/ 621666 h 732791"/>
              <a:gd name="connsiteX169" fmla="*/ 308610 w 830581"/>
              <a:gd name="connsiteY169" fmla="*/ 635001 h 732791"/>
              <a:gd name="connsiteX170" fmla="*/ 300355 w 830581"/>
              <a:gd name="connsiteY170" fmla="*/ 634366 h 732791"/>
              <a:gd name="connsiteX171" fmla="*/ 294005 w 830581"/>
              <a:gd name="connsiteY171" fmla="*/ 640716 h 732791"/>
              <a:gd name="connsiteX172" fmla="*/ 294005 w 830581"/>
              <a:gd name="connsiteY172" fmla="*/ 648336 h 732791"/>
              <a:gd name="connsiteX173" fmla="*/ 308610 w 830581"/>
              <a:gd name="connsiteY173" fmla="*/ 648336 h 732791"/>
              <a:gd name="connsiteX174" fmla="*/ 308610 w 830581"/>
              <a:gd name="connsiteY174" fmla="*/ 661036 h 732791"/>
              <a:gd name="connsiteX175" fmla="*/ 294005 w 830581"/>
              <a:gd name="connsiteY175" fmla="*/ 661036 h 732791"/>
              <a:gd name="connsiteX176" fmla="*/ 294005 w 830581"/>
              <a:gd name="connsiteY176" fmla="*/ 707391 h 732791"/>
              <a:gd name="connsiteX177" fmla="*/ 277495 w 830581"/>
              <a:gd name="connsiteY177" fmla="*/ 707391 h 732791"/>
              <a:gd name="connsiteX178" fmla="*/ 277495 w 830581"/>
              <a:gd name="connsiteY178" fmla="*/ 661036 h 732791"/>
              <a:gd name="connsiteX179" fmla="*/ 266700 w 830581"/>
              <a:gd name="connsiteY179" fmla="*/ 661036 h 732791"/>
              <a:gd name="connsiteX180" fmla="*/ 266700 w 830581"/>
              <a:gd name="connsiteY180" fmla="*/ 652146 h 732791"/>
              <a:gd name="connsiteX181" fmla="*/ 277495 w 830581"/>
              <a:gd name="connsiteY181" fmla="*/ 648336 h 732791"/>
              <a:gd name="connsiteX182" fmla="*/ 277495 w 830581"/>
              <a:gd name="connsiteY182" fmla="*/ 640716 h 732791"/>
              <a:gd name="connsiteX183" fmla="*/ 297815 w 830581"/>
              <a:gd name="connsiteY183" fmla="*/ 621031 h 732791"/>
              <a:gd name="connsiteX184" fmla="*/ 203200 w 830581"/>
              <a:gd name="connsiteY184" fmla="*/ 169545 h 732791"/>
              <a:gd name="connsiteX185" fmla="*/ 189865 w 830581"/>
              <a:gd name="connsiteY185" fmla="*/ 248285 h 732791"/>
              <a:gd name="connsiteX186" fmla="*/ 416560 w 830581"/>
              <a:gd name="connsiteY186" fmla="*/ 473710 h 732791"/>
              <a:gd name="connsiteX187" fmla="*/ 643255 w 830581"/>
              <a:gd name="connsiteY187" fmla="*/ 248285 h 732791"/>
              <a:gd name="connsiteX188" fmla="*/ 628650 w 830581"/>
              <a:gd name="connsiteY188" fmla="*/ 169545 h 732791"/>
              <a:gd name="connsiteX189" fmla="*/ 495935 w 830581"/>
              <a:gd name="connsiteY189" fmla="*/ 434340 h 732791"/>
              <a:gd name="connsiteX190" fmla="*/ 487680 w 830581"/>
              <a:gd name="connsiteY190" fmla="*/ 440690 h 732791"/>
              <a:gd name="connsiteX191" fmla="*/ 479425 w 830581"/>
              <a:gd name="connsiteY191" fmla="*/ 434340 h 732791"/>
              <a:gd name="connsiteX192" fmla="*/ 418465 w 830581"/>
              <a:gd name="connsiteY192" fmla="*/ 298450 h 732791"/>
              <a:gd name="connsiteX193" fmla="*/ 415925 w 830581"/>
              <a:gd name="connsiteY193" fmla="*/ 295910 h 732791"/>
              <a:gd name="connsiteX194" fmla="*/ 413385 w 830581"/>
              <a:gd name="connsiteY194" fmla="*/ 298450 h 732791"/>
              <a:gd name="connsiteX195" fmla="*/ 352425 w 830581"/>
              <a:gd name="connsiteY195" fmla="*/ 434340 h 732791"/>
              <a:gd name="connsiteX196" fmla="*/ 344170 w 830581"/>
              <a:gd name="connsiteY196" fmla="*/ 440690 h 732791"/>
              <a:gd name="connsiteX197" fmla="*/ 335915 w 830581"/>
              <a:gd name="connsiteY197" fmla="*/ 434340 h 732791"/>
              <a:gd name="connsiteX198" fmla="*/ 306070 w 830581"/>
              <a:gd name="connsiteY198" fmla="*/ 50800 h 732791"/>
              <a:gd name="connsiteX199" fmla="*/ 224790 w 830581"/>
              <a:gd name="connsiteY199" fmla="*/ 127000 h 732791"/>
              <a:gd name="connsiteX200" fmla="*/ 340360 w 830581"/>
              <a:gd name="connsiteY200" fmla="*/ 358140 h 732791"/>
              <a:gd name="connsiteX201" fmla="*/ 342900 w 830581"/>
              <a:gd name="connsiteY201" fmla="*/ 360680 h 732791"/>
              <a:gd name="connsiteX202" fmla="*/ 345440 w 830581"/>
              <a:gd name="connsiteY202" fmla="*/ 358140 h 732791"/>
              <a:gd name="connsiteX203" fmla="*/ 388620 w 830581"/>
              <a:gd name="connsiteY203" fmla="*/ 259715 h 732791"/>
              <a:gd name="connsiteX204" fmla="*/ 394970 w 830581"/>
              <a:gd name="connsiteY204" fmla="*/ 255270 h 732791"/>
              <a:gd name="connsiteX205" fmla="*/ 434975 w 830581"/>
              <a:gd name="connsiteY205" fmla="*/ 255270 h 732791"/>
              <a:gd name="connsiteX206" fmla="*/ 441325 w 830581"/>
              <a:gd name="connsiteY206" fmla="*/ 259715 h 732791"/>
              <a:gd name="connsiteX207" fmla="*/ 484505 w 830581"/>
              <a:gd name="connsiteY207" fmla="*/ 358140 h 732791"/>
              <a:gd name="connsiteX208" fmla="*/ 487045 w 830581"/>
              <a:gd name="connsiteY208" fmla="*/ 360680 h 732791"/>
              <a:gd name="connsiteX209" fmla="*/ 489585 w 830581"/>
              <a:gd name="connsiteY209" fmla="*/ 358140 h 732791"/>
              <a:gd name="connsiteX210" fmla="*/ 605155 w 830581"/>
              <a:gd name="connsiteY210" fmla="*/ 127000 h 732791"/>
              <a:gd name="connsiteX211" fmla="*/ 523875 w 830581"/>
              <a:gd name="connsiteY211" fmla="*/ 50800 h 732791"/>
              <a:gd name="connsiteX212" fmla="*/ 441325 w 830581"/>
              <a:gd name="connsiteY212" fmla="*/ 234315 h 732791"/>
              <a:gd name="connsiteX213" fmla="*/ 434975 w 830581"/>
              <a:gd name="connsiteY213" fmla="*/ 238760 h 732791"/>
              <a:gd name="connsiteX214" fmla="*/ 394970 w 830581"/>
              <a:gd name="connsiteY214" fmla="*/ 238760 h 732791"/>
              <a:gd name="connsiteX215" fmla="*/ 388620 w 830581"/>
              <a:gd name="connsiteY215" fmla="*/ 234315 h 732791"/>
              <a:gd name="connsiteX216" fmla="*/ 415290 w 830581"/>
              <a:gd name="connsiteY216" fmla="*/ 22225 h 732791"/>
              <a:gd name="connsiteX217" fmla="*/ 342265 w 830581"/>
              <a:gd name="connsiteY217" fmla="*/ 34925 h 732791"/>
              <a:gd name="connsiteX218" fmla="*/ 413385 w 830581"/>
              <a:gd name="connsiteY218" fmla="*/ 193675 h 732791"/>
              <a:gd name="connsiteX219" fmla="*/ 415925 w 830581"/>
              <a:gd name="connsiteY219" fmla="*/ 196215 h 732791"/>
              <a:gd name="connsiteX220" fmla="*/ 418465 w 830581"/>
              <a:gd name="connsiteY220" fmla="*/ 193675 h 732791"/>
              <a:gd name="connsiteX221" fmla="*/ 489585 w 830581"/>
              <a:gd name="connsiteY221" fmla="*/ 34925 h 732791"/>
              <a:gd name="connsiteX222" fmla="*/ 415290 w 830581"/>
              <a:gd name="connsiteY222" fmla="*/ 22225 h 732791"/>
              <a:gd name="connsiteX223" fmla="*/ 415290 w 830581"/>
              <a:gd name="connsiteY223" fmla="*/ 0 h 732791"/>
              <a:gd name="connsiteX224" fmla="*/ 665480 w 830581"/>
              <a:gd name="connsiteY224" fmla="*/ 248285 h 732791"/>
              <a:gd name="connsiteX225" fmla="*/ 415290 w 830581"/>
              <a:gd name="connsiteY225" fmla="*/ 496570 h 732791"/>
              <a:gd name="connsiteX226" fmla="*/ 165100 w 830581"/>
              <a:gd name="connsiteY226" fmla="*/ 248285 h 732791"/>
              <a:gd name="connsiteX227" fmla="*/ 415290 w 830581"/>
              <a:gd name="connsiteY227" fmla="*/ 0 h 73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830581" h="732791">
                <a:moveTo>
                  <a:pt x="346710" y="681356"/>
                </a:moveTo>
                <a:cubicBezTo>
                  <a:pt x="335915" y="681356"/>
                  <a:pt x="331471" y="683896"/>
                  <a:pt x="331471" y="688341"/>
                </a:cubicBezTo>
                <a:cubicBezTo>
                  <a:pt x="331471" y="693421"/>
                  <a:pt x="334010" y="695326"/>
                  <a:pt x="339090" y="695326"/>
                </a:cubicBezTo>
                <a:cubicBezTo>
                  <a:pt x="342900" y="695326"/>
                  <a:pt x="349250" y="694056"/>
                  <a:pt x="352425" y="691516"/>
                </a:cubicBezTo>
                <a:lnTo>
                  <a:pt x="353060" y="691516"/>
                </a:lnTo>
                <a:lnTo>
                  <a:pt x="353060" y="681356"/>
                </a:lnTo>
                <a:close/>
                <a:moveTo>
                  <a:pt x="731521" y="659766"/>
                </a:moveTo>
                <a:cubicBezTo>
                  <a:pt x="721996" y="659766"/>
                  <a:pt x="717551" y="666116"/>
                  <a:pt x="717551" y="676911"/>
                </a:cubicBezTo>
                <a:cubicBezTo>
                  <a:pt x="717551" y="687706"/>
                  <a:pt x="721361" y="694056"/>
                  <a:pt x="731521" y="694056"/>
                </a:cubicBezTo>
                <a:cubicBezTo>
                  <a:pt x="735966" y="694056"/>
                  <a:pt x="740411" y="692786"/>
                  <a:pt x="743586" y="690881"/>
                </a:cubicBezTo>
                <a:lnTo>
                  <a:pt x="743586" y="663576"/>
                </a:lnTo>
                <a:cubicBezTo>
                  <a:pt x="740411" y="661671"/>
                  <a:pt x="735966" y="659766"/>
                  <a:pt x="731521" y="659766"/>
                </a:cubicBezTo>
                <a:close/>
                <a:moveTo>
                  <a:pt x="802641" y="657861"/>
                </a:moveTo>
                <a:cubicBezTo>
                  <a:pt x="794385" y="657861"/>
                  <a:pt x="790576" y="664846"/>
                  <a:pt x="789941" y="671831"/>
                </a:cubicBezTo>
                <a:lnTo>
                  <a:pt x="815341" y="671831"/>
                </a:lnTo>
                <a:cubicBezTo>
                  <a:pt x="815341" y="671196"/>
                  <a:pt x="815341" y="670561"/>
                  <a:pt x="815341" y="669926"/>
                </a:cubicBezTo>
                <a:cubicBezTo>
                  <a:pt x="815341" y="663576"/>
                  <a:pt x="812166" y="657861"/>
                  <a:pt x="802641" y="657861"/>
                </a:cubicBezTo>
                <a:close/>
                <a:moveTo>
                  <a:pt x="590550" y="657861"/>
                </a:moveTo>
                <a:cubicBezTo>
                  <a:pt x="582295" y="657861"/>
                  <a:pt x="578485" y="664846"/>
                  <a:pt x="577850" y="671831"/>
                </a:cubicBezTo>
                <a:lnTo>
                  <a:pt x="603250" y="671831"/>
                </a:lnTo>
                <a:cubicBezTo>
                  <a:pt x="603885" y="671196"/>
                  <a:pt x="603885" y="670561"/>
                  <a:pt x="603250" y="669926"/>
                </a:cubicBezTo>
                <a:cubicBezTo>
                  <a:pt x="603250" y="663576"/>
                  <a:pt x="600075" y="657861"/>
                  <a:pt x="590550" y="657861"/>
                </a:cubicBezTo>
                <a:close/>
                <a:moveTo>
                  <a:pt x="631190" y="647700"/>
                </a:moveTo>
                <a:lnTo>
                  <a:pt x="647700" y="647700"/>
                </a:lnTo>
                <a:lnTo>
                  <a:pt x="647700" y="683260"/>
                </a:lnTo>
                <a:cubicBezTo>
                  <a:pt x="647700" y="691515"/>
                  <a:pt x="650875" y="695325"/>
                  <a:pt x="657860" y="695325"/>
                </a:cubicBezTo>
                <a:cubicBezTo>
                  <a:pt x="663575" y="695325"/>
                  <a:pt x="668020" y="692150"/>
                  <a:pt x="670560" y="690245"/>
                </a:cubicBezTo>
                <a:lnTo>
                  <a:pt x="670560" y="647700"/>
                </a:lnTo>
                <a:lnTo>
                  <a:pt x="687070" y="647700"/>
                </a:lnTo>
                <a:lnTo>
                  <a:pt x="687070" y="706755"/>
                </a:lnTo>
                <a:lnTo>
                  <a:pt x="673735" y="706755"/>
                </a:lnTo>
                <a:lnTo>
                  <a:pt x="671195" y="701040"/>
                </a:lnTo>
                <a:cubicBezTo>
                  <a:pt x="668020" y="704215"/>
                  <a:pt x="662305" y="708660"/>
                  <a:pt x="652780" y="708660"/>
                </a:cubicBezTo>
                <a:cubicBezTo>
                  <a:pt x="638810" y="708660"/>
                  <a:pt x="631190" y="699135"/>
                  <a:pt x="631190" y="685165"/>
                </a:cubicBezTo>
                <a:close/>
                <a:moveTo>
                  <a:pt x="504826" y="647700"/>
                </a:moveTo>
                <a:lnTo>
                  <a:pt x="551816" y="647700"/>
                </a:lnTo>
                <a:lnTo>
                  <a:pt x="551816" y="656590"/>
                </a:lnTo>
                <a:lnTo>
                  <a:pt x="523241" y="694055"/>
                </a:lnTo>
                <a:lnTo>
                  <a:pt x="551816" y="694055"/>
                </a:lnTo>
                <a:lnTo>
                  <a:pt x="551816" y="706755"/>
                </a:lnTo>
                <a:lnTo>
                  <a:pt x="502921" y="706755"/>
                </a:lnTo>
                <a:lnTo>
                  <a:pt x="502921" y="697865"/>
                </a:lnTo>
                <a:lnTo>
                  <a:pt x="531496" y="660400"/>
                </a:lnTo>
                <a:lnTo>
                  <a:pt x="504826" y="660400"/>
                </a:lnTo>
                <a:close/>
                <a:moveTo>
                  <a:pt x="211455" y="647700"/>
                </a:moveTo>
                <a:lnTo>
                  <a:pt x="258445" y="647700"/>
                </a:lnTo>
                <a:lnTo>
                  <a:pt x="258445" y="656590"/>
                </a:lnTo>
                <a:lnTo>
                  <a:pt x="229870" y="694055"/>
                </a:lnTo>
                <a:lnTo>
                  <a:pt x="258445" y="694055"/>
                </a:lnTo>
                <a:lnTo>
                  <a:pt x="258445" y="706755"/>
                </a:lnTo>
                <a:lnTo>
                  <a:pt x="209550" y="706755"/>
                </a:lnTo>
                <a:lnTo>
                  <a:pt x="209550" y="697865"/>
                </a:lnTo>
                <a:lnTo>
                  <a:pt x="238125" y="660400"/>
                </a:lnTo>
                <a:lnTo>
                  <a:pt x="211455" y="660400"/>
                </a:lnTo>
                <a:close/>
                <a:moveTo>
                  <a:pt x="88900" y="647700"/>
                </a:moveTo>
                <a:lnTo>
                  <a:pt x="105410" y="647700"/>
                </a:lnTo>
                <a:lnTo>
                  <a:pt x="105410" y="683260"/>
                </a:lnTo>
                <a:cubicBezTo>
                  <a:pt x="105410" y="691515"/>
                  <a:pt x="108585" y="695325"/>
                  <a:pt x="115570" y="695325"/>
                </a:cubicBezTo>
                <a:cubicBezTo>
                  <a:pt x="121285" y="695325"/>
                  <a:pt x="125730" y="692150"/>
                  <a:pt x="128270" y="690245"/>
                </a:cubicBezTo>
                <a:lnTo>
                  <a:pt x="128270" y="647700"/>
                </a:lnTo>
                <a:lnTo>
                  <a:pt x="144780" y="647700"/>
                </a:lnTo>
                <a:lnTo>
                  <a:pt x="144780" y="706755"/>
                </a:lnTo>
                <a:lnTo>
                  <a:pt x="131445" y="706755"/>
                </a:lnTo>
                <a:lnTo>
                  <a:pt x="128905" y="701040"/>
                </a:lnTo>
                <a:cubicBezTo>
                  <a:pt x="125730" y="704215"/>
                  <a:pt x="120015" y="708660"/>
                  <a:pt x="110490" y="708660"/>
                </a:cubicBezTo>
                <a:cubicBezTo>
                  <a:pt x="96520" y="708660"/>
                  <a:pt x="88900" y="699135"/>
                  <a:pt x="88900" y="685165"/>
                </a:cubicBezTo>
                <a:close/>
                <a:moveTo>
                  <a:pt x="802641" y="645796"/>
                </a:moveTo>
                <a:cubicBezTo>
                  <a:pt x="822326" y="645796"/>
                  <a:pt x="830581" y="657226"/>
                  <a:pt x="830581" y="671196"/>
                </a:cubicBezTo>
                <a:cubicBezTo>
                  <a:pt x="830581" y="675006"/>
                  <a:pt x="829946" y="680086"/>
                  <a:pt x="829310" y="681991"/>
                </a:cubicBezTo>
                <a:lnTo>
                  <a:pt x="789306" y="681991"/>
                </a:lnTo>
                <a:cubicBezTo>
                  <a:pt x="789941" y="690246"/>
                  <a:pt x="795656" y="695326"/>
                  <a:pt x="804546" y="695326"/>
                </a:cubicBezTo>
                <a:cubicBezTo>
                  <a:pt x="811531" y="695326"/>
                  <a:pt x="817881" y="693421"/>
                  <a:pt x="823596" y="691516"/>
                </a:cubicBezTo>
                <a:lnTo>
                  <a:pt x="827406" y="703581"/>
                </a:lnTo>
                <a:cubicBezTo>
                  <a:pt x="821691" y="706756"/>
                  <a:pt x="812801" y="708661"/>
                  <a:pt x="803276" y="708661"/>
                </a:cubicBezTo>
                <a:cubicBezTo>
                  <a:pt x="782956" y="708661"/>
                  <a:pt x="772796" y="694056"/>
                  <a:pt x="772796" y="676911"/>
                </a:cubicBezTo>
                <a:cubicBezTo>
                  <a:pt x="772796" y="659766"/>
                  <a:pt x="782956" y="645796"/>
                  <a:pt x="802641" y="645796"/>
                </a:cubicBezTo>
                <a:close/>
                <a:moveTo>
                  <a:pt x="726441" y="645796"/>
                </a:moveTo>
                <a:cubicBezTo>
                  <a:pt x="735331" y="645796"/>
                  <a:pt x="740411" y="649606"/>
                  <a:pt x="744856" y="652781"/>
                </a:cubicBezTo>
                <a:lnTo>
                  <a:pt x="747396" y="647701"/>
                </a:lnTo>
                <a:lnTo>
                  <a:pt x="760096" y="647701"/>
                </a:lnTo>
                <a:lnTo>
                  <a:pt x="760096" y="702946"/>
                </a:lnTo>
                <a:cubicBezTo>
                  <a:pt x="760096" y="722631"/>
                  <a:pt x="749301" y="732791"/>
                  <a:pt x="729616" y="732791"/>
                </a:cubicBezTo>
                <a:cubicBezTo>
                  <a:pt x="719456" y="732791"/>
                  <a:pt x="711836" y="730251"/>
                  <a:pt x="706121" y="727076"/>
                </a:cubicBezTo>
                <a:lnTo>
                  <a:pt x="711201" y="715011"/>
                </a:lnTo>
                <a:cubicBezTo>
                  <a:pt x="716281" y="717551"/>
                  <a:pt x="721996" y="719456"/>
                  <a:pt x="729616" y="719456"/>
                </a:cubicBezTo>
                <a:cubicBezTo>
                  <a:pt x="739141" y="719456"/>
                  <a:pt x="743586" y="715646"/>
                  <a:pt x="743586" y="706121"/>
                </a:cubicBezTo>
                <a:lnTo>
                  <a:pt x="743586" y="701676"/>
                </a:lnTo>
                <a:cubicBezTo>
                  <a:pt x="739776" y="704216"/>
                  <a:pt x="734696" y="707391"/>
                  <a:pt x="726441" y="707391"/>
                </a:cubicBezTo>
                <a:cubicBezTo>
                  <a:pt x="709296" y="707391"/>
                  <a:pt x="700406" y="694056"/>
                  <a:pt x="700406" y="676911"/>
                </a:cubicBezTo>
                <a:cubicBezTo>
                  <a:pt x="700406" y="659766"/>
                  <a:pt x="709296" y="645796"/>
                  <a:pt x="726441" y="645796"/>
                </a:cubicBezTo>
                <a:close/>
                <a:moveTo>
                  <a:pt x="591185" y="645796"/>
                </a:moveTo>
                <a:cubicBezTo>
                  <a:pt x="610235" y="645796"/>
                  <a:pt x="619125" y="657226"/>
                  <a:pt x="618490" y="671196"/>
                </a:cubicBezTo>
                <a:cubicBezTo>
                  <a:pt x="618490" y="675006"/>
                  <a:pt x="618490" y="680086"/>
                  <a:pt x="617855" y="681991"/>
                </a:cubicBezTo>
                <a:lnTo>
                  <a:pt x="577850" y="681991"/>
                </a:lnTo>
                <a:cubicBezTo>
                  <a:pt x="578485" y="690246"/>
                  <a:pt x="584200" y="695326"/>
                  <a:pt x="593090" y="695326"/>
                </a:cubicBezTo>
                <a:cubicBezTo>
                  <a:pt x="600075" y="695326"/>
                  <a:pt x="606425" y="693421"/>
                  <a:pt x="612140" y="691516"/>
                </a:cubicBezTo>
                <a:lnTo>
                  <a:pt x="615950" y="703581"/>
                </a:lnTo>
                <a:cubicBezTo>
                  <a:pt x="610235" y="706756"/>
                  <a:pt x="601345" y="708661"/>
                  <a:pt x="591820" y="708661"/>
                </a:cubicBezTo>
                <a:cubicBezTo>
                  <a:pt x="571500" y="708661"/>
                  <a:pt x="561340" y="694056"/>
                  <a:pt x="561340" y="676911"/>
                </a:cubicBezTo>
                <a:cubicBezTo>
                  <a:pt x="561340" y="659766"/>
                  <a:pt x="571500" y="645796"/>
                  <a:pt x="591185" y="645796"/>
                </a:cubicBezTo>
                <a:close/>
                <a:moveTo>
                  <a:pt x="489586" y="645796"/>
                </a:moveTo>
                <a:cubicBezTo>
                  <a:pt x="491491" y="645796"/>
                  <a:pt x="494031" y="645796"/>
                  <a:pt x="495301" y="646431"/>
                </a:cubicBezTo>
                <a:lnTo>
                  <a:pt x="494031" y="660401"/>
                </a:lnTo>
                <a:cubicBezTo>
                  <a:pt x="492126" y="659766"/>
                  <a:pt x="489586" y="659766"/>
                  <a:pt x="488316" y="659766"/>
                </a:cubicBezTo>
                <a:cubicBezTo>
                  <a:pt x="481966" y="659766"/>
                  <a:pt x="477521" y="662941"/>
                  <a:pt x="475616" y="665481"/>
                </a:cubicBezTo>
                <a:lnTo>
                  <a:pt x="475616" y="706756"/>
                </a:lnTo>
                <a:lnTo>
                  <a:pt x="459106" y="706756"/>
                </a:lnTo>
                <a:lnTo>
                  <a:pt x="459106" y="647701"/>
                </a:lnTo>
                <a:lnTo>
                  <a:pt x="472441" y="647701"/>
                </a:lnTo>
                <a:lnTo>
                  <a:pt x="474981" y="654686"/>
                </a:lnTo>
                <a:cubicBezTo>
                  <a:pt x="477521" y="650876"/>
                  <a:pt x="482601" y="645796"/>
                  <a:pt x="489586" y="645796"/>
                </a:cubicBezTo>
                <a:close/>
                <a:moveTo>
                  <a:pt x="343535" y="645796"/>
                </a:moveTo>
                <a:cubicBezTo>
                  <a:pt x="360680" y="645796"/>
                  <a:pt x="368935" y="654686"/>
                  <a:pt x="368935" y="669926"/>
                </a:cubicBezTo>
                <a:lnTo>
                  <a:pt x="368935" y="694056"/>
                </a:lnTo>
                <a:cubicBezTo>
                  <a:pt x="368935" y="695961"/>
                  <a:pt x="368935" y="695961"/>
                  <a:pt x="370840" y="695326"/>
                </a:cubicBezTo>
                <a:lnTo>
                  <a:pt x="375285" y="695326"/>
                </a:lnTo>
                <a:lnTo>
                  <a:pt x="375285" y="706756"/>
                </a:lnTo>
                <a:cubicBezTo>
                  <a:pt x="372746" y="706756"/>
                  <a:pt x="370205" y="707391"/>
                  <a:pt x="366396" y="707391"/>
                </a:cubicBezTo>
                <a:cubicBezTo>
                  <a:pt x="360046" y="707391"/>
                  <a:pt x="356235" y="704851"/>
                  <a:pt x="354330" y="700406"/>
                </a:cubicBezTo>
                <a:cubicBezTo>
                  <a:pt x="350521" y="704216"/>
                  <a:pt x="342265" y="708026"/>
                  <a:pt x="335280" y="708026"/>
                </a:cubicBezTo>
                <a:cubicBezTo>
                  <a:pt x="321946" y="708026"/>
                  <a:pt x="314960" y="700406"/>
                  <a:pt x="314960" y="689611"/>
                </a:cubicBezTo>
                <a:cubicBezTo>
                  <a:pt x="314960" y="676276"/>
                  <a:pt x="323215" y="669926"/>
                  <a:pt x="344171" y="669926"/>
                </a:cubicBezTo>
                <a:lnTo>
                  <a:pt x="352425" y="669926"/>
                </a:lnTo>
                <a:lnTo>
                  <a:pt x="352425" y="667386"/>
                </a:lnTo>
                <a:cubicBezTo>
                  <a:pt x="352425" y="660401"/>
                  <a:pt x="346075" y="659131"/>
                  <a:pt x="342265" y="659131"/>
                </a:cubicBezTo>
                <a:cubicBezTo>
                  <a:pt x="335915" y="659131"/>
                  <a:pt x="328296" y="661036"/>
                  <a:pt x="322580" y="663576"/>
                </a:cubicBezTo>
                <a:lnTo>
                  <a:pt x="318771" y="650876"/>
                </a:lnTo>
                <a:cubicBezTo>
                  <a:pt x="325121" y="648336"/>
                  <a:pt x="334010" y="645796"/>
                  <a:pt x="343535" y="645796"/>
                </a:cubicBezTo>
                <a:close/>
                <a:moveTo>
                  <a:pt x="167005" y="633731"/>
                </a:moveTo>
                <a:lnTo>
                  <a:pt x="183515" y="633731"/>
                </a:lnTo>
                <a:lnTo>
                  <a:pt x="184150" y="633731"/>
                </a:lnTo>
                <a:lnTo>
                  <a:pt x="184150" y="647701"/>
                </a:lnTo>
                <a:lnTo>
                  <a:pt x="201296" y="647701"/>
                </a:lnTo>
                <a:lnTo>
                  <a:pt x="201296" y="660401"/>
                </a:lnTo>
                <a:lnTo>
                  <a:pt x="184150" y="660401"/>
                </a:lnTo>
                <a:lnTo>
                  <a:pt x="184150" y="688341"/>
                </a:lnTo>
                <a:cubicBezTo>
                  <a:pt x="184150" y="692786"/>
                  <a:pt x="186055" y="695326"/>
                  <a:pt x="191135" y="695326"/>
                </a:cubicBezTo>
                <a:cubicBezTo>
                  <a:pt x="193675" y="695326"/>
                  <a:pt x="198121" y="694056"/>
                  <a:pt x="200660" y="693421"/>
                </a:cubicBezTo>
                <a:lnTo>
                  <a:pt x="200660" y="706756"/>
                </a:lnTo>
                <a:cubicBezTo>
                  <a:pt x="198121" y="707391"/>
                  <a:pt x="192405" y="708661"/>
                  <a:pt x="186690" y="708661"/>
                </a:cubicBezTo>
                <a:cubicBezTo>
                  <a:pt x="173355" y="708661"/>
                  <a:pt x="167005" y="703581"/>
                  <a:pt x="167005" y="691516"/>
                </a:cubicBezTo>
                <a:lnTo>
                  <a:pt x="167005" y="660401"/>
                </a:lnTo>
                <a:lnTo>
                  <a:pt x="156210" y="660401"/>
                </a:lnTo>
                <a:lnTo>
                  <a:pt x="156210" y="651511"/>
                </a:lnTo>
                <a:lnTo>
                  <a:pt x="167005" y="647701"/>
                </a:lnTo>
                <a:close/>
                <a:moveTo>
                  <a:pt x="0" y="623571"/>
                </a:moveTo>
                <a:lnTo>
                  <a:pt x="17780" y="623571"/>
                </a:lnTo>
                <a:lnTo>
                  <a:pt x="53975" y="680721"/>
                </a:lnTo>
                <a:lnTo>
                  <a:pt x="53975" y="623571"/>
                </a:lnTo>
                <a:lnTo>
                  <a:pt x="71120" y="623571"/>
                </a:lnTo>
                <a:lnTo>
                  <a:pt x="71120" y="706756"/>
                </a:lnTo>
                <a:lnTo>
                  <a:pt x="53340" y="706756"/>
                </a:lnTo>
                <a:lnTo>
                  <a:pt x="17145" y="648971"/>
                </a:lnTo>
                <a:lnTo>
                  <a:pt x="17145" y="706756"/>
                </a:lnTo>
                <a:lnTo>
                  <a:pt x="0" y="706756"/>
                </a:lnTo>
                <a:close/>
                <a:moveTo>
                  <a:pt x="387350" y="621031"/>
                </a:moveTo>
                <a:lnTo>
                  <a:pt x="403860" y="621031"/>
                </a:lnTo>
                <a:lnTo>
                  <a:pt x="403860" y="652781"/>
                </a:lnTo>
                <a:cubicBezTo>
                  <a:pt x="407035" y="649606"/>
                  <a:pt x="414020" y="645796"/>
                  <a:pt x="421640" y="645796"/>
                </a:cubicBezTo>
                <a:cubicBezTo>
                  <a:pt x="435610" y="645796"/>
                  <a:pt x="443865" y="655321"/>
                  <a:pt x="443865" y="669291"/>
                </a:cubicBezTo>
                <a:lnTo>
                  <a:pt x="443865" y="706756"/>
                </a:lnTo>
                <a:lnTo>
                  <a:pt x="427355" y="706756"/>
                </a:lnTo>
                <a:lnTo>
                  <a:pt x="427355" y="671196"/>
                </a:lnTo>
                <a:cubicBezTo>
                  <a:pt x="427355" y="663576"/>
                  <a:pt x="423545" y="659131"/>
                  <a:pt x="416560" y="659131"/>
                </a:cubicBezTo>
                <a:cubicBezTo>
                  <a:pt x="410845" y="659131"/>
                  <a:pt x="406400" y="662306"/>
                  <a:pt x="403860" y="664846"/>
                </a:cubicBezTo>
                <a:lnTo>
                  <a:pt x="403860" y="706756"/>
                </a:lnTo>
                <a:lnTo>
                  <a:pt x="387350" y="706756"/>
                </a:lnTo>
                <a:close/>
                <a:moveTo>
                  <a:pt x="297815" y="621031"/>
                </a:moveTo>
                <a:cubicBezTo>
                  <a:pt x="301625" y="621031"/>
                  <a:pt x="306070" y="621031"/>
                  <a:pt x="308610" y="621666"/>
                </a:cubicBezTo>
                <a:lnTo>
                  <a:pt x="308610" y="635001"/>
                </a:lnTo>
                <a:cubicBezTo>
                  <a:pt x="306070" y="635001"/>
                  <a:pt x="302260" y="634366"/>
                  <a:pt x="300355" y="634366"/>
                </a:cubicBezTo>
                <a:cubicBezTo>
                  <a:pt x="295910" y="634366"/>
                  <a:pt x="294005" y="635001"/>
                  <a:pt x="294005" y="640716"/>
                </a:cubicBezTo>
                <a:lnTo>
                  <a:pt x="294005" y="648336"/>
                </a:lnTo>
                <a:lnTo>
                  <a:pt x="308610" y="648336"/>
                </a:lnTo>
                <a:lnTo>
                  <a:pt x="308610" y="661036"/>
                </a:lnTo>
                <a:lnTo>
                  <a:pt x="294005" y="661036"/>
                </a:lnTo>
                <a:lnTo>
                  <a:pt x="294005" y="707391"/>
                </a:lnTo>
                <a:lnTo>
                  <a:pt x="277495" y="707391"/>
                </a:lnTo>
                <a:lnTo>
                  <a:pt x="277495" y="661036"/>
                </a:lnTo>
                <a:lnTo>
                  <a:pt x="266700" y="661036"/>
                </a:lnTo>
                <a:lnTo>
                  <a:pt x="266700" y="652146"/>
                </a:lnTo>
                <a:lnTo>
                  <a:pt x="277495" y="648336"/>
                </a:lnTo>
                <a:lnTo>
                  <a:pt x="277495" y="640716"/>
                </a:lnTo>
                <a:cubicBezTo>
                  <a:pt x="277495" y="626746"/>
                  <a:pt x="285750" y="621031"/>
                  <a:pt x="297815" y="621031"/>
                </a:cubicBezTo>
                <a:close/>
                <a:moveTo>
                  <a:pt x="203200" y="169545"/>
                </a:moveTo>
                <a:cubicBezTo>
                  <a:pt x="193675" y="193675"/>
                  <a:pt x="188595" y="220345"/>
                  <a:pt x="189865" y="248285"/>
                </a:cubicBezTo>
                <a:cubicBezTo>
                  <a:pt x="189865" y="371475"/>
                  <a:pt x="292100" y="473710"/>
                  <a:pt x="416560" y="473710"/>
                </a:cubicBezTo>
                <a:cubicBezTo>
                  <a:pt x="541020" y="473710"/>
                  <a:pt x="643255" y="372110"/>
                  <a:pt x="643255" y="248285"/>
                </a:cubicBezTo>
                <a:cubicBezTo>
                  <a:pt x="643255" y="220345"/>
                  <a:pt x="638175" y="194310"/>
                  <a:pt x="628650" y="169545"/>
                </a:cubicBezTo>
                <a:lnTo>
                  <a:pt x="495935" y="434340"/>
                </a:lnTo>
                <a:cubicBezTo>
                  <a:pt x="494030" y="438150"/>
                  <a:pt x="492125" y="440690"/>
                  <a:pt x="487680" y="440690"/>
                </a:cubicBezTo>
                <a:cubicBezTo>
                  <a:pt x="483235" y="440690"/>
                  <a:pt x="480695" y="437515"/>
                  <a:pt x="479425" y="434340"/>
                </a:cubicBezTo>
                <a:lnTo>
                  <a:pt x="418465" y="298450"/>
                </a:lnTo>
                <a:cubicBezTo>
                  <a:pt x="417830" y="297180"/>
                  <a:pt x="417195" y="295910"/>
                  <a:pt x="415925" y="295910"/>
                </a:cubicBezTo>
                <a:cubicBezTo>
                  <a:pt x="414655" y="295910"/>
                  <a:pt x="414020" y="297180"/>
                  <a:pt x="413385" y="298450"/>
                </a:cubicBezTo>
                <a:lnTo>
                  <a:pt x="352425" y="434340"/>
                </a:lnTo>
                <a:cubicBezTo>
                  <a:pt x="350520" y="438150"/>
                  <a:pt x="348615" y="440690"/>
                  <a:pt x="344170" y="440690"/>
                </a:cubicBezTo>
                <a:cubicBezTo>
                  <a:pt x="339725" y="440690"/>
                  <a:pt x="337820" y="437515"/>
                  <a:pt x="335915" y="434340"/>
                </a:cubicBezTo>
                <a:close/>
                <a:moveTo>
                  <a:pt x="306070" y="50800"/>
                </a:moveTo>
                <a:cubicBezTo>
                  <a:pt x="273050" y="69215"/>
                  <a:pt x="245745" y="95250"/>
                  <a:pt x="224790" y="127000"/>
                </a:cubicBezTo>
                <a:lnTo>
                  <a:pt x="340360" y="358140"/>
                </a:lnTo>
                <a:cubicBezTo>
                  <a:pt x="340995" y="359410"/>
                  <a:pt x="341630" y="360680"/>
                  <a:pt x="342900" y="360680"/>
                </a:cubicBezTo>
                <a:cubicBezTo>
                  <a:pt x="344170" y="360680"/>
                  <a:pt x="344805" y="359410"/>
                  <a:pt x="345440" y="358140"/>
                </a:cubicBezTo>
                <a:lnTo>
                  <a:pt x="388620" y="259715"/>
                </a:lnTo>
                <a:cubicBezTo>
                  <a:pt x="389890" y="255905"/>
                  <a:pt x="392430" y="255270"/>
                  <a:pt x="394970" y="255270"/>
                </a:cubicBezTo>
                <a:lnTo>
                  <a:pt x="434975" y="255270"/>
                </a:lnTo>
                <a:cubicBezTo>
                  <a:pt x="437515" y="255270"/>
                  <a:pt x="440055" y="256540"/>
                  <a:pt x="441325" y="259715"/>
                </a:cubicBezTo>
                <a:lnTo>
                  <a:pt x="484505" y="358140"/>
                </a:lnTo>
                <a:cubicBezTo>
                  <a:pt x="485140" y="359410"/>
                  <a:pt x="485775" y="360680"/>
                  <a:pt x="487045" y="360680"/>
                </a:cubicBezTo>
                <a:cubicBezTo>
                  <a:pt x="488315" y="360680"/>
                  <a:pt x="488950" y="359410"/>
                  <a:pt x="489585" y="358140"/>
                </a:cubicBezTo>
                <a:lnTo>
                  <a:pt x="605155" y="127000"/>
                </a:lnTo>
                <a:cubicBezTo>
                  <a:pt x="584835" y="95885"/>
                  <a:pt x="556895" y="69215"/>
                  <a:pt x="523875" y="50800"/>
                </a:cubicBezTo>
                <a:lnTo>
                  <a:pt x="441325" y="234315"/>
                </a:lnTo>
                <a:cubicBezTo>
                  <a:pt x="440055" y="238125"/>
                  <a:pt x="437515" y="238760"/>
                  <a:pt x="434975" y="238760"/>
                </a:cubicBezTo>
                <a:lnTo>
                  <a:pt x="394970" y="238760"/>
                </a:lnTo>
                <a:cubicBezTo>
                  <a:pt x="392430" y="238760"/>
                  <a:pt x="389890" y="237490"/>
                  <a:pt x="388620" y="234315"/>
                </a:cubicBezTo>
                <a:close/>
                <a:moveTo>
                  <a:pt x="415290" y="22225"/>
                </a:moveTo>
                <a:cubicBezTo>
                  <a:pt x="389255" y="22225"/>
                  <a:pt x="364490" y="26670"/>
                  <a:pt x="342265" y="34925"/>
                </a:cubicBezTo>
                <a:lnTo>
                  <a:pt x="413385" y="193675"/>
                </a:lnTo>
                <a:cubicBezTo>
                  <a:pt x="414020" y="194945"/>
                  <a:pt x="414655" y="196215"/>
                  <a:pt x="415925" y="196215"/>
                </a:cubicBezTo>
                <a:cubicBezTo>
                  <a:pt x="417195" y="196215"/>
                  <a:pt x="417830" y="194945"/>
                  <a:pt x="418465" y="193675"/>
                </a:cubicBezTo>
                <a:lnTo>
                  <a:pt x="489585" y="34925"/>
                </a:lnTo>
                <a:cubicBezTo>
                  <a:pt x="466090" y="26670"/>
                  <a:pt x="441325" y="22225"/>
                  <a:pt x="415290" y="22225"/>
                </a:cubicBezTo>
                <a:close/>
                <a:moveTo>
                  <a:pt x="415290" y="0"/>
                </a:moveTo>
                <a:cubicBezTo>
                  <a:pt x="553720" y="0"/>
                  <a:pt x="665480" y="111125"/>
                  <a:pt x="665480" y="248285"/>
                </a:cubicBezTo>
                <a:cubicBezTo>
                  <a:pt x="665480" y="385445"/>
                  <a:pt x="553720" y="496570"/>
                  <a:pt x="415290" y="496570"/>
                </a:cubicBezTo>
                <a:cubicBezTo>
                  <a:pt x="276860" y="496570"/>
                  <a:pt x="165100" y="385445"/>
                  <a:pt x="165100" y="248285"/>
                </a:cubicBezTo>
                <a:cubicBezTo>
                  <a:pt x="165100" y="111125"/>
                  <a:pt x="276860" y="0"/>
                  <a:pt x="415290"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25" name="VW">
            <a:extLst>
              <a:ext uri="{FF2B5EF4-FFF2-40B4-BE49-F238E27FC236}">
                <a16:creationId xmlns:a16="http://schemas.microsoft.com/office/drawing/2014/main" id="{EEF814AA-168B-9799-12AF-0C278724E86E}"/>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chemeClr val="tx2"/>
          </a:solidFill>
          <a:ln w="6350" cap="flat">
            <a:noFill/>
            <a:prstDash val="solid"/>
            <a:miter/>
          </a:ln>
        </p:spPr>
        <p:txBody>
          <a:bodyPr rtlCol="0" anchor="ctr"/>
          <a:lstStyle/>
          <a:p>
            <a:endParaRPr lang="en-GB"/>
          </a:p>
        </p:txBody>
      </p:sp>
      <p:sp>
        <p:nvSpPr>
          <p:cNvPr id="4" name="Footer Placeholder ">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3" name="Date Placeholder ">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de-DE"/>
              <a:t>01.11.2023</a:t>
            </a:r>
            <a:endParaRPr lang="en-GB"/>
          </a:p>
        </p:txBody>
      </p:sp>
      <p:sp>
        <p:nvSpPr>
          <p:cNvPr id="5" name="Slide Number Placeholder ">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a:t>
            </a:fld>
            <a:endParaRPr lang="en-GB"/>
          </a:p>
        </p:txBody>
      </p:sp>
      <p:sp>
        <p:nvSpPr>
          <p:cNvPr id="50" name="Freeform 49">
            <a:extLst>
              <a:ext uri="{FF2B5EF4-FFF2-40B4-BE49-F238E27FC236}">
                <a16:creationId xmlns:a16="http://schemas.microsoft.com/office/drawing/2014/main" id="{70B8882C-2984-4347-B255-924F91231170}"/>
              </a:ext>
            </a:extLst>
          </p:cNvPr>
          <p:cNvSpPr/>
          <p:nvPr userDrawn="1"/>
        </p:nvSpPr>
        <p:spPr>
          <a:xfrm>
            <a:off x="4004032" y="3162447"/>
            <a:ext cx="1036080" cy="530861"/>
          </a:xfrm>
          <a:custGeom>
            <a:avLst/>
            <a:gdLst>
              <a:gd name="connsiteX0" fmla="*/ 103550 w 1036080"/>
              <a:gd name="connsiteY0" fmla="*/ 483870 h 530861"/>
              <a:gd name="connsiteX1" fmla="*/ 103550 w 1036080"/>
              <a:gd name="connsiteY1" fmla="*/ 512445 h 530861"/>
              <a:gd name="connsiteX2" fmla="*/ 142920 w 1036080"/>
              <a:gd name="connsiteY2" fmla="*/ 512445 h 530861"/>
              <a:gd name="connsiteX3" fmla="*/ 156255 w 1036080"/>
              <a:gd name="connsiteY3" fmla="*/ 509270 h 530861"/>
              <a:gd name="connsiteX4" fmla="*/ 161970 w 1036080"/>
              <a:gd name="connsiteY4" fmla="*/ 498475 h 530861"/>
              <a:gd name="connsiteX5" fmla="*/ 142285 w 1036080"/>
              <a:gd name="connsiteY5" fmla="*/ 483870 h 530861"/>
              <a:gd name="connsiteX6" fmla="*/ 103550 w 1036080"/>
              <a:gd name="connsiteY6" fmla="*/ 483870 h 530861"/>
              <a:gd name="connsiteX7" fmla="*/ 122679 w 1036080"/>
              <a:gd name="connsiteY7" fmla="*/ 439579 h 530861"/>
              <a:gd name="connsiteX8" fmla="*/ 103550 w 1036080"/>
              <a:gd name="connsiteY8" fmla="*/ 440055 h 530861"/>
              <a:gd name="connsiteX9" fmla="*/ 102280 w 1036080"/>
              <a:gd name="connsiteY9" fmla="*/ 464820 h 530861"/>
              <a:gd name="connsiteX10" fmla="*/ 141015 w 1036080"/>
              <a:gd name="connsiteY10" fmla="*/ 464820 h 530861"/>
              <a:gd name="connsiteX11" fmla="*/ 148000 w 1036080"/>
              <a:gd name="connsiteY11" fmla="*/ 462915 h 530861"/>
              <a:gd name="connsiteX12" fmla="*/ 153715 w 1036080"/>
              <a:gd name="connsiteY12" fmla="*/ 452120 h 530861"/>
              <a:gd name="connsiteX13" fmla="*/ 140380 w 1036080"/>
              <a:gd name="connsiteY13" fmla="*/ 440055 h 530861"/>
              <a:gd name="connsiteX14" fmla="*/ 122679 w 1036080"/>
              <a:gd name="connsiteY14" fmla="*/ 439579 h 530861"/>
              <a:gd name="connsiteX15" fmla="*/ 840149 w 1036080"/>
              <a:gd name="connsiteY15" fmla="*/ 422275 h 530861"/>
              <a:gd name="connsiteX16" fmla="*/ 865549 w 1036080"/>
              <a:gd name="connsiteY16" fmla="*/ 422275 h 530861"/>
              <a:gd name="connsiteX17" fmla="*/ 899839 w 1036080"/>
              <a:gd name="connsiteY17" fmla="*/ 464186 h 530861"/>
              <a:gd name="connsiteX18" fmla="*/ 934129 w 1036080"/>
              <a:gd name="connsiteY18" fmla="*/ 422275 h 530861"/>
              <a:gd name="connsiteX19" fmla="*/ 959529 w 1036080"/>
              <a:gd name="connsiteY19" fmla="*/ 422275 h 530861"/>
              <a:gd name="connsiteX20" fmla="*/ 909999 w 1036080"/>
              <a:gd name="connsiteY20" fmla="*/ 483870 h 530861"/>
              <a:gd name="connsiteX21" fmla="*/ 909999 w 1036080"/>
              <a:gd name="connsiteY21" fmla="*/ 530225 h 530861"/>
              <a:gd name="connsiteX22" fmla="*/ 889679 w 1036080"/>
              <a:gd name="connsiteY22" fmla="*/ 530225 h 530861"/>
              <a:gd name="connsiteX23" fmla="*/ 889679 w 1036080"/>
              <a:gd name="connsiteY23" fmla="*/ 483870 h 530861"/>
              <a:gd name="connsiteX24" fmla="*/ 840149 w 1036080"/>
              <a:gd name="connsiteY24" fmla="*/ 422275 h 530861"/>
              <a:gd name="connsiteX25" fmla="*/ 717595 w 1036080"/>
              <a:gd name="connsiteY25" fmla="*/ 422275 h 530861"/>
              <a:gd name="connsiteX26" fmla="*/ 807765 w 1036080"/>
              <a:gd name="connsiteY26" fmla="*/ 422275 h 530861"/>
              <a:gd name="connsiteX27" fmla="*/ 807765 w 1036080"/>
              <a:gd name="connsiteY27" fmla="*/ 441325 h 530861"/>
              <a:gd name="connsiteX28" fmla="*/ 737915 w 1036080"/>
              <a:gd name="connsiteY28" fmla="*/ 441325 h 530861"/>
              <a:gd name="connsiteX29" fmla="*/ 737915 w 1036080"/>
              <a:gd name="connsiteY29" fmla="*/ 465455 h 530861"/>
              <a:gd name="connsiteX30" fmla="*/ 786175 w 1036080"/>
              <a:gd name="connsiteY30" fmla="*/ 465455 h 530861"/>
              <a:gd name="connsiteX31" fmla="*/ 786175 w 1036080"/>
              <a:gd name="connsiteY31" fmla="*/ 484505 h 530861"/>
              <a:gd name="connsiteX32" fmla="*/ 737915 w 1036080"/>
              <a:gd name="connsiteY32" fmla="*/ 484505 h 530861"/>
              <a:gd name="connsiteX33" fmla="*/ 737915 w 1036080"/>
              <a:gd name="connsiteY33" fmla="*/ 511811 h 530861"/>
              <a:gd name="connsiteX34" fmla="*/ 809035 w 1036080"/>
              <a:gd name="connsiteY34" fmla="*/ 511175 h 530861"/>
              <a:gd name="connsiteX35" fmla="*/ 809035 w 1036080"/>
              <a:gd name="connsiteY35" fmla="*/ 530225 h 530861"/>
              <a:gd name="connsiteX36" fmla="*/ 717595 w 1036080"/>
              <a:gd name="connsiteY36" fmla="*/ 530225 h 530861"/>
              <a:gd name="connsiteX37" fmla="*/ 717595 w 1036080"/>
              <a:gd name="connsiteY37" fmla="*/ 422275 h 530861"/>
              <a:gd name="connsiteX38" fmla="*/ 598849 w 1036080"/>
              <a:gd name="connsiteY38" fmla="*/ 422275 h 530861"/>
              <a:gd name="connsiteX39" fmla="*/ 619169 w 1036080"/>
              <a:gd name="connsiteY39" fmla="*/ 422275 h 530861"/>
              <a:gd name="connsiteX40" fmla="*/ 619169 w 1036080"/>
              <a:gd name="connsiteY40" fmla="*/ 511811 h 530861"/>
              <a:gd name="connsiteX41" fmla="*/ 687749 w 1036080"/>
              <a:gd name="connsiteY41" fmla="*/ 511175 h 530861"/>
              <a:gd name="connsiteX42" fmla="*/ 687749 w 1036080"/>
              <a:gd name="connsiteY42" fmla="*/ 530225 h 530861"/>
              <a:gd name="connsiteX43" fmla="*/ 598849 w 1036080"/>
              <a:gd name="connsiteY43" fmla="*/ 530225 h 530861"/>
              <a:gd name="connsiteX44" fmla="*/ 598849 w 1036080"/>
              <a:gd name="connsiteY44" fmla="*/ 422275 h 530861"/>
              <a:gd name="connsiteX45" fmla="*/ 471215 w 1036080"/>
              <a:gd name="connsiteY45" fmla="*/ 422275 h 530861"/>
              <a:gd name="connsiteX46" fmla="*/ 570910 w 1036080"/>
              <a:gd name="connsiteY46" fmla="*/ 422275 h 530861"/>
              <a:gd name="connsiteX47" fmla="*/ 570910 w 1036080"/>
              <a:gd name="connsiteY47" fmla="*/ 441325 h 530861"/>
              <a:gd name="connsiteX48" fmla="*/ 531540 w 1036080"/>
              <a:gd name="connsiteY48" fmla="*/ 441325 h 530861"/>
              <a:gd name="connsiteX49" fmla="*/ 531540 w 1036080"/>
              <a:gd name="connsiteY49" fmla="*/ 530861 h 530861"/>
              <a:gd name="connsiteX50" fmla="*/ 510585 w 1036080"/>
              <a:gd name="connsiteY50" fmla="*/ 530861 h 530861"/>
              <a:gd name="connsiteX51" fmla="*/ 510585 w 1036080"/>
              <a:gd name="connsiteY51" fmla="*/ 441325 h 530861"/>
              <a:gd name="connsiteX52" fmla="*/ 471215 w 1036080"/>
              <a:gd name="connsiteY52" fmla="*/ 441325 h 530861"/>
              <a:gd name="connsiteX53" fmla="*/ 471215 w 1036080"/>
              <a:gd name="connsiteY53" fmla="*/ 422275 h 530861"/>
              <a:gd name="connsiteX54" fmla="*/ 337229 w 1036080"/>
              <a:gd name="connsiteY54" fmla="*/ 422275 h 530861"/>
              <a:gd name="connsiteX55" fmla="*/ 356279 w 1036080"/>
              <a:gd name="connsiteY55" fmla="*/ 422275 h 530861"/>
              <a:gd name="connsiteX56" fmla="*/ 419144 w 1036080"/>
              <a:gd name="connsiteY56" fmla="*/ 494665 h 530861"/>
              <a:gd name="connsiteX57" fmla="*/ 419144 w 1036080"/>
              <a:gd name="connsiteY57" fmla="*/ 422275 h 530861"/>
              <a:gd name="connsiteX58" fmla="*/ 437559 w 1036080"/>
              <a:gd name="connsiteY58" fmla="*/ 422275 h 530861"/>
              <a:gd name="connsiteX59" fmla="*/ 437559 w 1036080"/>
              <a:gd name="connsiteY59" fmla="*/ 530225 h 530861"/>
              <a:gd name="connsiteX60" fmla="*/ 421684 w 1036080"/>
              <a:gd name="connsiteY60" fmla="*/ 530225 h 530861"/>
              <a:gd name="connsiteX61" fmla="*/ 355644 w 1036080"/>
              <a:gd name="connsiteY61" fmla="*/ 453390 h 530861"/>
              <a:gd name="connsiteX62" fmla="*/ 355644 w 1036080"/>
              <a:gd name="connsiteY62" fmla="*/ 530225 h 530861"/>
              <a:gd name="connsiteX63" fmla="*/ 337229 w 1036080"/>
              <a:gd name="connsiteY63" fmla="*/ 530225 h 530861"/>
              <a:gd name="connsiteX64" fmla="*/ 337229 w 1036080"/>
              <a:gd name="connsiteY64" fmla="*/ 422275 h 530861"/>
              <a:gd name="connsiteX65" fmla="*/ 212770 w 1036080"/>
              <a:gd name="connsiteY65" fmla="*/ 422275 h 530861"/>
              <a:gd name="connsiteX66" fmla="*/ 306115 w 1036080"/>
              <a:gd name="connsiteY66" fmla="*/ 422275 h 530861"/>
              <a:gd name="connsiteX67" fmla="*/ 306115 w 1036080"/>
              <a:gd name="connsiteY67" fmla="*/ 441325 h 530861"/>
              <a:gd name="connsiteX68" fmla="*/ 233725 w 1036080"/>
              <a:gd name="connsiteY68" fmla="*/ 441325 h 530861"/>
              <a:gd name="connsiteX69" fmla="*/ 233725 w 1036080"/>
              <a:gd name="connsiteY69" fmla="*/ 465455 h 530861"/>
              <a:gd name="connsiteX70" fmla="*/ 283255 w 1036080"/>
              <a:gd name="connsiteY70" fmla="*/ 465455 h 530861"/>
              <a:gd name="connsiteX71" fmla="*/ 283255 w 1036080"/>
              <a:gd name="connsiteY71" fmla="*/ 484505 h 530861"/>
              <a:gd name="connsiteX72" fmla="*/ 233725 w 1036080"/>
              <a:gd name="connsiteY72" fmla="*/ 484505 h 530861"/>
              <a:gd name="connsiteX73" fmla="*/ 233725 w 1036080"/>
              <a:gd name="connsiteY73" fmla="*/ 511811 h 530861"/>
              <a:gd name="connsiteX74" fmla="*/ 307385 w 1036080"/>
              <a:gd name="connsiteY74" fmla="*/ 511175 h 530861"/>
              <a:gd name="connsiteX75" fmla="*/ 307385 w 1036080"/>
              <a:gd name="connsiteY75" fmla="*/ 530225 h 530861"/>
              <a:gd name="connsiteX76" fmla="*/ 212770 w 1036080"/>
              <a:gd name="connsiteY76" fmla="*/ 530225 h 530861"/>
              <a:gd name="connsiteX77" fmla="*/ 212770 w 1036080"/>
              <a:gd name="connsiteY77" fmla="*/ 422275 h 530861"/>
              <a:gd name="connsiteX78" fmla="*/ 82595 w 1036080"/>
              <a:gd name="connsiteY78" fmla="*/ 421640 h 530861"/>
              <a:gd name="connsiteX79" fmla="*/ 141015 w 1036080"/>
              <a:gd name="connsiteY79" fmla="*/ 421640 h 530861"/>
              <a:gd name="connsiteX80" fmla="*/ 174670 w 1036080"/>
              <a:gd name="connsiteY80" fmla="*/ 448945 h 530861"/>
              <a:gd name="connsiteX81" fmla="*/ 162605 w 1036080"/>
              <a:gd name="connsiteY81" fmla="*/ 472440 h 530861"/>
              <a:gd name="connsiteX82" fmla="*/ 182290 w 1036080"/>
              <a:gd name="connsiteY82" fmla="*/ 499110 h 530861"/>
              <a:gd name="connsiteX83" fmla="*/ 167685 w 1036080"/>
              <a:gd name="connsiteY83" fmla="*/ 525145 h 530861"/>
              <a:gd name="connsiteX84" fmla="*/ 148635 w 1036080"/>
              <a:gd name="connsiteY84" fmla="*/ 529590 h 530861"/>
              <a:gd name="connsiteX85" fmla="*/ 82595 w 1036080"/>
              <a:gd name="connsiteY85" fmla="*/ 529590 h 530861"/>
              <a:gd name="connsiteX86" fmla="*/ 82595 w 1036080"/>
              <a:gd name="connsiteY86" fmla="*/ 421640 h 530861"/>
              <a:gd name="connsiteX87" fmla="*/ 515664 w 1036080"/>
              <a:gd name="connsiteY87" fmla="*/ 272415 h 530861"/>
              <a:gd name="connsiteX88" fmla="*/ 520744 w 1036080"/>
              <a:gd name="connsiteY88" fmla="*/ 272415 h 530861"/>
              <a:gd name="connsiteX89" fmla="*/ 525189 w 1036080"/>
              <a:gd name="connsiteY89" fmla="*/ 272415 h 530861"/>
              <a:gd name="connsiteX90" fmla="*/ 525824 w 1036080"/>
              <a:gd name="connsiteY90" fmla="*/ 273685 h 530861"/>
              <a:gd name="connsiteX91" fmla="*/ 529634 w 1036080"/>
              <a:gd name="connsiteY91" fmla="*/ 308610 h 530861"/>
              <a:gd name="connsiteX92" fmla="*/ 528999 w 1036080"/>
              <a:gd name="connsiteY92" fmla="*/ 319405 h 530861"/>
              <a:gd name="connsiteX93" fmla="*/ 521379 w 1036080"/>
              <a:gd name="connsiteY93" fmla="*/ 325755 h 530861"/>
              <a:gd name="connsiteX94" fmla="*/ 513124 w 1036080"/>
              <a:gd name="connsiteY94" fmla="*/ 318770 h 530861"/>
              <a:gd name="connsiteX95" fmla="*/ 513124 w 1036080"/>
              <a:gd name="connsiteY95" fmla="*/ 309245 h 530861"/>
              <a:gd name="connsiteX96" fmla="*/ 515029 w 1036080"/>
              <a:gd name="connsiteY96" fmla="*/ 274320 h 530861"/>
              <a:gd name="connsiteX97" fmla="*/ 515664 w 1036080"/>
              <a:gd name="connsiteY97" fmla="*/ 272415 h 530861"/>
              <a:gd name="connsiteX98" fmla="*/ 542335 w 1036080"/>
              <a:gd name="connsiteY98" fmla="*/ 269875 h 530861"/>
              <a:gd name="connsiteX99" fmla="*/ 542970 w 1036080"/>
              <a:gd name="connsiteY99" fmla="*/ 271145 h 530861"/>
              <a:gd name="connsiteX100" fmla="*/ 549320 w 1036080"/>
              <a:gd name="connsiteY100" fmla="*/ 304800 h 530861"/>
              <a:gd name="connsiteX101" fmla="*/ 550590 w 1036080"/>
              <a:gd name="connsiteY101" fmla="*/ 315595 h 530861"/>
              <a:gd name="connsiteX102" fmla="*/ 543605 w 1036080"/>
              <a:gd name="connsiteY102" fmla="*/ 322580 h 530861"/>
              <a:gd name="connsiteX103" fmla="*/ 534715 w 1036080"/>
              <a:gd name="connsiteY103" fmla="*/ 316865 h 530861"/>
              <a:gd name="connsiteX104" fmla="*/ 533445 w 1036080"/>
              <a:gd name="connsiteY104" fmla="*/ 307975 h 530861"/>
              <a:gd name="connsiteX105" fmla="*/ 531540 w 1036080"/>
              <a:gd name="connsiteY105" fmla="*/ 273050 h 530861"/>
              <a:gd name="connsiteX106" fmla="*/ 532175 w 1036080"/>
              <a:gd name="connsiteY106" fmla="*/ 271145 h 530861"/>
              <a:gd name="connsiteX107" fmla="*/ 542335 w 1036080"/>
              <a:gd name="connsiteY107" fmla="*/ 269875 h 530861"/>
              <a:gd name="connsiteX108" fmla="*/ 496614 w 1036080"/>
              <a:gd name="connsiteY108" fmla="*/ 269240 h 530861"/>
              <a:gd name="connsiteX109" fmla="*/ 506774 w 1036080"/>
              <a:gd name="connsiteY109" fmla="*/ 270510 h 530861"/>
              <a:gd name="connsiteX110" fmla="*/ 507409 w 1036080"/>
              <a:gd name="connsiteY110" fmla="*/ 272415 h 530861"/>
              <a:gd name="connsiteX111" fmla="*/ 504869 w 1036080"/>
              <a:gd name="connsiteY111" fmla="*/ 307340 h 530861"/>
              <a:gd name="connsiteX112" fmla="*/ 502964 w 1036080"/>
              <a:gd name="connsiteY112" fmla="*/ 317500 h 530861"/>
              <a:gd name="connsiteX113" fmla="*/ 494709 w 1036080"/>
              <a:gd name="connsiteY113" fmla="*/ 322580 h 530861"/>
              <a:gd name="connsiteX114" fmla="*/ 487724 w 1036080"/>
              <a:gd name="connsiteY114" fmla="*/ 314325 h 530861"/>
              <a:gd name="connsiteX115" fmla="*/ 488994 w 1036080"/>
              <a:gd name="connsiteY115" fmla="*/ 304800 h 530861"/>
              <a:gd name="connsiteX116" fmla="*/ 495979 w 1036080"/>
              <a:gd name="connsiteY116" fmla="*/ 270510 h 530861"/>
              <a:gd name="connsiteX117" fmla="*/ 496614 w 1036080"/>
              <a:gd name="connsiteY117" fmla="*/ 269240 h 530861"/>
              <a:gd name="connsiteX118" fmla="*/ 561384 w 1036080"/>
              <a:gd name="connsiteY118" fmla="*/ 266700 h 530861"/>
              <a:gd name="connsiteX119" fmla="*/ 573449 w 1036080"/>
              <a:gd name="connsiteY119" fmla="*/ 300355 h 530861"/>
              <a:gd name="connsiteX120" fmla="*/ 575989 w 1036080"/>
              <a:gd name="connsiteY120" fmla="*/ 311150 h 530861"/>
              <a:gd name="connsiteX121" fmla="*/ 570909 w 1036080"/>
              <a:gd name="connsiteY121" fmla="*/ 319405 h 530861"/>
              <a:gd name="connsiteX122" fmla="*/ 561384 w 1036080"/>
              <a:gd name="connsiteY122" fmla="*/ 314961 h 530861"/>
              <a:gd name="connsiteX123" fmla="*/ 558844 w 1036080"/>
              <a:gd name="connsiteY123" fmla="*/ 306070 h 530861"/>
              <a:gd name="connsiteX124" fmla="*/ 551224 w 1036080"/>
              <a:gd name="connsiteY124" fmla="*/ 270511 h 530861"/>
              <a:gd name="connsiteX125" fmla="*/ 551224 w 1036080"/>
              <a:gd name="connsiteY125" fmla="*/ 268605 h 530861"/>
              <a:gd name="connsiteX126" fmla="*/ 561384 w 1036080"/>
              <a:gd name="connsiteY126" fmla="*/ 266700 h 530861"/>
              <a:gd name="connsiteX127" fmla="*/ 480104 w 1036080"/>
              <a:gd name="connsiteY127" fmla="*/ 266700 h 530861"/>
              <a:gd name="connsiteX128" fmla="*/ 490264 w 1036080"/>
              <a:gd name="connsiteY128" fmla="*/ 268605 h 530861"/>
              <a:gd name="connsiteX129" fmla="*/ 490264 w 1036080"/>
              <a:gd name="connsiteY129" fmla="*/ 271780 h 530861"/>
              <a:gd name="connsiteX130" fmla="*/ 481374 w 1036080"/>
              <a:gd name="connsiteY130" fmla="*/ 306070 h 530861"/>
              <a:gd name="connsiteX131" fmla="*/ 477564 w 1036080"/>
              <a:gd name="connsiteY131" fmla="*/ 316230 h 530861"/>
              <a:gd name="connsiteX132" fmla="*/ 468039 w 1036080"/>
              <a:gd name="connsiteY132" fmla="*/ 319405 h 530861"/>
              <a:gd name="connsiteX133" fmla="*/ 462324 w 1036080"/>
              <a:gd name="connsiteY133" fmla="*/ 309880 h 530861"/>
              <a:gd name="connsiteX134" fmla="*/ 465499 w 1036080"/>
              <a:gd name="connsiteY134" fmla="*/ 300990 h 530861"/>
              <a:gd name="connsiteX135" fmla="*/ 479469 w 1036080"/>
              <a:gd name="connsiteY135" fmla="*/ 267970 h 530861"/>
              <a:gd name="connsiteX136" fmla="*/ 480104 w 1036080"/>
              <a:gd name="connsiteY136" fmla="*/ 266700 h 530861"/>
              <a:gd name="connsiteX137" fmla="*/ 577259 w 1036080"/>
              <a:gd name="connsiteY137" fmla="*/ 260986 h 530861"/>
              <a:gd name="connsiteX138" fmla="*/ 577894 w 1036080"/>
              <a:gd name="connsiteY138" fmla="*/ 261621 h 530861"/>
              <a:gd name="connsiteX139" fmla="*/ 594404 w 1036080"/>
              <a:gd name="connsiteY139" fmla="*/ 292100 h 530861"/>
              <a:gd name="connsiteX140" fmla="*/ 598214 w 1036080"/>
              <a:gd name="connsiteY140" fmla="*/ 301625 h 530861"/>
              <a:gd name="connsiteX141" fmla="*/ 593769 w 1036080"/>
              <a:gd name="connsiteY141" fmla="*/ 310516 h 530861"/>
              <a:gd name="connsiteX142" fmla="*/ 583609 w 1036080"/>
              <a:gd name="connsiteY142" fmla="*/ 307341 h 530861"/>
              <a:gd name="connsiteX143" fmla="*/ 579799 w 1036080"/>
              <a:gd name="connsiteY143" fmla="*/ 299086 h 530861"/>
              <a:gd name="connsiteX144" fmla="*/ 567734 w 1036080"/>
              <a:gd name="connsiteY144" fmla="*/ 266066 h 530861"/>
              <a:gd name="connsiteX145" fmla="*/ 567734 w 1036080"/>
              <a:gd name="connsiteY145" fmla="*/ 264161 h 530861"/>
              <a:gd name="connsiteX146" fmla="*/ 577259 w 1036080"/>
              <a:gd name="connsiteY146" fmla="*/ 260986 h 530861"/>
              <a:gd name="connsiteX147" fmla="*/ 462324 w 1036080"/>
              <a:gd name="connsiteY147" fmla="*/ 260986 h 530861"/>
              <a:gd name="connsiteX148" fmla="*/ 471214 w 1036080"/>
              <a:gd name="connsiteY148" fmla="*/ 264161 h 530861"/>
              <a:gd name="connsiteX149" fmla="*/ 471214 w 1036080"/>
              <a:gd name="connsiteY149" fmla="*/ 266700 h 530861"/>
              <a:gd name="connsiteX150" fmla="*/ 458514 w 1036080"/>
              <a:gd name="connsiteY150" fmla="*/ 299086 h 530861"/>
              <a:gd name="connsiteX151" fmla="*/ 453434 w 1036080"/>
              <a:gd name="connsiteY151" fmla="*/ 308611 h 530861"/>
              <a:gd name="connsiteX152" fmla="*/ 444544 w 1036080"/>
              <a:gd name="connsiteY152" fmla="*/ 310516 h 530861"/>
              <a:gd name="connsiteX153" fmla="*/ 440734 w 1036080"/>
              <a:gd name="connsiteY153" fmla="*/ 300356 h 530861"/>
              <a:gd name="connsiteX154" fmla="*/ 444544 w 1036080"/>
              <a:gd name="connsiteY154" fmla="*/ 292100 h 530861"/>
              <a:gd name="connsiteX155" fmla="*/ 461689 w 1036080"/>
              <a:gd name="connsiteY155" fmla="*/ 261621 h 530861"/>
              <a:gd name="connsiteX156" fmla="*/ 462324 w 1036080"/>
              <a:gd name="connsiteY156" fmla="*/ 260986 h 530861"/>
              <a:gd name="connsiteX157" fmla="*/ 703624 w 1036080"/>
              <a:gd name="connsiteY157" fmla="*/ 206375 h 530861"/>
              <a:gd name="connsiteX158" fmla="*/ 648379 w 1036080"/>
              <a:gd name="connsiteY158" fmla="*/ 279400 h 530861"/>
              <a:gd name="connsiteX159" fmla="*/ 607104 w 1036080"/>
              <a:gd name="connsiteY159" fmla="*/ 302895 h 530861"/>
              <a:gd name="connsiteX160" fmla="*/ 605834 w 1036080"/>
              <a:gd name="connsiteY160" fmla="*/ 299086 h 530861"/>
              <a:gd name="connsiteX161" fmla="*/ 603929 w 1036080"/>
              <a:gd name="connsiteY161" fmla="*/ 295911 h 530861"/>
              <a:gd name="connsiteX162" fmla="*/ 643934 w 1036080"/>
              <a:gd name="connsiteY162" fmla="*/ 273050 h 530861"/>
              <a:gd name="connsiteX163" fmla="*/ 695369 w 1036080"/>
              <a:gd name="connsiteY163" fmla="*/ 207011 h 530861"/>
              <a:gd name="connsiteX164" fmla="*/ 703624 w 1036080"/>
              <a:gd name="connsiteY164" fmla="*/ 206375 h 530861"/>
              <a:gd name="connsiteX165" fmla="*/ 329609 w 1036080"/>
              <a:gd name="connsiteY165" fmla="*/ 203200 h 530861"/>
              <a:gd name="connsiteX166" fmla="*/ 338499 w 1036080"/>
              <a:gd name="connsiteY166" fmla="*/ 205105 h 530861"/>
              <a:gd name="connsiteX167" fmla="*/ 390569 w 1036080"/>
              <a:gd name="connsiteY167" fmla="*/ 273686 h 530861"/>
              <a:gd name="connsiteX168" fmla="*/ 435019 w 1036080"/>
              <a:gd name="connsiteY168" fmla="*/ 299086 h 530861"/>
              <a:gd name="connsiteX169" fmla="*/ 434384 w 1036080"/>
              <a:gd name="connsiteY169" fmla="*/ 299720 h 530861"/>
              <a:gd name="connsiteX170" fmla="*/ 432479 w 1036080"/>
              <a:gd name="connsiteY170" fmla="*/ 306070 h 530861"/>
              <a:gd name="connsiteX171" fmla="*/ 385489 w 1036080"/>
              <a:gd name="connsiteY171" fmla="*/ 279400 h 530861"/>
              <a:gd name="connsiteX172" fmla="*/ 329609 w 1036080"/>
              <a:gd name="connsiteY172" fmla="*/ 203200 h 530861"/>
              <a:gd name="connsiteX173" fmla="*/ 672509 w 1036080"/>
              <a:gd name="connsiteY173" fmla="*/ 200661 h 530861"/>
              <a:gd name="connsiteX174" fmla="*/ 687114 w 1036080"/>
              <a:gd name="connsiteY174" fmla="*/ 205741 h 530861"/>
              <a:gd name="connsiteX175" fmla="*/ 639489 w 1036080"/>
              <a:gd name="connsiteY175" fmla="*/ 269241 h 530861"/>
              <a:gd name="connsiteX176" fmla="*/ 601389 w 1036080"/>
              <a:gd name="connsiteY176" fmla="*/ 292100 h 530861"/>
              <a:gd name="connsiteX177" fmla="*/ 585514 w 1036080"/>
              <a:gd name="connsiteY177" fmla="*/ 264796 h 530861"/>
              <a:gd name="connsiteX178" fmla="*/ 584879 w 1036080"/>
              <a:gd name="connsiteY178" fmla="*/ 260986 h 530861"/>
              <a:gd name="connsiteX179" fmla="*/ 647109 w 1036080"/>
              <a:gd name="connsiteY179" fmla="*/ 208916 h 530861"/>
              <a:gd name="connsiteX180" fmla="*/ 649649 w 1036080"/>
              <a:gd name="connsiteY180" fmla="*/ 209550 h 530861"/>
              <a:gd name="connsiteX181" fmla="*/ 655364 w 1036080"/>
              <a:gd name="connsiteY181" fmla="*/ 210821 h 530861"/>
              <a:gd name="connsiteX182" fmla="*/ 657904 w 1036080"/>
              <a:gd name="connsiteY182" fmla="*/ 210821 h 530861"/>
              <a:gd name="connsiteX183" fmla="*/ 671239 w 1036080"/>
              <a:gd name="connsiteY183" fmla="*/ 204471 h 530861"/>
              <a:gd name="connsiteX184" fmla="*/ 672509 w 1036080"/>
              <a:gd name="connsiteY184" fmla="*/ 200661 h 530861"/>
              <a:gd name="connsiteX185" fmla="*/ 364534 w 1036080"/>
              <a:gd name="connsiteY185" fmla="*/ 197486 h 530861"/>
              <a:gd name="connsiteX186" fmla="*/ 367709 w 1036080"/>
              <a:gd name="connsiteY186" fmla="*/ 201296 h 530861"/>
              <a:gd name="connsiteX187" fmla="*/ 374059 w 1036080"/>
              <a:gd name="connsiteY187" fmla="*/ 204471 h 530861"/>
              <a:gd name="connsiteX188" fmla="*/ 378504 w 1036080"/>
              <a:gd name="connsiteY188" fmla="*/ 205106 h 530861"/>
              <a:gd name="connsiteX189" fmla="*/ 389299 w 1036080"/>
              <a:gd name="connsiteY189" fmla="*/ 202566 h 530861"/>
              <a:gd name="connsiteX190" fmla="*/ 457244 w 1036080"/>
              <a:gd name="connsiteY190" fmla="*/ 259716 h 530861"/>
              <a:gd name="connsiteX191" fmla="*/ 455974 w 1036080"/>
              <a:gd name="connsiteY191" fmla="*/ 262891 h 530861"/>
              <a:gd name="connsiteX192" fmla="*/ 438194 w 1036080"/>
              <a:gd name="connsiteY192" fmla="*/ 292100 h 530861"/>
              <a:gd name="connsiteX193" fmla="*/ 395014 w 1036080"/>
              <a:gd name="connsiteY193" fmla="*/ 267336 h 530861"/>
              <a:gd name="connsiteX194" fmla="*/ 346754 w 1036080"/>
              <a:gd name="connsiteY194" fmla="*/ 203200 h 530861"/>
              <a:gd name="connsiteX195" fmla="*/ 348659 w 1036080"/>
              <a:gd name="connsiteY195" fmla="*/ 202566 h 530861"/>
              <a:gd name="connsiteX196" fmla="*/ 364534 w 1036080"/>
              <a:gd name="connsiteY196" fmla="*/ 197486 h 530861"/>
              <a:gd name="connsiteX197" fmla="*/ 658540 w 1036080"/>
              <a:gd name="connsiteY197" fmla="*/ 180340 h 530861"/>
              <a:gd name="connsiteX198" fmla="*/ 661715 w 1036080"/>
              <a:gd name="connsiteY198" fmla="*/ 185420 h 530861"/>
              <a:gd name="connsiteX199" fmla="*/ 664890 w 1036080"/>
              <a:gd name="connsiteY199" fmla="*/ 200660 h 530861"/>
              <a:gd name="connsiteX200" fmla="*/ 650920 w 1036080"/>
              <a:gd name="connsiteY200" fmla="*/ 201295 h 530861"/>
              <a:gd name="connsiteX201" fmla="*/ 658540 w 1036080"/>
              <a:gd name="connsiteY201" fmla="*/ 181610 h 530861"/>
              <a:gd name="connsiteX202" fmla="*/ 658540 w 1036080"/>
              <a:gd name="connsiteY202" fmla="*/ 180340 h 530861"/>
              <a:gd name="connsiteX203" fmla="*/ 377870 w 1036080"/>
              <a:gd name="connsiteY203" fmla="*/ 175261 h 530861"/>
              <a:gd name="connsiteX204" fmla="*/ 384855 w 1036080"/>
              <a:gd name="connsiteY204" fmla="*/ 198756 h 530861"/>
              <a:gd name="connsiteX205" fmla="*/ 382315 w 1036080"/>
              <a:gd name="connsiteY205" fmla="*/ 200025 h 530861"/>
              <a:gd name="connsiteX206" fmla="*/ 368980 w 1036080"/>
              <a:gd name="connsiteY206" fmla="*/ 193041 h 530861"/>
              <a:gd name="connsiteX207" fmla="*/ 375965 w 1036080"/>
              <a:gd name="connsiteY207" fmla="*/ 178436 h 530861"/>
              <a:gd name="connsiteX208" fmla="*/ 377870 w 1036080"/>
              <a:gd name="connsiteY208" fmla="*/ 175261 h 530861"/>
              <a:gd name="connsiteX209" fmla="*/ 520744 w 1036080"/>
              <a:gd name="connsiteY209" fmla="*/ 161291 h 530861"/>
              <a:gd name="connsiteX210" fmla="*/ 485819 w 1036080"/>
              <a:gd name="connsiteY210" fmla="*/ 194946 h 530861"/>
              <a:gd name="connsiteX211" fmla="*/ 522649 w 1036080"/>
              <a:gd name="connsiteY211" fmla="*/ 228601 h 530861"/>
              <a:gd name="connsiteX212" fmla="*/ 558844 w 1036080"/>
              <a:gd name="connsiteY212" fmla="*/ 194311 h 530861"/>
              <a:gd name="connsiteX213" fmla="*/ 520744 w 1036080"/>
              <a:gd name="connsiteY213" fmla="*/ 161291 h 530861"/>
              <a:gd name="connsiteX214" fmla="*/ 659809 w 1036080"/>
              <a:gd name="connsiteY214" fmla="*/ 153035 h 530861"/>
              <a:gd name="connsiteX215" fmla="*/ 668699 w 1036080"/>
              <a:gd name="connsiteY215" fmla="*/ 155575 h 530861"/>
              <a:gd name="connsiteX216" fmla="*/ 692829 w 1036080"/>
              <a:gd name="connsiteY216" fmla="*/ 187325 h 530861"/>
              <a:gd name="connsiteX217" fmla="*/ 696639 w 1036080"/>
              <a:gd name="connsiteY217" fmla="*/ 192405 h 530861"/>
              <a:gd name="connsiteX218" fmla="*/ 696639 w 1036080"/>
              <a:gd name="connsiteY218" fmla="*/ 198755 h 530861"/>
              <a:gd name="connsiteX219" fmla="*/ 689654 w 1036080"/>
              <a:gd name="connsiteY219" fmla="*/ 200025 h 530861"/>
              <a:gd name="connsiteX220" fmla="*/ 675684 w 1036080"/>
              <a:gd name="connsiteY220" fmla="*/ 194945 h 530861"/>
              <a:gd name="connsiteX221" fmla="*/ 669969 w 1036080"/>
              <a:gd name="connsiteY221" fmla="*/ 186055 h 530861"/>
              <a:gd name="connsiteX222" fmla="*/ 659809 w 1036080"/>
              <a:gd name="connsiteY222" fmla="*/ 170180 h 530861"/>
              <a:gd name="connsiteX223" fmla="*/ 660444 w 1036080"/>
              <a:gd name="connsiteY223" fmla="*/ 161290 h 530861"/>
              <a:gd name="connsiteX224" fmla="*/ 659809 w 1036080"/>
              <a:gd name="connsiteY224" fmla="*/ 153035 h 530861"/>
              <a:gd name="connsiteX225" fmla="*/ 377869 w 1036080"/>
              <a:gd name="connsiteY225" fmla="*/ 149861 h 530861"/>
              <a:gd name="connsiteX226" fmla="*/ 379139 w 1036080"/>
              <a:gd name="connsiteY226" fmla="*/ 150496 h 530861"/>
              <a:gd name="connsiteX227" fmla="*/ 379139 w 1036080"/>
              <a:gd name="connsiteY227" fmla="*/ 151766 h 530861"/>
              <a:gd name="connsiteX228" fmla="*/ 378504 w 1036080"/>
              <a:gd name="connsiteY228" fmla="*/ 160656 h 530861"/>
              <a:gd name="connsiteX229" fmla="*/ 378504 w 1036080"/>
              <a:gd name="connsiteY229" fmla="*/ 162561 h 530861"/>
              <a:gd name="connsiteX230" fmla="*/ 372789 w 1036080"/>
              <a:gd name="connsiteY230" fmla="*/ 172721 h 530861"/>
              <a:gd name="connsiteX231" fmla="*/ 360724 w 1036080"/>
              <a:gd name="connsiteY231" fmla="*/ 193041 h 530861"/>
              <a:gd name="connsiteX232" fmla="*/ 330879 w 1036080"/>
              <a:gd name="connsiteY232" fmla="*/ 194946 h 530861"/>
              <a:gd name="connsiteX233" fmla="*/ 328974 w 1036080"/>
              <a:gd name="connsiteY233" fmla="*/ 192406 h 530861"/>
              <a:gd name="connsiteX234" fmla="*/ 360724 w 1036080"/>
              <a:gd name="connsiteY234" fmla="*/ 156846 h 530861"/>
              <a:gd name="connsiteX235" fmla="*/ 377869 w 1036080"/>
              <a:gd name="connsiteY235" fmla="*/ 149861 h 530861"/>
              <a:gd name="connsiteX236" fmla="*/ 688384 w 1036080"/>
              <a:gd name="connsiteY236" fmla="*/ 145416 h 530861"/>
              <a:gd name="connsiteX237" fmla="*/ 720769 w 1036080"/>
              <a:gd name="connsiteY237" fmla="*/ 175896 h 530861"/>
              <a:gd name="connsiteX238" fmla="*/ 736644 w 1036080"/>
              <a:gd name="connsiteY238" fmla="*/ 191771 h 530861"/>
              <a:gd name="connsiteX239" fmla="*/ 728389 w 1036080"/>
              <a:gd name="connsiteY239" fmla="*/ 200661 h 530861"/>
              <a:gd name="connsiteX240" fmla="*/ 710609 w 1036080"/>
              <a:gd name="connsiteY240" fmla="*/ 194311 h 530861"/>
              <a:gd name="connsiteX241" fmla="*/ 709974 w 1036080"/>
              <a:gd name="connsiteY241" fmla="*/ 193675 h 530861"/>
              <a:gd name="connsiteX242" fmla="*/ 708069 w 1036080"/>
              <a:gd name="connsiteY242" fmla="*/ 192406 h 530861"/>
              <a:gd name="connsiteX243" fmla="*/ 704259 w 1036080"/>
              <a:gd name="connsiteY243" fmla="*/ 187961 h 530861"/>
              <a:gd name="connsiteX244" fmla="*/ 676954 w 1036080"/>
              <a:gd name="connsiteY244" fmla="*/ 154941 h 530861"/>
              <a:gd name="connsiteX245" fmla="*/ 673779 w 1036080"/>
              <a:gd name="connsiteY245" fmla="*/ 149861 h 530861"/>
              <a:gd name="connsiteX246" fmla="*/ 688384 w 1036080"/>
              <a:gd name="connsiteY246" fmla="*/ 145416 h 530861"/>
              <a:gd name="connsiteX247" fmla="*/ 342945 w 1036080"/>
              <a:gd name="connsiteY247" fmla="*/ 142240 h 530861"/>
              <a:gd name="connsiteX248" fmla="*/ 355010 w 1036080"/>
              <a:gd name="connsiteY248" fmla="*/ 143510 h 530861"/>
              <a:gd name="connsiteX249" fmla="*/ 361995 w 1036080"/>
              <a:gd name="connsiteY249" fmla="*/ 144145 h 530861"/>
              <a:gd name="connsiteX250" fmla="*/ 362630 w 1036080"/>
              <a:gd name="connsiteY250" fmla="*/ 145415 h 530861"/>
              <a:gd name="connsiteX251" fmla="*/ 360090 w 1036080"/>
              <a:gd name="connsiteY251" fmla="*/ 149225 h 530861"/>
              <a:gd name="connsiteX252" fmla="*/ 325165 w 1036080"/>
              <a:gd name="connsiteY252" fmla="*/ 185420 h 530861"/>
              <a:gd name="connsiteX253" fmla="*/ 323260 w 1036080"/>
              <a:gd name="connsiteY253" fmla="*/ 187325 h 530861"/>
              <a:gd name="connsiteX254" fmla="*/ 313100 w 1036080"/>
              <a:gd name="connsiteY254" fmla="*/ 193040 h 530861"/>
              <a:gd name="connsiteX255" fmla="*/ 289605 w 1036080"/>
              <a:gd name="connsiteY255" fmla="*/ 195580 h 530861"/>
              <a:gd name="connsiteX256" fmla="*/ 291510 w 1036080"/>
              <a:gd name="connsiteY256" fmla="*/ 186055 h 530861"/>
              <a:gd name="connsiteX257" fmla="*/ 312465 w 1036080"/>
              <a:gd name="connsiteY257" fmla="*/ 167640 h 530861"/>
              <a:gd name="connsiteX258" fmla="*/ 342945 w 1036080"/>
              <a:gd name="connsiteY258" fmla="*/ 142240 h 530861"/>
              <a:gd name="connsiteX259" fmla="*/ 709974 w 1036080"/>
              <a:gd name="connsiteY259" fmla="*/ 135256 h 530861"/>
              <a:gd name="connsiteX260" fmla="*/ 715054 w 1036080"/>
              <a:gd name="connsiteY260" fmla="*/ 139065 h 530861"/>
              <a:gd name="connsiteX261" fmla="*/ 778554 w 1036080"/>
              <a:gd name="connsiteY261" fmla="*/ 187961 h 530861"/>
              <a:gd name="connsiteX262" fmla="*/ 778554 w 1036080"/>
              <a:gd name="connsiteY262" fmla="*/ 192406 h 530861"/>
              <a:gd name="connsiteX263" fmla="*/ 743629 w 1036080"/>
              <a:gd name="connsiteY263" fmla="*/ 187325 h 530861"/>
              <a:gd name="connsiteX264" fmla="*/ 721404 w 1036080"/>
              <a:gd name="connsiteY264" fmla="*/ 166371 h 530861"/>
              <a:gd name="connsiteX265" fmla="*/ 699179 w 1036080"/>
              <a:gd name="connsiteY265" fmla="*/ 144781 h 530861"/>
              <a:gd name="connsiteX266" fmla="*/ 701719 w 1036080"/>
              <a:gd name="connsiteY266" fmla="*/ 137161 h 530861"/>
              <a:gd name="connsiteX267" fmla="*/ 709974 w 1036080"/>
              <a:gd name="connsiteY267" fmla="*/ 135256 h 530861"/>
              <a:gd name="connsiteX268" fmla="*/ 320720 w 1036080"/>
              <a:gd name="connsiteY268" fmla="*/ 133350 h 530861"/>
              <a:gd name="connsiteX269" fmla="*/ 337230 w 1036080"/>
              <a:gd name="connsiteY269" fmla="*/ 137161 h 530861"/>
              <a:gd name="connsiteX270" fmla="*/ 311195 w 1036080"/>
              <a:gd name="connsiteY270" fmla="*/ 158750 h 530861"/>
              <a:gd name="connsiteX271" fmla="*/ 283255 w 1036080"/>
              <a:gd name="connsiteY271" fmla="*/ 179706 h 530861"/>
              <a:gd name="connsiteX272" fmla="*/ 244520 w 1036080"/>
              <a:gd name="connsiteY272" fmla="*/ 189231 h 530861"/>
              <a:gd name="connsiteX273" fmla="*/ 238805 w 1036080"/>
              <a:gd name="connsiteY273" fmla="*/ 184150 h 530861"/>
              <a:gd name="connsiteX274" fmla="*/ 244520 w 1036080"/>
              <a:gd name="connsiteY274" fmla="*/ 175896 h 530861"/>
              <a:gd name="connsiteX275" fmla="*/ 311195 w 1036080"/>
              <a:gd name="connsiteY275" fmla="*/ 138431 h 530861"/>
              <a:gd name="connsiteX276" fmla="*/ 320720 w 1036080"/>
              <a:gd name="connsiteY276" fmla="*/ 133350 h 530861"/>
              <a:gd name="connsiteX277" fmla="*/ 725215 w 1036080"/>
              <a:gd name="connsiteY277" fmla="*/ 125096 h 530861"/>
              <a:gd name="connsiteX278" fmla="*/ 742360 w 1036080"/>
              <a:gd name="connsiteY278" fmla="*/ 133986 h 530861"/>
              <a:gd name="connsiteX279" fmla="*/ 760140 w 1036080"/>
              <a:gd name="connsiteY279" fmla="*/ 144146 h 530861"/>
              <a:gd name="connsiteX280" fmla="*/ 805860 w 1036080"/>
              <a:gd name="connsiteY280" fmla="*/ 165736 h 530861"/>
              <a:gd name="connsiteX281" fmla="*/ 824275 w 1036080"/>
              <a:gd name="connsiteY281" fmla="*/ 172086 h 530861"/>
              <a:gd name="connsiteX282" fmla="*/ 820465 w 1036080"/>
              <a:gd name="connsiteY282" fmla="*/ 183516 h 530861"/>
              <a:gd name="connsiteX283" fmla="*/ 788080 w 1036080"/>
              <a:gd name="connsiteY283" fmla="*/ 179071 h 530861"/>
              <a:gd name="connsiteX284" fmla="*/ 765220 w 1036080"/>
              <a:gd name="connsiteY284" fmla="*/ 166371 h 530861"/>
              <a:gd name="connsiteX285" fmla="*/ 717595 w 1036080"/>
              <a:gd name="connsiteY285" fmla="*/ 133351 h 530861"/>
              <a:gd name="connsiteX286" fmla="*/ 718230 w 1036080"/>
              <a:gd name="connsiteY286" fmla="*/ 126366 h 530861"/>
              <a:gd name="connsiteX287" fmla="*/ 725215 w 1036080"/>
              <a:gd name="connsiteY287" fmla="*/ 125096 h 530861"/>
              <a:gd name="connsiteX288" fmla="*/ 382315 w 1036080"/>
              <a:gd name="connsiteY288" fmla="*/ 118111 h 530861"/>
              <a:gd name="connsiteX289" fmla="*/ 390570 w 1036080"/>
              <a:gd name="connsiteY289" fmla="*/ 118111 h 530861"/>
              <a:gd name="connsiteX290" fmla="*/ 386759 w 1036080"/>
              <a:gd name="connsiteY290" fmla="*/ 125096 h 530861"/>
              <a:gd name="connsiteX291" fmla="*/ 380409 w 1036080"/>
              <a:gd name="connsiteY291" fmla="*/ 143511 h 530861"/>
              <a:gd name="connsiteX292" fmla="*/ 375330 w 1036080"/>
              <a:gd name="connsiteY292" fmla="*/ 143511 h 530861"/>
              <a:gd name="connsiteX293" fmla="*/ 365805 w 1036080"/>
              <a:gd name="connsiteY293" fmla="*/ 138431 h 530861"/>
              <a:gd name="connsiteX294" fmla="*/ 382315 w 1036080"/>
              <a:gd name="connsiteY294" fmla="*/ 118111 h 530861"/>
              <a:gd name="connsiteX295" fmla="*/ 297224 w 1036080"/>
              <a:gd name="connsiteY295" fmla="*/ 116840 h 530861"/>
              <a:gd name="connsiteX296" fmla="*/ 312465 w 1036080"/>
              <a:gd name="connsiteY296" fmla="*/ 122555 h 530861"/>
              <a:gd name="connsiteX297" fmla="*/ 288334 w 1036080"/>
              <a:gd name="connsiteY297" fmla="*/ 138430 h 530861"/>
              <a:gd name="connsiteX298" fmla="*/ 230549 w 1036080"/>
              <a:gd name="connsiteY298" fmla="*/ 167005 h 530861"/>
              <a:gd name="connsiteX299" fmla="*/ 193084 w 1036080"/>
              <a:gd name="connsiteY299" fmla="*/ 168275 h 530861"/>
              <a:gd name="connsiteX300" fmla="*/ 188640 w 1036080"/>
              <a:gd name="connsiteY300" fmla="*/ 163830 h 530861"/>
              <a:gd name="connsiteX301" fmla="*/ 188640 w 1036080"/>
              <a:gd name="connsiteY301" fmla="*/ 158115 h 530861"/>
              <a:gd name="connsiteX302" fmla="*/ 297224 w 1036080"/>
              <a:gd name="connsiteY302" fmla="*/ 116840 h 530861"/>
              <a:gd name="connsiteX303" fmla="*/ 652825 w 1036080"/>
              <a:gd name="connsiteY303" fmla="*/ 116206 h 530861"/>
              <a:gd name="connsiteX304" fmla="*/ 662350 w 1036080"/>
              <a:gd name="connsiteY304" fmla="*/ 122556 h 530861"/>
              <a:gd name="connsiteX305" fmla="*/ 669970 w 1036080"/>
              <a:gd name="connsiteY305" fmla="*/ 135890 h 530861"/>
              <a:gd name="connsiteX306" fmla="*/ 670605 w 1036080"/>
              <a:gd name="connsiteY306" fmla="*/ 139065 h 530861"/>
              <a:gd name="connsiteX307" fmla="*/ 670605 w 1036080"/>
              <a:gd name="connsiteY307" fmla="*/ 140336 h 530861"/>
              <a:gd name="connsiteX308" fmla="*/ 666160 w 1036080"/>
              <a:gd name="connsiteY308" fmla="*/ 144781 h 530861"/>
              <a:gd name="connsiteX309" fmla="*/ 660445 w 1036080"/>
              <a:gd name="connsiteY309" fmla="*/ 146686 h 530861"/>
              <a:gd name="connsiteX310" fmla="*/ 650920 w 1036080"/>
              <a:gd name="connsiteY310" fmla="*/ 117475 h 530861"/>
              <a:gd name="connsiteX311" fmla="*/ 650920 w 1036080"/>
              <a:gd name="connsiteY311" fmla="*/ 116840 h 530861"/>
              <a:gd name="connsiteX312" fmla="*/ 652825 w 1036080"/>
              <a:gd name="connsiteY312" fmla="*/ 116206 h 530861"/>
              <a:gd name="connsiteX313" fmla="*/ 361360 w 1036080"/>
              <a:gd name="connsiteY313" fmla="*/ 111761 h 530861"/>
              <a:gd name="connsiteX314" fmla="*/ 373425 w 1036080"/>
              <a:gd name="connsiteY314" fmla="*/ 113666 h 530861"/>
              <a:gd name="connsiteX315" fmla="*/ 360090 w 1036080"/>
              <a:gd name="connsiteY315" fmla="*/ 133350 h 530861"/>
              <a:gd name="connsiteX316" fmla="*/ 347390 w 1036080"/>
              <a:gd name="connsiteY316" fmla="*/ 134621 h 530861"/>
              <a:gd name="connsiteX317" fmla="*/ 350565 w 1036080"/>
              <a:gd name="connsiteY317" fmla="*/ 123191 h 530861"/>
              <a:gd name="connsiteX318" fmla="*/ 361360 w 1036080"/>
              <a:gd name="connsiteY318" fmla="*/ 111761 h 530861"/>
              <a:gd name="connsiteX319" fmla="*/ 740454 w 1036080"/>
              <a:gd name="connsiteY319" fmla="*/ 111760 h 530861"/>
              <a:gd name="connsiteX320" fmla="*/ 840784 w 1036080"/>
              <a:gd name="connsiteY320" fmla="*/ 144780 h 530861"/>
              <a:gd name="connsiteX321" fmla="*/ 876344 w 1036080"/>
              <a:gd name="connsiteY321" fmla="*/ 153670 h 530861"/>
              <a:gd name="connsiteX322" fmla="*/ 872534 w 1036080"/>
              <a:gd name="connsiteY322" fmla="*/ 163830 h 530861"/>
              <a:gd name="connsiteX323" fmla="*/ 827449 w 1036080"/>
              <a:gd name="connsiteY323" fmla="*/ 162560 h 530861"/>
              <a:gd name="connsiteX324" fmla="*/ 799509 w 1036080"/>
              <a:gd name="connsiteY324" fmla="*/ 153670 h 530861"/>
              <a:gd name="connsiteX325" fmla="*/ 772839 w 1036080"/>
              <a:gd name="connsiteY325" fmla="*/ 140970 h 530861"/>
              <a:gd name="connsiteX326" fmla="*/ 729024 w 1036080"/>
              <a:gd name="connsiteY326" fmla="*/ 117475 h 530861"/>
              <a:gd name="connsiteX327" fmla="*/ 740454 w 1036080"/>
              <a:gd name="connsiteY327" fmla="*/ 111760 h 530861"/>
              <a:gd name="connsiteX328" fmla="*/ 669334 w 1036080"/>
              <a:gd name="connsiteY328" fmla="*/ 111760 h 530861"/>
              <a:gd name="connsiteX329" fmla="*/ 675684 w 1036080"/>
              <a:gd name="connsiteY329" fmla="*/ 113030 h 530861"/>
              <a:gd name="connsiteX330" fmla="*/ 681399 w 1036080"/>
              <a:gd name="connsiteY330" fmla="*/ 117475 h 530861"/>
              <a:gd name="connsiteX331" fmla="*/ 689020 w 1036080"/>
              <a:gd name="connsiteY331" fmla="*/ 125095 h 530861"/>
              <a:gd name="connsiteX332" fmla="*/ 690290 w 1036080"/>
              <a:gd name="connsiteY332" fmla="*/ 127000 h 530861"/>
              <a:gd name="connsiteX333" fmla="*/ 692195 w 1036080"/>
              <a:gd name="connsiteY333" fmla="*/ 132080 h 530861"/>
              <a:gd name="connsiteX334" fmla="*/ 689020 w 1036080"/>
              <a:gd name="connsiteY334" fmla="*/ 135890 h 530861"/>
              <a:gd name="connsiteX335" fmla="*/ 684574 w 1036080"/>
              <a:gd name="connsiteY335" fmla="*/ 137160 h 530861"/>
              <a:gd name="connsiteX336" fmla="*/ 675684 w 1036080"/>
              <a:gd name="connsiteY336" fmla="*/ 131445 h 530861"/>
              <a:gd name="connsiteX337" fmla="*/ 669334 w 1036080"/>
              <a:gd name="connsiteY337" fmla="*/ 124460 h 530861"/>
              <a:gd name="connsiteX338" fmla="*/ 668065 w 1036080"/>
              <a:gd name="connsiteY338" fmla="*/ 122555 h 530861"/>
              <a:gd name="connsiteX339" fmla="*/ 664890 w 1036080"/>
              <a:gd name="connsiteY339" fmla="*/ 115570 h 530861"/>
              <a:gd name="connsiteX340" fmla="*/ 669334 w 1036080"/>
              <a:gd name="connsiteY340" fmla="*/ 111760 h 530861"/>
              <a:gd name="connsiteX341" fmla="*/ 692194 w 1036080"/>
              <a:gd name="connsiteY341" fmla="*/ 100966 h 530861"/>
              <a:gd name="connsiteX342" fmla="*/ 706799 w 1036080"/>
              <a:gd name="connsiteY342" fmla="*/ 108586 h 530861"/>
              <a:gd name="connsiteX343" fmla="*/ 708069 w 1036080"/>
              <a:gd name="connsiteY343" fmla="*/ 109221 h 530861"/>
              <a:gd name="connsiteX344" fmla="*/ 714419 w 1036080"/>
              <a:gd name="connsiteY344" fmla="*/ 114300 h 530861"/>
              <a:gd name="connsiteX345" fmla="*/ 713149 w 1036080"/>
              <a:gd name="connsiteY345" fmla="*/ 120650 h 530861"/>
              <a:gd name="connsiteX346" fmla="*/ 712514 w 1036080"/>
              <a:gd name="connsiteY346" fmla="*/ 121286 h 530861"/>
              <a:gd name="connsiteX347" fmla="*/ 711244 w 1036080"/>
              <a:gd name="connsiteY347" fmla="*/ 121921 h 530861"/>
              <a:gd name="connsiteX348" fmla="*/ 705529 w 1036080"/>
              <a:gd name="connsiteY348" fmla="*/ 122556 h 530861"/>
              <a:gd name="connsiteX349" fmla="*/ 700449 w 1036080"/>
              <a:gd name="connsiteY349" fmla="*/ 121286 h 530861"/>
              <a:gd name="connsiteX350" fmla="*/ 682669 w 1036080"/>
              <a:gd name="connsiteY350" fmla="*/ 109221 h 530861"/>
              <a:gd name="connsiteX351" fmla="*/ 692194 w 1036080"/>
              <a:gd name="connsiteY351" fmla="*/ 100966 h 530861"/>
              <a:gd name="connsiteX352" fmla="*/ 342944 w 1036080"/>
              <a:gd name="connsiteY352" fmla="*/ 99061 h 530861"/>
              <a:gd name="connsiteX353" fmla="*/ 353739 w 1036080"/>
              <a:gd name="connsiteY353" fmla="*/ 107315 h 530861"/>
              <a:gd name="connsiteX354" fmla="*/ 336594 w 1036080"/>
              <a:gd name="connsiteY354" fmla="*/ 123190 h 530861"/>
              <a:gd name="connsiteX355" fmla="*/ 332149 w 1036080"/>
              <a:gd name="connsiteY355" fmla="*/ 125096 h 530861"/>
              <a:gd name="connsiteX356" fmla="*/ 324529 w 1036080"/>
              <a:gd name="connsiteY356" fmla="*/ 124461 h 530861"/>
              <a:gd name="connsiteX357" fmla="*/ 323894 w 1036080"/>
              <a:gd name="connsiteY357" fmla="*/ 123825 h 530861"/>
              <a:gd name="connsiteX358" fmla="*/ 321354 w 1036080"/>
              <a:gd name="connsiteY358" fmla="*/ 117475 h 530861"/>
              <a:gd name="connsiteX359" fmla="*/ 327704 w 1036080"/>
              <a:gd name="connsiteY359" fmla="*/ 111125 h 530861"/>
              <a:gd name="connsiteX360" fmla="*/ 342944 w 1036080"/>
              <a:gd name="connsiteY360" fmla="*/ 99061 h 530861"/>
              <a:gd name="connsiteX361" fmla="*/ 286349 w 1036080"/>
              <a:gd name="connsiteY361" fmla="*/ 97711 h 530861"/>
              <a:gd name="connsiteX362" fmla="*/ 290239 w 1036080"/>
              <a:gd name="connsiteY362" fmla="*/ 102236 h 530861"/>
              <a:gd name="connsiteX363" fmla="*/ 288969 w 1036080"/>
              <a:gd name="connsiteY363" fmla="*/ 110490 h 530861"/>
              <a:gd name="connsiteX364" fmla="*/ 179114 w 1036080"/>
              <a:gd name="connsiteY364" fmla="*/ 149225 h 530861"/>
              <a:gd name="connsiteX365" fmla="*/ 134664 w 1036080"/>
              <a:gd name="connsiteY365" fmla="*/ 146686 h 530861"/>
              <a:gd name="connsiteX366" fmla="*/ 129584 w 1036080"/>
              <a:gd name="connsiteY366" fmla="*/ 139065 h 530861"/>
              <a:gd name="connsiteX367" fmla="*/ 130219 w 1036080"/>
              <a:gd name="connsiteY367" fmla="*/ 136525 h 530861"/>
              <a:gd name="connsiteX368" fmla="*/ 280079 w 1036080"/>
              <a:gd name="connsiteY368" fmla="*/ 98425 h 530861"/>
              <a:gd name="connsiteX369" fmla="*/ 286349 w 1036080"/>
              <a:gd name="connsiteY369" fmla="*/ 97711 h 530861"/>
              <a:gd name="connsiteX370" fmla="*/ 757600 w 1036080"/>
              <a:gd name="connsiteY370" fmla="*/ 94615 h 530861"/>
              <a:gd name="connsiteX371" fmla="*/ 759505 w 1036080"/>
              <a:gd name="connsiteY371" fmla="*/ 94615 h 530861"/>
              <a:gd name="connsiteX372" fmla="*/ 800145 w 1036080"/>
              <a:gd name="connsiteY372" fmla="*/ 105411 h 530861"/>
              <a:gd name="connsiteX373" fmla="*/ 838880 w 1036080"/>
              <a:gd name="connsiteY373" fmla="*/ 114300 h 530861"/>
              <a:gd name="connsiteX374" fmla="*/ 922065 w 1036080"/>
              <a:gd name="connsiteY374" fmla="*/ 128270 h 530861"/>
              <a:gd name="connsiteX375" fmla="*/ 917620 w 1036080"/>
              <a:gd name="connsiteY375" fmla="*/ 142875 h 530861"/>
              <a:gd name="connsiteX376" fmla="*/ 904920 w 1036080"/>
              <a:gd name="connsiteY376" fmla="*/ 144145 h 530861"/>
              <a:gd name="connsiteX377" fmla="*/ 821100 w 1036080"/>
              <a:gd name="connsiteY377" fmla="*/ 129540 h 530861"/>
              <a:gd name="connsiteX378" fmla="*/ 746170 w 1036080"/>
              <a:gd name="connsiteY378" fmla="*/ 102236 h 530861"/>
              <a:gd name="connsiteX379" fmla="*/ 757600 w 1036080"/>
              <a:gd name="connsiteY379" fmla="*/ 94615 h 530861"/>
              <a:gd name="connsiteX380" fmla="*/ 518839 w 1036080"/>
              <a:gd name="connsiteY380" fmla="*/ 91441 h 530861"/>
              <a:gd name="connsiteX381" fmla="*/ 486454 w 1036080"/>
              <a:gd name="connsiteY381" fmla="*/ 122556 h 530861"/>
              <a:gd name="connsiteX382" fmla="*/ 520744 w 1036080"/>
              <a:gd name="connsiteY382" fmla="*/ 153036 h 530861"/>
              <a:gd name="connsiteX383" fmla="*/ 554399 w 1036080"/>
              <a:gd name="connsiteY383" fmla="*/ 121921 h 530861"/>
              <a:gd name="connsiteX384" fmla="*/ 518839 w 1036080"/>
              <a:gd name="connsiteY384" fmla="*/ 91441 h 530861"/>
              <a:gd name="connsiteX385" fmla="*/ 320720 w 1036080"/>
              <a:gd name="connsiteY385" fmla="*/ 85725 h 530861"/>
              <a:gd name="connsiteX386" fmla="*/ 332785 w 1036080"/>
              <a:gd name="connsiteY386" fmla="*/ 85725 h 530861"/>
              <a:gd name="connsiteX387" fmla="*/ 334690 w 1036080"/>
              <a:gd name="connsiteY387" fmla="*/ 92075 h 530861"/>
              <a:gd name="connsiteX388" fmla="*/ 321355 w 1036080"/>
              <a:gd name="connsiteY388" fmla="*/ 102235 h 530861"/>
              <a:gd name="connsiteX389" fmla="*/ 313735 w 1036080"/>
              <a:gd name="connsiteY389" fmla="*/ 107315 h 530861"/>
              <a:gd name="connsiteX390" fmla="*/ 302305 w 1036080"/>
              <a:gd name="connsiteY390" fmla="*/ 107315 h 530861"/>
              <a:gd name="connsiteX391" fmla="*/ 301670 w 1036080"/>
              <a:gd name="connsiteY391" fmla="*/ 106680 h 530861"/>
              <a:gd name="connsiteX392" fmla="*/ 300400 w 1036080"/>
              <a:gd name="connsiteY392" fmla="*/ 99695 h 530861"/>
              <a:gd name="connsiteX393" fmla="*/ 303575 w 1036080"/>
              <a:gd name="connsiteY393" fmla="*/ 96520 h 530861"/>
              <a:gd name="connsiteX394" fmla="*/ 308020 w 1036080"/>
              <a:gd name="connsiteY394" fmla="*/ 93345 h 530861"/>
              <a:gd name="connsiteX395" fmla="*/ 314370 w 1036080"/>
              <a:gd name="connsiteY395" fmla="*/ 88900 h 530861"/>
              <a:gd name="connsiteX396" fmla="*/ 320720 w 1036080"/>
              <a:gd name="connsiteY396" fmla="*/ 85725 h 530861"/>
              <a:gd name="connsiteX397" fmla="*/ 708705 w 1036080"/>
              <a:gd name="connsiteY397" fmla="*/ 83821 h 530861"/>
              <a:gd name="connsiteX398" fmla="*/ 736645 w 1036080"/>
              <a:gd name="connsiteY398" fmla="*/ 98426 h 530861"/>
              <a:gd name="connsiteX399" fmla="*/ 733470 w 1036080"/>
              <a:gd name="connsiteY399" fmla="*/ 106046 h 530861"/>
              <a:gd name="connsiteX400" fmla="*/ 725215 w 1036080"/>
              <a:gd name="connsiteY400" fmla="*/ 109221 h 530861"/>
              <a:gd name="connsiteX401" fmla="*/ 699180 w 1036080"/>
              <a:gd name="connsiteY401" fmla="*/ 94616 h 530861"/>
              <a:gd name="connsiteX402" fmla="*/ 698545 w 1036080"/>
              <a:gd name="connsiteY402" fmla="*/ 91441 h 530861"/>
              <a:gd name="connsiteX403" fmla="*/ 699815 w 1036080"/>
              <a:gd name="connsiteY403" fmla="*/ 88266 h 530861"/>
              <a:gd name="connsiteX404" fmla="*/ 708705 w 1036080"/>
              <a:gd name="connsiteY404" fmla="*/ 83821 h 530861"/>
              <a:gd name="connsiteX405" fmla="*/ 267379 w 1036080"/>
              <a:gd name="connsiteY405" fmla="*/ 83186 h 530861"/>
              <a:gd name="connsiteX406" fmla="*/ 273729 w 1036080"/>
              <a:gd name="connsiteY406" fmla="*/ 88266 h 530861"/>
              <a:gd name="connsiteX407" fmla="*/ 273094 w 1036080"/>
              <a:gd name="connsiteY407" fmla="*/ 93346 h 530861"/>
              <a:gd name="connsiteX408" fmla="*/ 263569 w 1036080"/>
              <a:gd name="connsiteY408" fmla="*/ 95250 h 530861"/>
              <a:gd name="connsiteX409" fmla="*/ 120694 w 1036080"/>
              <a:gd name="connsiteY409" fmla="*/ 124461 h 530861"/>
              <a:gd name="connsiteX410" fmla="*/ 120059 w 1036080"/>
              <a:gd name="connsiteY410" fmla="*/ 124461 h 530861"/>
              <a:gd name="connsiteX411" fmla="*/ 91484 w 1036080"/>
              <a:gd name="connsiteY411" fmla="*/ 120016 h 530861"/>
              <a:gd name="connsiteX412" fmla="*/ 88309 w 1036080"/>
              <a:gd name="connsiteY412" fmla="*/ 113031 h 530861"/>
              <a:gd name="connsiteX413" fmla="*/ 94024 w 1036080"/>
              <a:gd name="connsiteY413" fmla="*/ 108586 h 530861"/>
              <a:gd name="connsiteX414" fmla="*/ 261029 w 1036080"/>
              <a:gd name="connsiteY414" fmla="*/ 83821 h 530861"/>
              <a:gd name="connsiteX415" fmla="*/ 267379 w 1036080"/>
              <a:gd name="connsiteY415" fmla="*/ 83186 h 530861"/>
              <a:gd name="connsiteX416" fmla="*/ 516934 w 1036080"/>
              <a:gd name="connsiteY416" fmla="*/ 80646 h 530861"/>
              <a:gd name="connsiteX417" fmla="*/ 596944 w 1036080"/>
              <a:gd name="connsiteY417" fmla="*/ 121921 h 530861"/>
              <a:gd name="connsiteX418" fmla="*/ 577894 w 1036080"/>
              <a:gd name="connsiteY418" fmla="*/ 152401 h 530861"/>
              <a:gd name="connsiteX419" fmla="*/ 575354 w 1036080"/>
              <a:gd name="connsiteY419" fmla="*/ 154941 h 530861"/>
              <a:gd name="connsiteX420" fmla="*/ 577259 w 1036080"/>
              <a:gd name="connsiteY420" fmla="*/ 156846 h 530861"/>
              <a:gd name="connsiteX421" fmla="*/ 602024 w 1036080"/>
              <a:gd name="connsiteY421" fmla="*/ 193041 h 530861"/>
              <a:gd name="connsiteX422" fmla="*/ 520744 w 1036080"/>
              <a:gd name="connsiteY422" fmla="*/ 239396 h 530861"/>
              <a:gd name="connsiteX423" fmla="*/ 447719 w 1036080"/>
              <a:gd name="connsiteY423" fmla="*/ 218441 h 530861"/>
              <a:gd name="connsiteX424" fmla="*/ 438194 w 1036080"/>
              <a:gd name="connsiteY424" fmla="*/ 210186 h 530861"/>
              <a:gd name="connsiteX425" fmla="*/ 441369 w 1036080"/>
              <a:gd name="connsiteY425" fmla="*/ 205741 h 530861"/>
              <a:gd name="connsiteX426" fmla="*/ 447719 w 1036080"/>
              <a:gd name="connsiteY426" fmla="*/ 198756 h 530861"/>
              <a:gd name="connsiteX427" fmla="*/ 447719 w 1036080"/>
              <a:gd name="connsiteY427" fmla="*/ 124461 h 530861"/>
              <a:gd name="connsiteX428" fmla="*/ 440734 w 1036080"/>
              <a:gd name="connsiteY428" fmla="*/ 117476 h 530861"/>
              <a:gd name="connsiteX429" fmla="*/ 437559 w 1036080"/>
              <a:gd name="connsiteY429" fmla="*/ 113031 h 530861"/>
              <a:gd name="connsiteX430" fmla="*/ 445814 w 1036080"/>
              <a:gd name="connsiteY430" fmla="*/ 103506 h 530861"/>
              <a:gd name="connsiteX431" fmla="*/ 516934 w 1036080"/>
              <a:gd name="connsiteY431" fmla="*/ 80646 h 530861"/>
              <a:gd name="connsiteX432" fmla="*/ 768394 w 1036080"/>
              <a:gd name="connsiteY432" fmla="*/ 75565 h 530861"/>
              <a:gd name="connsiteX433" fmla="*/ 961434 w 1036080"/>
              <a:gd name="connsiteY433" fmla="*/ 102236 h 530861"/>
              <a:gd name="connsiteX434" fmla="*/ 961434 w 1036080"/>
              <a:gd name="connsiteY434" fmla="*/ 104775 h 530861"/>
              <a:gd name="connsiteX435" fmla="*/ 956354 w 1036080"/>
              <a:gd name="connsiteY435" fmla="*/ 116840 h 530861"/>
              <a:gd name="connsiteX436" fmla="*/ 926509 w 1036080"/>
              <a:gd name="connsiteY436" fmla="*/ 120015 h 530861"/>
              <a:gd name="connsiteX437" fmla="*/ 907459 w 1036080"/>
              <a:gd name="connsiteY437" fmla="*/ 118746 h 530861"/>
              <a:gd name="connsiteX438" fmla="*/ 880789 w 1036080"/>
              <a:gd name="connsiteY438" fmla="*/ 114300 h 530861"/>
              <a:gd name="connsiteX439" fmla="*/ 833164 w 1036080"/>
              <a:gd name="connsiteY439" fmla="*/ 104775 h 530861"/>
              <a:gd name="connsiteX440" fmla="*/ 795064 w 1036080"/>
              <a:gd name="connsiteY440" fmla="*/ 95250 h 530861"/>
              <a:gd name="connsiteX441" fmla="*/ 762044 w 1036080"/>
              <a:gd name="connsiteY441" fmla="*/ 87630 h 530861"/>
              <a:gd name="connsiteX442" fmla="*/ 760139 w 1036080"/>
              <a:gd name="connsiteY442" fmla="*/ 84455 h 530861"/>
              <a:gd name="connsiteX443" fmla="*/ 768394 w 1036080"/>
              <a:gd name="connsiteY443" fmla="*/ 75565 h 530861"/>
              <a:gd name="connsiteX444" fmla="*/ 725850 w 1036080"/>
              <a:gd name="connsiteY444" fmla="*/ 69851 h 530861"/>
              <a:gd name="connsiteX445" fmla="*/ 743630 w 1036080"/>
              <a:gd name="connsiteY445" fmla="*/ 74931 h 530861"/>
              <a:gd name="connsiteX446" fmla="*/ 753155 w 1036080"/>
              <a:gd name="connsiteY446" fmla="*/ 83821 h 530861"/>
              <a:gd name="connsiteX447" fmla="*/ 750615 w 1036080"/>
              <a:gd name="connsiteY447" fmla="*/ 87631 h 530861"/>
              <a:gd name="connsiteX448" fmla="*/ 737280 w 1036080"/>
              <a:gd name="connsiteY448" fmla="*/ 87631 h 530861"/>
              <a:gd name="connsiteX449" fmla="*/ 715690 w 1036080"/>
              <a:gd name="connsiteY449" fmla="*/ 76836 h 530861"/>
              <a:gd name="connsiteX450" fmla="*/ 718230 w 1036080"/>
              <a:gd name="connsiteY450" fmla="*/ 71121 h 530861"/>
              <a:gd name="connsiteX451" fmla="*/ 725850 w 1036080"/>
              <a:gd name="connsiteY451" fmla="*/ 69851 h 530861"/>
              <a:gd name="connsiteX452" fmla="*/ 253410 w 1036080"/>
              <a:gd name="connsiteY452" fmla="*/ 67946 h 530861"/>
              <a:gd name="connsiteX453" fmla="*/ 263570 w 1036080"/>
              <a:gd name="connsiteY453" fmla="*/ 69851 h 530861"/>
              <a:gd name="connsiteX454" fmla="*/ 266110 w 1036080"/>
              <a:gd name="connsiteY454" fmla="*/ 71756 h 530861"/>
              <a:gd name="connsiteX455" fmla="*/ 266745 w 1036080"/>
              <a:gd name="connsiteY455" fmla="*/ 76836 h 530861"/>
              <a:gd name="connsiteX456" fmla="*/ 92755 w 1036080"/>
              <a:gd name="connsiteY456" fmla="*/ 97791 h 530861"/>
              <a:gd name="connsiteX457" fmla="*/ 88945 w 1036080"/>
              <a:gd name="connsiteY457" fmla="*/ 97791 h 530861"/>
              <a:gd name="connsiteX458" fmla="*/ 54655 w 1036080"/>
              <a:gd name="connsiteY458" fmla="*/ 90806 h 530861"/>
              <a:gd name="connsiteX459" fmla="*/ 52115 w 1036080"/>
              <a:gd name="connsiteY459" fmla="*/ 86361 h 530861"/>
              <a:gd name="connsiteX460" fmla="*/ 55290 w 1036080"/>
              <a:gd name="connsiteY460" fmla="*/ 81281 h 530861"/>
              <a:gd name="connsiteX461" fmla="*/ 253410 w 1036080"/>
              <a:gd name="connsiteY461" fmla="*/ 67946 h 530861"/>
              <a:gd name="connsiteX462" fmla="*/ 309924 w 1036080"/>
              <a:gd name="connsiteY462" fmla="*/ 66675 h 530861"/>
              <a:gd name="connsiteX463" fmla="*/ 317544 w 1036080"/>
              <a:gd name="connsiteY463" fmla="*/ 77471 h 530861"/>
              <a:gd name="connsiteX464" fmla="*/ 294684 w 1036080"/>
              <a:gd name="connsiteY464" fmla="*/ 88900 h 530861"/>
              <a:gd name="connsiteX465" fmla="*/ 290239 w 1036080"/>
              <a:gd name="connsiteY465" fmla="*/ 88900 h 530861"/>
              <a:gd name="connsiteX466" fmla="*/ 285794 w 1036080"/>
              <a:gd name="connsiteY466" fmla="*/ 86996 h 530861"/>
              <a:gd name="connsiteX467" fmla="*/ 284524 w 1036080"/>
              <a:gd name="connsiteY467" fmla="*/ 85090 h 530861"/>
              <a:gd name="connsiteX468" fmla="*/ 283889 w 1036080"/>
              <a:gd name="connsiteY468" fmla="*/ 76836 h 530861"/>
              <a:gd name="connsiteX469" fmla="*/ 309924 w 1036080"/>
              <a:gd name="connsiteY469" fmla="*/ 66675 h 530861"/>
              <a:gd name="connsiteX470" fmla="*/ 519474 w 1036080"/>
              <a:gd name="connsiteY470" fmla="*/ 64770 h 530861"/>
              <a:gd name="connsiteX471" fmla="*/ 393109 w 1036080"/>
              <a:gd name="connsiteY471" fmla="*/ 160655 h 530861"/>
              <a:gd name="connsiteX472" fmla="*/ 519474 w 1036080"/>
              <a:gd name="connsiteY472" fmla="*/ 256540 h 530861"/>
              <a:gd name="connsiteX473" fmla="*/ 638219 w 1036080"/>
              <a:gd name="connsiteY473" fmla="*/ 192405 h 530861"/>
              <a:gd name="connsiteX474" fmla="*/ 643934 w 1036080"/>
              <a:gd name="connsiteY474" fmla="*/ 175895 h 530861"/>
              <a:gd name="connsiteX475" fmla="*/ 645839 w 1036080"/>
              <a:gd name="connsiteY475" fmla="*/ 160020 h 530861"/>
              <a:gd name="connsiteX476" fmla="*/ 645839 w 1036080"/>
              <a:gd name="connsiteY476" fmla="*/ 158115 h 530861"/>
              <a:gd name="connsiteX477" fmla="*/ 642029 w 1036080"/>
              <a:gd name="connsiteY477" fmla="*/ 136525 h 530861"/>
              <a:gd name="connsiteX478" fmla="*/ 519474 w 1036080"/>
              <a:gd name="connsiteY478" fmla="*/ 64770 h 530861"/>
              <a:gd name="connsiteX479" fmla="*/ 774109 w 1036080"/>
              <a:gd name="connsiteY479" fmla="*/ 60961 h 530861"/>
              <a:gd name="connsiteX480" fmla="*/ 937304 w 1036080"/>
              <a:gd name="connsiteY480" fmla="*/ 72391 h 530861"/>
              <a:gd name="connsiteX481" fmla="*/ 967149 w 1036080"/>
              <a:gd name="connsiteY481" fmla="*/ 73661 h 530861"/>
              <a:gd name="connsiteX482" fmla="*/ 988739 w 1036080"/>
              <a:gd name="connsiteY482" fmla="*/ 73025 h 530861"/>
              <a:gd name="connsiteX483" fmla="*/ 991914 w 1036080"/>
              <a:gd name="connsiteY483" fmla="*/ 77471 h 530861"/>
              <a:gd name="connsiteX484" fmla="*/ 988104 w 1036080"/>
              <a:gd name="connsiteY484" fmla="*/ 83821 h 530861"/>
              <a:gd name="connsiteX485" fmla="*/ 961434 w 1036080"/>
              <a:gd name="connsiteY485" fmla="*/ 91441 h 530861"/>
              <a:gd name="connsiteX486" fmla="*/ 909364 w 1036080"/>
              <a:gd name="connsiteY486" fmla="*/ 87631 h 530861"/>
              <a:gd name="connsiteX487" fmla="*/ 773474 w 1036080"/>
              <a:gd name="connsiteY487" fmla="*/ 68581 h 530861"/>
              <a:gd name="connsiteX488" fmla="*/ 770934 w 1036080"/>
              <a:gd name="connsiteY488" fmla="*/ 67311 h 530861"/>
              <a:gd name="connsiteX489" fmla="*/ 774109 w 1036080"/>
              <a:gd name="connsiteY489" fmla="*/ 60961 h 530861"/>
              <a:gd name="connsiteX490" fmla="*/ 509314 w 1036080"/>
              <a:gd name="connsiteY490" fmla="*/ 59690 h 530861"/>
              <a:gd name="connsiteX491" fmla="*/ 511854 w 1036080"/>
              <a:gd name="connsiteY491" fmla="*/ 59690 h 530861"/>
              <a:gd name="connsiteX492" fmla="*/ 519474 w 1036080"/>
              <a:gd name="connsiteY492" fmla="*/ 59690 h 530861"/>
              <a:gd name="connsiteX493" fmla="*/ 527094 w 1036080"/>
              <a:gd name="connsiteY493" fmla="*/ 59690 h 530861"/>
              <a:gd name="connsiteX494" fmla="*/ 529634 w 1036080"/>
              <a:gd name="connsiteY494" fmla="*/ 59690 h 530861"/>
              <a:gd name="connsiteX495" fmla="*/ 534714 w 1036080"/>
              <a:gd name="connsiteY495" fmla="*/ 60325 h 530861"/>
              <a:gd name="connsiteX496" fmla="*/ 537254 w 1036080"/>
              <a:gd name="connsiteY496" fmla="*/ 60325 h 530861"/>
              <a:gd name="connsiteX497" fmla="*/ 542334 w 1036080"/>
              <a:gd name="connsiteY497" fmla="*/ 60960 h 530861"/>
              <a:gd name="connsiteX498" fmla="*/ 544874 w 1036080"/>
              <a:gd name="connsiteY498" fmla="*/ 61595 h 530861"/>
              <a:gd name="connsiteX499" fmla="*/ 549954 w 1036080"/>
              <a:gd name="connsiteY499" fmla="*/ 62230 h 530861"/>
              <a:gd name="connsiteX500" fmla="*/ 552494 w 1036080"/>
              <a:gd name="connsiteY500" fmla="*/ 62865 h 530861"/>
              <a:gd name="connsiteX501" fmla="*/ 558844 w 1036080"/>
              <a:gd name="connsiteY501" fmla="*/ 64135 h 530861"/>
              <a:gd name="connsiteX502" fmla="*/ 559479 w 1036080"/>
              <a:gd name="connsiteY502" fmla="*/ 64135 h 530861"/>
              <a:gd name="connsiteX503" fmla="*/ 566464 w 1036080"/>
              <a:gd name="connsiteY503" fmla="*/ 66040 h 530861"/>
              <a:gd name="connsiteX504" fmla="*/ 568369 w 1036080"/>
              <a:gd name="connsiteY504" fmla="*/ 66675 h 530861"/>
              <a:gd name="connsiteX505" fmla="*/ 573449 w 1036080"/>
              <a:gd name="connsiteY505" fmla="*/ 67945 h 530861"/>
              <a:gd name="connsiteX506" fmla="*/ 575354 w 1036080"/>
              <a:gd name="connsiteY506" fmla="*/ 68580 h 530861"/>
              <a:gd name="connsiteX507" fmla="*/ 579799 w 1036080"/>
              <a:gd name="connsiteY507" fmla="*/ 70485 h 530861"/>
              <a:gd name="connsiteX508" fmla="*/ 581704 w 1036080"/>
              <a:gd name="connsiteY508" fmla="*/ 71120 h 530861"/>
              <a:gd name="connsiteX509" fmla="*/ 586149 w 1036080"/>
              <a:gd name="connsiteY509" fmla="*/ 73025 h 530861"/>
              <a:gd name="connsiteX510" fmla="*/ 588054 w 1036080"/>
              <a:gd name="connsiteY510" fmla="*/ 73660 h 530861"/>
              <a:gd name="connsiteX511" fmla="*/ 593769 w 1036080"/>
              <a:gd name="connsiteY511" fmla="*/ 76835 h 530861"/>
              <a:gd name="connsiteX512" fmla="*/ 600119 w 1036080"/>
              <a:gd name="connsiteY512" fmla="*/ 80010 h 530861"/>
              <a:gd name="connsiteX513" fmla="*/ 600754 w 1036080"/>
              <a:gd name="connsiteY513" fmla="*/ 80645 h 530861"/>
              <a:gd name="connsiteX514" fmla="*/ 605834 w 1036080"/>
              <a:gd name="connsiteY514" fmla="*/ 83820 h 530861"/>
              <a:gd name="connsiteX515" fmla="*/ 607104 w 1036080"/>
              <a:gd name="connsiteY515" fmla="*/ 84455 h 530861"/>
              <a:gd name="connsiteX516" fmla="*/ 611549 w 1036080"/>
              <a:gd name="connsiteY516" fmla="*/ 87630 h 530861"/>
              <a:gd name="connsiteX517" fmla="*/ 612819 w 1036080"/>
              <a:gd name="connsiteY517" fmla="*/ 88900 h 530861"/>
              <a:gd name="connsiteX518" fmla="*/ 616629 w 1036080"/>
              <a:gd name="connsiteY518" fmla="*/ 92075 h 530861"/>
              <a:gd name="connsiteX519" fmla="*/ 617899 w 1036080"/>
              <a:gd name="connsiteY519" fmla="*/ 92710 h 530861"/>
              <a:gd name="connsiteX520" fmla="*/ 622344 w 1036080"/>
              <a:gd name="connsiteY520" fmla="*/ 96520 h 530861"/>
              <a:gd name="connsiteX521" fmla="*/ 626789 w 1036080"/>
              <a:gd name="connsiteY521" fmla="*/ 100965 h 530861"/>
              <a:gd name="connsiteX522" fmla="*/ 640124 w 1036080"/>
              <a:gd name="connsiteY522" fmla="*/ 118110 h 530861"/>
              <a:gd name="connsiteX523" fmla="*/ 642029 w 1036080"/>
              <a:gd name="connsiteY523" fmla="*/ 121285 h 530861"/>
              <a:gd name="connsiteX524" fmla="*/ 642664 w 1036080"/>
              <a:gd name="connsiteY524" fmla="*/ 122555 h 530861"/>
              <a:gd name="connsiteX525" fmla="*/ 644569 w 1036080"/>
              <a:gd name="connsiteY525" fmla="*/ 126365 h 530861"/>
              <a:gd name="connsiteX526" fmla="*/ 645204 w 1036080"/>
              <a:gd name="connsiteY526" fmla="*/ 127635 h 530861"/>
              <a:gd name="connsiteX527" fmla="*/ 647109 w 1036080"/>
              <a:gd name="connsiteY527" fmla="*/ 131445 h 530861"/>
              <a:gd name="connsiteX528" fmla="*/ 647744 w 1036080"/>
              <a:gd name="connsiteY528" fmla="*/ 132080 h 530861"/>
              <a:gd name="connsiteX529" fmla="*/ 653459 w 1036080"/>
              <a:gd name="connsiteY529" fmla="*/ 162560 h 530861"/>
              <a:gd name="connsiteX530" fmla="*/ 647744 w 1036080"/>
              <a:gd name="connsiteY530" fmla="*/ 193040 h 530861"/>
              <a:gd name="connsiteX531" fmla="*/ 647109 w 1036080"/>
              <a:gd name="connsiteY531" fmla="*/ 193675 h 530861"/>
              <a:gd name="connsiteX532" fmla="*/ 645204 w 1036080"/>
              <a:gd name="connsiteY532" fmla="*/ 197485 h 530861"/>
              <a:gd name="connsiteX533" fmla="*/ 645204 w 1036080"/>
              <a:gd name="connsiteY533" fmla="*/ 198120 h 530861"/>
              <a:gd name="connsiteX534" fmla="*/ 643299 w 1036080"/>
              <a:gd name="connsiteY534" fmla="*/ 201930 h 530861"/>
              <a:gd name="connsiteX535" fmla="*/ 642664 w 1036080"/>
              <a:gd name="connsiteY535" fmla="*/ 203200 h 530861"/>
              <a:gd name="connsiteX536" fmla="*/ 640759 w 1036080"/>
              <a:gd name="connsiteY536" fmla="*/ 205740 h 530861"/>
              <a:gd name="connsiteX537" fmla="*/ 640124 w 1036080"/>
              <a:gd name="connsiteY537" fmla="*/ 207010 h 530861"/>
              <a:gd name="connsiteX538" fmla="*/ 638219 w 1036080"/>
              <a:gd name="connsiteY538" fmla="*/ 209550 h 530861"/>
              <a:gd name="connsiteX539" fmla="*/ 637584 w 1036080"/>
              <a:gd name="connsiteY539" fmla="*/ 210820 h 530861"/>
              <a:gd name="connsiteX540" fmla="*/ 634409 w 1036080"/>
              <a:gd name="connsiteY540" fmla="*/ 214630 h 530861"/>
              <a:gd name="connsiteX541" fmla="*/ 633139 w 1036080"/>
              <a:gd name="connsiteY541" fmla="*/ 215900 h 530861"/>
              <a:gd name="connsiteX542" fmla="*/ 631234 w 1036080"/>
              <a:gd name="connsiteY542" fmla="*/ 218440 h 530861"/>
              <a:gd name="connsiteX543" fmla="*/ 629964 w 1036080"/>
              <a:gd name="connsiteY543" fmla="*/ 219710 h 530861"/>
              <a:gd name="connsiteX544" fmla="*/ 628059 w 1036080"/>
              <a:gd name="connsiteY544" fmla="*/ 222250 h 530861"/>
              <a:gd name="connsiteX545" fmla="*/ 626789 w 1036080"/>
              <a:gd name="connsiteY545" fmla="*/ 223520 h 530861"/>
              <a:gd name="connsiteX546" fmla="*/ 624249 w 1036080"/>
              <a:gd name="connsiteY546" fmla="*/ 226060 h 530861"/>
              <a:gd name="connsiteX547" fmla="*/ 622979 w 1036080"/>
              <a:gd name="connsiteY547" fmla="*/ 227330 h 530861"/>
              <a:gd name="connsiteX548" fmla="*/ 619804 w 1036080"/>
              <a:gd name="connsiteY548" fmla="*/ 229870 h 530861"/>
              <a:gd name="connsiteX549" fmla="*/ 617899 w 1036080"/>
              <a:gd name="connsiteY549" fmla="*/ 231140 h 530861"/>
              <a:gd name="connsiteX550" fmla="*/ 615359 w 1036080"/>
              <a:gd name="connsiteY550" fmla="*/ 233045 h 530861"/>
              <a:gd name="connsiteX551" fmla="*/ 613454 w 1036080"/>
              <a:gd name="connsiteY551" fmla="*/ 234315 h 530861"/>
              <a:gd name="connsiteX552" fmla="*/ 610914 w 1036080"/>
              <a:gd name="connsiteY552" fmla="*/ 236220 h 530861"/>
              <a:gd name="connsiteX553" fmla="*/ 609009 w 1036080"/>
              <a:gd name="connsiteY553" fmla="*/ 237490 h 530861"/>
              <a:gd name="connsiteX554" fmla="*/ 605199 w 1036080"/>
              <a:gd name="connsiteY554" fmla="*/ 240030 h 530861"/>
              <a:gd name="connsiteX555" fmla="*/ 603294 w 1036080"/>
              <a:gd name="connsiteY555" fmla="*/ 241300 h 530861"/>
              <a:gd name="connsiteX556" fmla="*/ 600754 w 1036080"/>
              <a:gd name="connsiteY556" fmla="*/ 242570 h 530861"/>
              <a:gd name="connsiteX557" fmla="*/ 598214 w 1036080"/>
              <a:gd name="connsiteY557" fmla="*/ 243840 h 530861"/>
              <a:gd name="connsiteX558" fmla="*/ 595674 w 1036080"/>
              <a:gd name="connsiteY558" fmla="*/ 245110 h 530861"/>
              <a:gd name="connsiteX559" fmla="*/ 593134 w 1036080"/>
              <a:gd name="connsiteY559" fmla="*/ 246380 h 530861"/>
              <a:gd name="connsiteX560" fmla="*/ 590594 w 1036080"/>
              <a:gd name="connsiteY560" fmla="*/ 247650 h 530861"/>
              <a:gd name="connsiteX561" fmla="*/ 587419 w 1036080"/>
              <a:gd name="connsiteY561" fmla="*/ 249555 h 530861"/>
              <a:gd name="connsiteX562" fmla="*/ 584244 w 1036080"/>
              <a:gd name="connsiteY562" fmla="*/ 250825 h 530861"/>
              <a:gd name="connsiteX563" fmla="*/ 581704 w 1036080"/>
              <a:gd name="connsiteY563" fmla="*/ 252095 h 530861"/>
              <a:gd name="connsiteX564" fmla="*/ 579164 w 1036080"/>
              <a:gd name="connsiteY564" fmla="*/ 253365 h 530861"/>
              <a:gd name="connsiteX565" fmla="*/ 576624 w 1036080"/>
              <a:gd name="connsiteY565" fmla="*/ 254635 h 530861"/>
              <a:gd name="connsiteX566" fmla="*/ 574084 w 1036080"/>
              <a:gd name="connsiteY566" fmla="*/ 255270 h 530861"/>
              <a:gd name="connsiteX567" fmla="*/ 571544 w 1036080"/>
              <a:gd name="connsiteY567" fmla="*/ 255905 h 530861"/>
              <a:gd name="connsiteX568" fmla="*/ 566464 w 1036080"/>
              <a:gd name="connsiteY568" fmla="*/ 257175 h 530861"/>
              <a:gd name="connsiteX569" fmla="*/ 562654 w 1036080"/>
              <a:gd name="connsiteY569" fmla="*/ 257810 h 530861"/>
              <a:gd name="connsiteX570" fmla="*/ 560114 w 1036080"/>
              <a:gd name="connsiteY570" fmla="*/ 258445 h 530861"/>
              <a:gd name="connsiteX571" fmla="*/ 556939 w 1036080"/>
              <a:gd name="connsiteY571" fmla="*/ 259080 h 530861"/>
              <a:gd name="connsiteX572" fmla="*/ 554399 w 1036080"/>
              <a:gd name="connsiteY572" fmla="*/ 259715 h 530861"/>
              <a:gd name="connsiteX573" fmla="*/ 551224 w 1036080"/>
              <a:gd name="connsiteY573" fmla="*/ 260350 h 530861"/>
              <a:gd name="connsiteX574" fmla="*/ 548049 w 1036080"/>
              <a:gd name="connsiteY574" fmla="*/ 260985 h 530861"/>
              <a:gd name="connsiteX575" fmla="*/ 544874 w 1036080"/>
              <a:gd name="connsiteY575" fmla="*/ 261620 h 530861"/>
              <a:gd name="connsiteX576" fmla="*/ 541699 w 1036080"/>
              <a:gd name="connsiteY576" fmla="*/ 262255 h 530861"/>
              <a:gd name="connsiteX577" fmla="*/ 538524 w 1036080"/>
              <a:gd name="connsiteY577" fmla="*/ 262890 h 530861"/>
              <a:gd name="connsiteX578" fmla="*/ 536619 w 1036080"/>
              <a:gd name="connsiteY578" fmla="*/ 265430 h 530861"/>
              <a:gd name="connsiteX579" fmla="*/ 534079 w 1036080"/>
              <a:gd name="connsiteY579" fmla="*/ 265430 h 530861"/>
              <a:gd name="connsiteX580" fmla="*/ 529634 w 1036080"/>
              <a:gd name="connsiteY580" fmla="*/ 265430 h 530861"/>
              <a:gd name="connsiteX581" fmla="*/ 527094 w 1036080"/>
              <a:gd name="connsiteY581" fmla="*/ 265430 h 530861"/>
              <a:gd name="connsiteX582" fmla="*/ 520744 w 1036080"/>
              <a:gd name="connsiteY582" fmla="*/ 265430 h 530861"/>
              <a:gd name="connsiteX583" fmla="*/ 514394 w 1036080"/>
              <a:gd name="connsiteY583" fmla="*/ 265430 h 530861"/>
              <a:gd name="connsiteX584" fmla="*/ 511854 w 1036080"/>
              <a:gd name="connsiteY584" fmla="*/ 265430 h 530861"/>
              <a:gd name="connsiteX585" fmla="*/ 508044 w 1036080"/>
              <a:gd name="connsiteY585" fmla="*/ 265430 h 530861"/>
              <a:gd name="connsiteX586" fmla="*/ 504234 w 1036080"/>
              <a:gd name="connsiteY586" fmla="*/ 264795 h 530861"/>
              <a:gd name="connsiteX587" fmla="*/ 501694 w 1036080"/>
              <a:gd name="connsiteY587" fmla="*/ 264795 h 530861"/>
              <a:gd name="connsiteX588" fmla="*/ 497249 w 1036080"/>
              <a:gd name="connsiteY588" fmla="*/ 264160 h 530861"/>
              <a:gd name="connsiteX589" fmla="*/ 495344 w 1036080"/>
              <a:gd name="connsiteY589" fmla="*/ 264160 h 530861"/>
              <a:gd name="connsiteX590" fmla="*/ 490899 w 1036080"/>
              <a:gd name="connsiteY590" fmla="*/ 263525 h 530861"/>
              <a:gd name="connsiteX591" fmla="*/ 489629 w 1036080"/>
              <a:gd name="connsiteY591" fmla="*/ 263525 h 530861"/>
              <a:gd name="connsiteX592" fmla="*/ 484549 w 1036080"/>
              <a:gd name="connsiteY592" fmla="*/ 262255 h 530861"/>
              <a:gd name="connsiteX593" fmla="*/ 483914 w 1036080"/>
              <a:gd name="connsiteY593" fmla="*/ 262255 h 530861"/>
              <a:gd name="connsiteX594" fmla="*/ 478834 w 1036080"/>
              <a:gd name="connsiteY594" fmla="*/ 260985 h 530861"/>
              <a:gd name="connsiteX595" fmla="*/ 478199 w 1036080"/>
              <a:gd name="connsiteY595" fmla="*/ 260985 h 530861"/>
              <a:gd name="connsiteX596" fmla="*/ 472484 w 1036080"/>
              <a:gd name="connsiteY596" fmla="*/ 259715 h 530861"/>
              <a:gd name="connsiteX597" fmla="*/ 454704 w 1036080"/>
              <a:gd name="connsiteY597" fmla="*/ 253365 h 530861"/>
              <a:gd name="connsiteX598" fmla="*/ 438829 w 1036080"/>
              <a:gd name="connsiteY598" fmla="*/ 245110 h 530861"/>
              <a:gd name="connsiteX599" fmla="*/ 438194 w 1036080"/>
              <a:gd name="connsiteY599" fmla="*/ 244475 h 530861"/>
              <a:gd name="connsiteX600" fmla="*/ 435019 w 1036080"/>
              <a:gd name="connsiteY600" fmla="*/ 242570 h 530861"/>
              <a:gd name="connsiteX601" fmla="*/ 424859 w 1036080"/>
              <a:gd name="connsiteY601" fmla="*/ 235585 h 530861"/>
              <a:gd name="connsiteX602" fmla="*/ 423589 w 1036080"/>
              <a:gd name="connsiteY602" fmla="*/ 234950 h 530861"/>
              <a:gd name="connsiteX603" fmla="*/ 421049 w 1036080"/>
              <a:gd name="connsiteY603" fmla="*/ 233045 h 530861"/>
              <a:gd name="connsiteX604" fmla="*/ 419779 w 1036080"/>
              <a:gd name="connsiteY604" fmla="*/ 231775 h 530861"/>
              <a:gd name="connsiteX605" fmla="*/ 412159 w 1036080"/>
              <a:gd name="connsiteY605" fmla="*/ 224790 h 530861"/>
              <a:gd name="connsiteX606" fmla="*/ 410889 w 1036080"/>
              <a:gd name="connsiteY606" fmla="*/ 223520 h 530861"/>
              <a:gd name="connsiteX607" fmla="*/ 408984 w 1036080"/>
              <a:gd name="connsiteY607" fmla="*/ 221615 h 530861"/>
              <a:gd name="connsiteX608" fmla="*/ 407714 w 1036080"/>
              <a:gd name="connsiteY608" fmla="*/ 219710 h 530861"/>
              <a:gd name="connsiteX609" fmla="*/ 405809 w 1036080"/>
              <a:gd name="connsiteY609" fmla="*/ 217805 h 530861"/>
              <a:gd name="connsiteX610" fmla="*/ 403904 w 1036080"/>
              <a:gd name="connsiteY610" fmla="*/ 215265 h 530861"/>
              <a:gd name="connsiteX611" fmla="*/ 401999 w 1036080"/>
              <a:gd name="connsiteY611" fmla="*/ 212725 h 530861"/>
              <a:gd name="connsiteX612" fmla="*/ 400094 w 1036080"/>
              <a:gd name="connsiteY612" fmla="*/ 210185 h 530861"/>
              <a:gd name="connsiteX613" fmla="*/ 398824 w 1036080"/>
              <a:gd name="connsiteY613" fmla="*/ 208280 h 530861"/>
              <a:gd name="connsiteX614" fmla="*/ 397554 w 1036080"/>
              <a:gd name="connsiteY614" fmla="*/ 205740 h 530861"/>
              <a:gd name="connsiteX615" fmla="*/ 396284 w 1036080"/>
              <a:gd name="connsiteY615" fmla="*/ 203835 h 530861"/>
              <a:gd name="connsiteX616" fmla="*/ 395014 w 1036080"/>
              <a:gd name="connsiteY616" fmla="*/ 200660 h 530861"/>
              <a:gd name="connsiteX617" fmla="*/ 394379 w 1036080"/>
              <a:gd name="connsiteY617" fmla="*/ 199390 h 530861"/>
              <a:gd name="connsiteX618" fmla="*/ 392474 w 1036080"/>
              <a:gd name="connsiteY618" fmla="*/ 194945 h 530861"/>
              <a:gd name="connsiteX619" fmla="*/ 392474 w 1036080"/>
              <a:gd name="connsiteY619" fmla="*/ 194310 h 530861"/>
              <a:gd name="connsiteX620" fmla="*/ 389934 w 1036080"/>
              <a:gd name="connsiteY620" fmla="*/ 186055 h 530861"/>
              <a:gd name="connsiteX621" fmla="*/ 386759 w 1036080"/>
              <a:gd name="connsiteY621" fmla="*/ 163830 h 530861"/>
              <a:gd name="connsiteX622" fmla="*/ 391204 w 1036080"/>
              <a:gd name="connsiteY622" fmla="*/ 137795 h 530861"/>
              <a:gd name="connsiteX623" fmla="*/ 392474 w 1036080"/>
              <a:gd name="connsiteY623" fmla="*/ 134620 h 530861"/>
              <a:gd name="connsiteX624" fmla="*/ 393744 w 1036080"/>
              <a:gd name="connsiteY624" fmla="*/ 131445 h 530861"/>
              <a:gd name="connsiteX625" fmla="*/ 393744 w 1036080"/>
              <a:gd name="connsiteY625" fmla="*/ 130810 h 530861"/>
              <a:gd name="connsiteX626" fmla="*/ 393744 w 1036080"/>
              <a:gd name="connsiteY626" fmla="*/ 130175 h 530861"/>
              <a:gd name="connsiteX627" fmla="*/ 395014 w 1036080"/>
              <a:gd name="connsiteY627" fmla="*/ 127000 h 530861"/>
              <a:gd name="connsiteX628" fmla="*/ 400729 w 1036080"/>
              <a:gd name="connsiteY628" fmla="*/ 117475 h 530861"/>
              <a:gd name="connsiteX629" fmla="*/ 403904 w 1036080"/>
              <a:gd name="connsiteY629" fmla="*/ 113030 h 530861"/>
              <a:gd name="connsiteX630" fmla="*/ 407079 w 1036080"/>
              <a:gd name="connsiteY630" fmla="*/ 108585 h 530861"/>
              <a:gd name="connsiteX631" fmla="*/ 410889 w 1036080"/>
              <a:gd name="connsiteY631" fmla="*/ 104775 h 530861"/>
              <a:gd name="connsiteX632" fmla="*/ 441369 w 1036080"/>
              <a:gd name="connsiteY632" fmla="*/ 81280 h 530861"/>
              <a:gd name="connsiteX633" fmla="*/ 447084 w 1036080"/>
              <a:gd name="connsiteY633" fmla="*/ 78105 h 530861"/>
              <a:gd name="connsiteX634" fmla="*/ 447719 w 1036080"/>
              <a:gd name="connsiteY634" fmla="*/ 77470 h 530861"/>
              <a:gd name="connsiteX635" fmla="*/ 452799 w 1036080"/>
              <a:gd name="connsiteY635" fmla="*/ 74930 h 530861"/>
              <a:gd name="connsiteX636" fmla="*/ 454069 w 1036080"/>
              <a:gd name="connsiteY636" fmla="*/ 74295 h 530861"/>
              <a:gd name="connsiteX637" fmla="*/ 459784 w 1036080"/>
              <a:gd name="connsiteY637" fmla="*/ 71755 h 530861"/>
              <a:gd name="connsiteX638" fmla="*/ 460419 w 1036080"/>
              <a:gd name="connsiteY638" fmla="*/ 71120 h 530861"/>
              <a:gd name="connsiteX639" fmla="*/ 480739 w 1036080"/>
              <a:gd name="connsiteY639" fmla="*/ 64770 h 530861"/>
              <a:gd name="connsiteX640" fmla="*/ 482644 w 1036080"/>
              <a:gd name="connsiteY640" fmla="*/ 64135 h 530861"/>
              <a:gd name="connsiteX641" fmla="*/ 487724 w 1036080"/>
              <a:gd name="connsiteY641" fmla="*/ 62865 h 530861"/>
              <a:gd name="connsiteX642" fmla="*/ 490264 w 1036080"/>
              <a:gd name="connsiteY642" fmla="*/ 62230 h 530861"/>
              <a:gd name="connsiteX643" fmla="*/ 494709 w 1036080"/>
              <a:gd name="connsiteY643" fmla="*/ 61595 h 530861"/>
              <a:gd name="connsiteX644" fmla="*/ 497249 w 1036080"/>
              <a:gd name="connsiteY644" fmla="*/ 60960 h 530861"/>
              <a:gd name="connsiteX645" fmla="*/ 501694 w 1036080"/>
              <a:gd name="connsiteY645" fmla="*/ 60325 h 530861"/>
              <a:gd name="connsiteX646" fmla="*/ 504234 w 1036080"/>
              <a:gd name="connsiteY646" fmla="*/ 60325 h 530861"/>
              <a:gd name="connsiteX647" fmla="*/ 509314 w 1036080"/>
              <a:gd name="connsiteY647" fmla="*/ 59690 h 530861"/>
              <a:gd name="connsiteX648" fmla="*/ 731565 w 1036080"/>
              <a:gd name="connsiteY648" fmla="*/ 50800 h 530861"/>
              <a:gd name="connsiteX649" fmla="*/ 748075 w 1036080"/>
              <a:gd name="connsiteY649" fmla="*/ 53975 h 530861"/>
              <a:gd name="connsiteX650" fmla="*/ 762045 w 1036080"/>
              <a:gd name="connsiteY650" fmla="*/ 57786 h 530861"/>
              <a:gd name="connsiteX651" fmla="*/ 763950 w 1036080"/>
              <a:gd name="connsiteY651" fmla="*/ 66040 h 530861"/>
              <a:gd name="connsiteX652" fmla="*/ 756330 w 1036080"/>
              <a:gd name="connsiteY652" fmla="*/ 69850 h 530861"/>
              <a:gd name="connsiteX653" fmla="*/ 744265 w 1036080"/>
              <a:gd name="connsiteY653" fmla="*/ 67311 h 530861"/>
              <a:gd name="connsiteX654" fmla="*/ 727120 w 1036080"/>
              <a:gd name="connsiteY654" fmla="*/ 61595 h 530861"/>
              <a:gd name="connsiteX655" fmla="*/ 726485 w 1036080"/>
              <a:gd name="connsiteY655" fmla="*/ 54611 h 530861"/>
              <a:gd name="connsiteX656" fmla="*/ 731565 w 1036080"/>
              <a:gd name="connsiteY656" fmla="*/ 50800 h 530861"/>
              <a:gd name="connsiteX657" fmla="*/ 299764 w 1036080"/>
              <a:gd name="connsiteY657" fmla="*/ 50165 h 530861"/>
              <a:gd name="connsiteX658" fmla="*/ 305479 w 1036080"/>
              <a:gd name="connsiteY658" fmla="*/ 52070 h 530861"/>
              <a:gd name="connsiteX659" fmla="*/ 306114 w 1036080"/>
              <a:gd name="connsiteY659" fmla="*/ 57785 h 530861"/>
              <a:gd name="connsiteX660" fmla="*/ 280714 w 1036080"/>
              <a:gd name="connsiteY660" fmla="*/ 66675 h 530861"/>
              <a:gd name="connsiteX661" fmla="*/ 269284 w 1036080"/>
              <a:gd name="connsiteY661" fmla="*/ 62865 h 530861"/>
              <a:gd name="connsiteX662" fmla="*/ 268649 w 1036080"/>
              <a:gd name="connsiteY662" fmla="*/ 59690 h 530861"/>
              <a:gd name="connsiteX663" fmla="*/ 274364 w 1036080"/>
              <a:gd name="connsiteY663" fmla="*/ 55245 h 530861"/>
              <a:gd name="connsiteX664" fmla="*/ 299764 w 1036080"/>
              <a:gd name="connsiteY664" fmla="*/ 50165 h 530861"/>
              <a:gd name="connsiteX665" fmla="*/ 1014139 w 1036080"/>
              <a:gd name="connsiteY665" fmla="*/ 47625 h 530861"/>
              <a:gd name="connsiteX666" fmla="*/ 1018585 w 1036080"/>
              <a:gd name="connsiteY666" fmla="*/ 51436 h 530861"/>
              <a:gd name="connsiteX667" fmla="*/ 1018585 w 1036080"/>
              <a:gd name="connsiteY667" fmla="*/ 57786 h 530861"/>
              <a:gd name="connsiteX668" fmla="*/ 986835 w 1036080"/>
              <a:gd name="connsiteY668" fmla="*/ 66040 h 530861"/>
              <a:gd name="connsiteX669" fmla="*/ 842054 w 1036080"/>
              <a:gd name="connsiteY669" fmla="*/ 59055 h 530861"/>
              <a:gd name="connsiteX670" fmla="*/ 822370 w 1036080"/>
              <a:gd name="connsiteY670" fmla="*/ 57150 h 530861"/>
              <a:gd name="connsiteX671" fmla="*/ 784904 w 1036080"/>
              <a:gd name="connsiteY671" fmla="*/ 54611 h 530861"/>
              <a:gd name="connsiteX672" fmla="*/ 776015 w 1036080"/>
              <a:gd name="connsiteY672" fmla="*/ 51436 h 530861"/>
              <a:gd name="connsiteX673" fmla="*/ 785540 w 1036080"/>
              <a:gd name="connsiteY673" fmla="*/ 49530 h 530861"/>
              <a:gd name="connsiteX674" fmla="*/ 796970 w 1036080"/>
              <a:gd name="connsiteY674" fmla="*/ 49530 h 530861"/>
              <a:gd name="connsiteX675" fmla="*/ 932225 w 1036080"/>
              <a:gd name="connsiteY675" fmla="*/ 50165 h 530861"/>
              <a:gd name="connsiteX676" fmla="*/ 1014139 w 1036080"/>
              <a:gd name="connsiteY676" fmla="*/ 47625 h 530861"/>
              <a:gd name="connsiteX677" fmla="*/ 31794 w 1036080"/>
              <a:gd name="connsiteY677" fmla="*/ 47625 h 530861"/>
              <a:gd name="connsiteX678" fmla="*/ 259759 w 1036080"/>
              <a:gd name="connsiteY678" fmla="*/ 49530 h 530861"/>
              <a:gd name="connsiteX679" fmla="*/ 261029 w 1036080"/>
              <a:gd name="connsiteY679" fmla="*/ 50165 h 530861"/>
              <a:gd name="connsiteX680" fmla="*/ 262934 w 1036080"/>
              <a:gd name="connsiteY680" fmla="*/ 52070 h 530861"/>
              <a:gd name="connsiteX681" fmla="*/ 262934 w 1036080"/>
              <a:gd name="connsiteY681" fmla="*/ 55245 h 530861"/>
              <a:gd name="connsiteX682" fmla="*/ 260394 w 1036080"/>
              <a:gd name="connsiteY682" fmla="*/ 60325 h 530861"/>
              <a:gd name="connsiteX683" fmla="*/ 56559 w 1036080"/>
              <a:gd name="connsiteY683" fmla="*/ 69850 h 530861"/>
              <a:gd name="connsiteX684" fmla="*/ 26714 w 1036080"/>
              <a:gd name="connsiteY684" fmla="*/ 60325 h 530861"/>
              <a:gd name="connsiteX685" fmla="*/ 27349 w 1036080"/>
              <a:gd name="connsiteY685" fmla="*/ 52705 h 530861"/>
              <a:gd name="connsiteX686" fmla="*/ 31794 w 1036080"/>
              <a:gd name="connsiteY686" fmla="*/ 47625 h 530861"/>
              <a:gd name="connsiteX687" fmla="*/ 676319 w 1036080"/>
              <a:gd name="connsiteY687" fmla="*/ 40006 h 530861"/>
              <a:gd name="connsiteX688" fmla="*/ 689019 w 1036080"/>
              <a:gd name="connsiteY688" fmla="*/ 40006 h 530861"/>
              <a:gd name="connsiteX689" fmla="*/ 695369 w 1036080"/>
              <a:gd name="connsiteY689" fmla="*/ 40006 h 530861"/>
              <a:gd name="connsiteX690" fmla="*/ 715054 w 1036080"/>
              <a:gd name="connsiteY690" fmla="*/ 40006 h 530861"/>
              <a:gd name="connsiteX691" fmla="*/ 722674 w 1036080"/>
              <a:gd name="connsiteY691" fmla="*/ 40006 h 530861"/>
              <a:gd name="connsiteX692" fmla="*/ 725849 w 1036080"/>
              <a:gd name="connsiteY692" fmla="*/ 43181 h 530861"/>
              <a:gd name="connsiteX693" fmla="*/ 719499 w 1036080"/>
              <a:gd name="connsiteY693" fmla="*/ 48261 h 530861"/>
              <a:gd name="connsiteX694" fmla="*/ 707434 w 1036080"/>
              <a:gd name="connsiteY694" fmla="*/ 46991 h 530861"/>
              <a:gd name="connsiteX695" fmla="*/ 718229 w 1036080"/>
              <a:gd name="connsiteY695" fmla="*/ 57151 h 530861"/>
              <a:gd name="connsiteX696" fmla="*/ 713149 w 1036080"/>
              <a:gd name="connsiteY696" fmla="*/ 61596 h 530861"/>
              <a:gd name="connsiteX697" fmla="*/ 707434 w 1036080"/>
              <a:gd name="connsiteY697" fmla="*/ 59056 h 530861"/>
              <a:gd name="connsiteX698" fmla="*/ 694099 w 1036080"/>
              <a:gd name="connsiteY698" fmla="*/ 56516 h 530861"/>
              <a:gd name="connsiteX699" fmla="*/ 709974 w 1036080"/>
              <a:gd name="connsiteY699" fmla="*/ 71121 h 530861"/>
              <a:gd name="connsiteX700" fmla="*/ 703624 w 1036080"/>
              <a:gd name="connsiteY700" fmla="*/ 76201 h 530861"/>
              <a:gd name="connsiteX701" fmla="*/ 687114 w 1036080"/>
              <a:gd name="connsiteY701" fmla="*/ 66041 h 530861"/>
              <a:gd name="connsiteX702" fmla="*/ 682669 w 1036080"/>
              <a:gd name="connsiteY702" fmla="*/ 67311 h 530861"/>
              <a:gd name="connsiteX703" fmla="*/ 696004 w 1036080"/>
              <a:gd name="connsiteY703" fmla="*/ 83821 h 530861"/>
              <a:gd name="connsiteX704" fmla="*/ 683939 w 1036080"/>
              <a:gd name="connsiteY704" fmla="*/ 85091 h 530861"/>
              <a:gd name="connsiteX705" fmla="*/ 672509 w 1036080"/>
              <a:gd name="connsiteY705" fmla="*/ 81281 h 530861"/>
              <a:gd name="connsiteX706" fmla="*/ 680129 w 1036080"/>
              <a:gd name="connsiteY706" fmla="*/ 93981 h 530861"/>
              <a:gd name="connsiteX707" fmla="*/ 673779 w 1036080"/>
              <a:gd name="connsiteY707" fmla="*/ 102236 h 530861"/>
              <a:gd name="connsiteX708" fmla="*/ 661714 w 1036080"/>
              <a:gd name="connsiteY708" fmla="*/ 93981 h 530861"/>
              <a:gd name="connsiteX709" fmla="*/ 665524 w 1036080"/>
              <a:gd name="connsiteY709" fmla="*/ 107316 h 530861"/>
              <a:gd name="connsiteX710" fmla="*/ 654729 w 1036080"/>
              <a:gd name="connsiteY710" fmla="*/ 111126 h 530861"/>
              <a:gd name="connsiteX711" fmla="*/ 654094 w 1036080"/>
              <a:gd name="connsiteY711" fmla="*/ 104776 h 530861"/>
              <a:gd name="connsiteX712" fmla="*/ 654729 w 1036080"/>
              <a:gd name="connsiteY712" fmla="*/ 97791 h 530861"/>
              <a:gd name="connsiteX713" fmla="*/ 654729 w 1036080"/>
              <a:gd name="connsiteY713" fmla="*/ 97156 h 530861"/>
              <a:gd name="connsiteX714" fmla="*/ 654729 w 1036080"/>
              <a:gd name="connsiteY714" fmla="*/ 96521 h 530861"/>
              <a:gd name="connsiteX715" fmla="*/ 647109 w 1036080"/>
              <a:gd name="connsiteY715" fmla="*/ 78106 h 530861"/>
              <a:gd name="connsiteX716" fmla="*/ 646474 w 1036080"/>
              <a:gd name="connsiteY716" fmla="*/ 76836 h 530861"/>
              <a:gd name="connsiteX717" fmla="*/ 646474 w 1036080"/>
              <a:gd name="connsiteY717" fmla="*/ 76201 h 530861"/>
              <a:gd name="connsiteX718" fmla="*/ 640124 w 1036080"/>
              <a:gd name="connsiteY718" fmla="*/ 64136 h 530861"/>
              <a:gd name="connsiteX719" fmla="*/ 637584 w 1036080"/>
              <a:gd name="connsiteY719" fmla="*/ 53976 h 530861"/>
              <a:gd name="connsiteX720" fmla="*/ 676319 w 1036080"/>
              <a:gd name="connsiteY720" fmla="*/ 40006 h 530861"/>
              <a:gd name="connsiteX721" fmla="*/ 309924 w 1036080"/>
              <a:gd name="connsiteY721" fmla="*/ 39371 h 530861"/>
              <a:gd name="connsiteX722" fmla="*/ 311829 w 1036080"/>
              <a:gd name="connsiteY722" fmla="*/ 39371 h 530861"/>
              <a:gd name="connsiteX723" fmla="*/ 324529 w 1036080"/>
              <a:gd name="connsiteY723" fmla="*/ 39371 h 530861"/>
              <a:gd name="connsiteX724" fmla="*/ 337229 w 1036080"/>
              <a:gd name="connsiteY724" fmla="*/ 39371 h 530861"/>
              <a:gd name="connsiteX725" fmla="*/ 348024 w 1036080"/>
              <a:gd name="connsiteY725" fmla="*/ 39371 h 530861"/>
              <a:gd name="connsiteX726" fmla="*/ 361359 w 1036080"/>
              <a:gd name="connsiteY726" fmla="*/ 39371 h 530861"/>
              <a:gd name="connsiteX727" fmla="*/ 400729 w 1036080"/>
              <a:gd name="connsiteY727" fmla="*/ 53341 h 530861"/>
              <a:gd name="connsiteX728" fmla="*/ 398190 w 1036080"/>
              <a:gd name="connsiteY728" fmla="*/ 63501 h 530861"/>
              <a:gd name="connsiteX729" fmla="*/ 391840 w 1036080"/>
              <a:gd name="connsiteY729" fmla="*/ 76201 h 530861"/>
              <a:gd name="connsiteX730" fmla="*/ 391840 w 1036080"/>
              <a:gd name="connsiteY730" fmla="*/ 76836 h 530861"/>
              <a:gd name="connsiteX731" fmla="*/ 391204 w 1036080"/>
              <a:gd name="connsiteY731" fmla="*/ 78106 h 530861"/>
              <a:gd name="connsiteX732" fmla="*/ 383584 w 1036080"/>
              <a:gd name="connsiteY732" fmla="*/ 97156 h 530861"/>
              <a:gd name="connsiteX733" fmla="*/ 384220 w 1036080"/>
              <a:gd name="connsiteY733" fmla="*/ 105411 h 530861"/>
              <a:gd name="connsiteX734" fmla="*/ 383584 w 1036080"/>
              <a:gd name="connsiteY734" fmla="*/ 109221 h 530861"/>
              <a:gd name="connsiteX735" fmla="*/ 376599 w 1036080"/>
              <a:gd name="connsiteY735" fmla="*/ 110491 h 530861"/>
              <a:gd name="connsiteX736" fmla="*/ 374695 w 1036080"/>
              <a:gd name="connsiteY736" fmla="*/ 109221 h 530861"/>
              <a:gd name="connsiteX737" fmla="*/ 372790 w 1036080"/>
              <a:gd name="connsiteY737" fmla="*/ 106681 h 530861"/>
              <a:gd name="connsiteX738" fmla="*/ 375965 w 1036080"/>
              <a:gd name="connsiteY738" fmla="*/ 92076 h 530861"/>
              <a:gd name="connsiteX739" fmla="*/ 366440 w 1036080"/>
              <a:gd name="connsiteY739" fmla="*/ 100966 h 530861"/>
              <a:gd name="connsiteX740" fmla="*/ 363265 w 1036080"/>
              <a:gd name="connsiteY740" fmla="*/ 102236 h 530861"/>
              <a:gd name="connsiteX741" fmla="*/ 358184 w 1036080"/>
              <a:gd name="connsiteY741" fmla="*/ 95886 h 530861"/>
              <a:gd name="connsiteX742" fmla="*/ 361995 w 1036080"/>
              <a:gd name="connsiteY742" fmla="*/ 91441 h 530861"/>
              <a:gd name="connsiteX743" fmla="*/ 367709 w 1036080"/>
              <a:gd name="connsiteY743" fmla="*/ 85726 h 530861"/>
              <a:gd name="connsiteX744" fmla="*/ 368345 w 1036080"/>
              <a:gd name="connsiteY744" fmla="*/ 80011 h 530861"/>
              <a:gd name="connsiteX745" fmla="*/ 365170 w 1036080"/>
              <a:gd name="connsiteY745" fmla="*/ 78106 h 530861"/>
              <a:gd name="connsiteX746" fmla="*/ 348659 w 1036080"/>
              <a:gd name="connsiteY746" fmla="*/ 92076 h 530861"/>
              <a:gd name="connsiteX747" fmla="*/ 346754 w 1036080"/>
              <a:gd name="connsiteY747" fmla="*/ 92711 h 530861"/>
              <a:gd name="connsiteX748" fmla="*/ 341040 w 1036080"/>
              <a:gd name="connsiteY748" fmla="*/ 87631 h 530861"/>
              <a:gd name="connsiteX749" fmla="*/ 346120 w 1036080"/>
              <a:gd name="connsiteY749" fmla="*/ 80011 h 530861"/>
              <a:gd name="connsiteX750" fmla="*/ 350565 w 1036080"/>
              <a:gd name="connsiteY750" fmla="*/ 76201 h 530861"/>
              <a:gd name="connsiteX751" fmla="*/ 356279 w 1036080"/>
              <a:gd name="connsiteY751" fmla="*/ 71756 h 530861"/>
              <a:gd name="connsiteX752" fmla="*/ 357549 w 1036080"/>
              <a:gd name="connsiteY752" fmla="*/ 67311 h 530861"/>
              <a:gd name="connsiteX753" fmla="*/ 354374 w 1036080"/>
              <a:gd name="connsiteY753" fmla="*/ 64136 h 530861"/>
              <a:gd name="connsiteX754" fmla="*/ 350565 w 1036080"/>
              <a:gd name="connsiteY754" fmla="*/ 64136 h 530861"/>
              <a:gd name="connsiteX755" fmla="*/ 344215 w 1036080"/>
              <a:gd name="connsiteY755" fmla="*/ 68581 h 530861"/>
              <a:gd name="connsiteX756" fmla="*/ 325165 w 1036080"/>
              <a:gd name="connsiteY756" fmla="*/ 74931 h 530861"/>
              <a:gd name="connsiteX757" fmla="*/ 326434 w 1036080"/>
              <a:gd name="connsiteY757" fmla="*/ 69216 h 530861"/>
              <a:gd name="connsiteX758" fmla="*/ 341674 w 1036080"/>
              <a:gd name="connsiteY758" fmla="*/ 53976 h 530861"/>
              <a:gd name="connsiteX759" fmla="*/ 323895 w 1036080"/>
              <a:gd name="connsiteY759" fmla="*/ 58421 h 530861"/>
              <a:gd name="connsiteX760" fmla="*/ 313099 w 1036080"/>
              <a:gd name="connsiteY760" fmla="*/ 58421 h 530861"/>
              <a:gd name="connsiteX761" fmla="*/ 323259 w 1036080"/>
              <a:gd name="connsiteY761" fmla="*/ 45721 h 530861"/>
              <a:gd name="connsiteX762" fmla="*/ 309924 w 1036080"/>
              <a:gd name="connsiteY762" fmla="*/ 48261 h 530861"/>
              <a:gd name="connsiteX763" fmla="*/ 306115 w 1036080"/>
              <a:gd name="connsiteY763" fmla="*/ 41911 h 530861"/>
              <a:gd name="connsiteX764" fmla="*/ 309924 w 1036080"/>
              <a:gd name="connsiteY764" fmla="*/ 39371 h 530861"/>
              <a:gd name="connsiteX765" fmla="*/ 768395 w 1036080"/>
              <a:gd name="connsiteY765" fmla="*/ 36196 h 530861"/>
              <a:gd name="connsiteX766" fmla="*/ 767760 w 1036080"/>
              <a:gd name="connsiteY766" fmla="*/ 46356 h 530861"/>
              <a:gd name="connsiteX767" fmla="*/ 736645 w 1036080"/>
              <a:gd name="connsiteY767" fmla="*/ 43181 h 530861"/>
              <a:gd name="connsiteX768" fmla="*/ 734740 w 1036080"/>
              <a:gd name="connsiteY768" fmla="*/ 41275 h 530861"/>
              <a:gd name="connsiteX769" fmla="*/ 737915 w 1036080"/>
              <a:gd name="connsiteY769" fmla="*/ 38736 h 530861"/>
              <a:gd name="connsiteX770" fmla="*/ 768395 w 1036080"/>
              <a:gd name="connsiteY770" fmla="*/ 36196 h 530861"/>
              <a:gd name="connsiteX771" fmla="*/ 267380 w 1036080"/>
              <a:gd name="connsiteY771" fmla="*/ 36196 h 530861"/>
              <a:gd name="connsiteX772" fmla="*/ 283255 w 1036080"/>
              <a:gd name="connsiteY772" fmla="*/ 36831 h 530861"/>
              <a:gd name="connsiteX773" fmla="*/ 301035 w 1036080"/>
              <a:gd name="connsiteY773" fmla="*/ 41276 h 530861"/>
              <a:gd name="connsiteX774" fmla="*/ 283890 w 1036080"/>
              <a:gd name="connsiteY774" fmla="*/ 46356 h 530861"/>
              <a:gd name="connsiteX775" fmla="*/ 268015 w 1036080"/>
              <a:gd name="connsiteY775" fmla="*/ 45721 h 530861"/>
              <a:gd name="connsiteX776" fmla="*/ 267380 w 1036080"/>
              <a:gd name="connsiteY776" fmla="*/ 36196 h 530861"/>
              <a:gd name="connsiteX777" fmla="*/ 516934 w 1036080"/>
              <a:gd name="connsiteY777" fmla="*/ 14606 h 530861"/>
              <a:gd name="connsiteX778" fmla="*/ 594404 w 1036080"/>
              <a:gd name="connsiteY778" fmla="*/ 28576 h 530861"/>
              <a:gd name="connsiteX779" fmla="*/ 593134 w 1036080"/>
              <a:gd name="connsiteY779" fmla="*/ 33656 h 530861"/>
              <a:gd name="connsiteX780" fmla="*/ 602025 w 1036080"/>
              <a:gd name="connsiteY780" fmla="*/ 52706 h 530861"/>
              <a:gd name="connsiteX781" fmla="*/ 602659 w 1036080"/>
              <a:gd name="connsiteY781" fmla="*/ 53976 h 530861"/>
              <a:gd name="connsiteX782" fmla="*/ 613454 w 1036080"/>
              <a:gd name="connsiteY782" fmla="*/ 64771 h 530861"/>
              <a:gd name="connsiteX783" fmla="*/ 620440 w 1036080"/>
              <a:gd name="connsiteY783" fmla="*/ 71121 h 530861"/>
              <a:gd name="connsiteX784" fmla="*/ 621709 w 1036080"/>
              <a:gd name="connsiteY784" fmla="*/ 72391 h 530861"/>
              <a:gd name="connsiteX785" fmla="*/ 633775 w 1036080"/>
              <a:gd name="connsiteY785" fmla="*/ 92711 h 530861"/>
              <a:gd name="connsiteX786" fmla="*/ 633140 w 1036080"/>
              <a:gd name="connsiteY786" fmla="*/ 93346 h 530861"/>
              <a:gd name="connsiteX787" fmla="*/ 632504 w 1036080"/>
              <a:gd name="connsiteY787" fmla="*/ 94616 h 530861"/>
              <a:gd name="connsiteX788" fmla="*/ 518840 w 1036080"/>
              <a:gd name="connsiteY788" fmla="*/ 51436 h 530861"/>
              <a:gd name="connsiteX789" fmla="*/ 405809 w 1036080"/>
              <a:gd name="connsiteY789" fmla="*/ 94616 h 530861"/>
              <a:gd name="connsiteX790" fmla="*/ 405175 w 1036080"/>
              <a:gd name="connsiteY790" fmla="*/ 93346 h 530861"/>
              <a:gd name="connsiteX791" fmla="*/ 404540 w 1036080"/>
              <a:gd name="connsiteY791" fmla="*/ 92711 h 530861"/>
              <a:gd name="connsiteX792" fmla="*/ 416604 w 1036080"/>
              <a:gd name="connsiteY792" fmla="*/ 72391 h 530861"/>
              <a:gd name="connsiteX793" fmla="*/ 417875 w 1036080"/>
              <a:gd name="connsiteY793" fmla="*/ 71121 h 530861"/>
              <a:gd name="connsiteX794" fmla="*/ 424859 w 1036080"/>
              <a:gd name="connsiteY794" fmla="*/ 64771 h 530861"/>
              <a:gd name="connsiteX795" fmla="*/ 435654 w 1036080"/>
              <a:gd name="connsiteY795" fmla="*/ 53976 h 530861"/>
              <a:gd name="connsiteX796" fmla="*/ 436925 w 1036080"/>
              <a:gd name="connsiteY796" fmla="*/ 52706 h 530861"/>
              <a:gd name="connsiteX797" fmla="*/ 445815 w 1036080"/>
              <a:gd name="connsiteY797" fmla="*/ 33656 h 530861"/>
              <a:gd name="connsiteX798" fmla="*/ 443909 w 1036080"/>
              <a:gd name="connsiteY798" fmla="*/ 26671 h 530861"/>
              <a:gd name="connsiteX799" fmla="*/ 516934 w 1036080"/>
              <a:gd name="connsiteY799" fmla="*/ 14606 h 530861"/>
              <a:gd name="connsiteX800" fmla="*/ 369614 w 1036080"/>
              <a:gd name="connsiteY800" fmla="*/ 12065 h 530861"/>
              <a:gd name="connsiteX801" fmla="*/ 408984 w 1036080"/>
              <a:gd name="connsiteY801" fmla="*/ 15875 h 530861"/>
              <a:gd name="connsiteX802" fmla="*/ 426129 w 1036080"/>
              <a:gd name="connsiteY802" fmla="*/ 21590 h 530861"/>
              <a:gd name="connsiteX803" fmla="*/ 438829 w 1036080"/>
              <a:gd name="connsiteY803" fmla="*/ 34290 h 530861"/>
              <a:gd name="connsiteX804" fmla="*/ 430574 w 1036080"/>
              <a:gd name="connsiteY804" fmla="*/ 50165 h 530861"/>
              <a:gd name="connsiteX805" fmla="*/ 413429 w 1036080"/>
              <a:gd name="connsiteY805" fmla="*/ 67310 h 530861"/>
              <a:gd name="connsiteX806" fmla="*/ 398824 w 1036080"/>
              <a:gd name="connsiteY806" fmla="*/ 97790 h 530861"/>
              <a:gd name="connsiteX807" fmla="*/ 400729 w 1036080"/>
              <a:gd name="connsiteY807" fmla="*/ 100965 h 530861"/>
              <a:gd name="connsiteX808" fmla="*/ 392474 w 1036080"/>
              <a:gd name="connsiteY808" fmla="*/ 111760 h 530861"/>
              <a:gd name="connsiteX809" fmla="*/ 389934 w 1036080"/>
              <a:gd name="connsiteY809" fmla="*/ 106680 h 530861"/>
              <a:gd name="connsiteX810" fmla="*/ 388664 w 1036080"/>
              <a:gd name="connsiteY810" fmla="*/ 97155 h 530861"/>
              <a:gd name="connsiteX811" fmla="*/ 396284 w 1036080"/>
              <a:gd name="connsiteY811" fmla="*/ 79375 h 530861"/>
              <a:gd name="connsiteX812" fmla="*/ 403269 w 1036080"/>
              <a:gd name="connsiteY812" fmla="*/ 66040 h 530861"/>
              <a:gd name="connsiteX813" fmla="*/ 406444 w 1036080"/>
              <a:gd name="connsiteY813" fmla="*/ 52070 h 530861"/>
              <a:gd name="connsiteX814" fmla="*/ 361994 w 1036080"/>
              <a:gd name="connsiteY814" fmla="*/ 33655 h 530861"/>
              <a:gd name="connsiteX815" fmla="*/ 349294 w 1036080"/>
              <a:gd name="connsiteY815" fmla="*/ 33655 h 530861"/>
              <a:gd name="connsiteX816" fmla="*/ 339134 w 1036080"/>
              <a:gd name="connsiteY816" fmla="*/ 33655 h 530861"/>
              <a:gd name="connsiteX817" fmla="*/ 338499 w 1036080"/>
              <a:gd name="connsiteY817" fmla="*/ 33655 h 530861"/>
              <a:gd name="connsiteX818" fmla="*/ 325799 w 1036080"/>
              <a:gd name="connsiteY818" fmla="*/ 33655 h 530861"/>
              <a:gd name="connsiteX819" fmla="*/ 315004 w 1036080"/>
              <a:gd name="connsiteY819" fmla="*/ 33655 h 530861"/>
              <a:gd name="connsiteX820" fmla="*/ 304209 w 1036080"/>
              <a:gd name="connsiteY820" fmla="*/ 33655 h 530861"/>
              <a:gd name="connsiteX821" fmla="*/ 303574 w 1036080"/>
              <a:gd name="connsiteY821" fmla="*/ 33655 h 530861"/>
              <a:gd name="connsiteX822" fmla="*/ 248329 w 1036080"/>
              <a:gd name="connsiteY822" fmla="*/ 29845 h 530861"/>
              <a:gd name="connsiteX823" fmla="*/ 247694 w 1036080"/>
              <a:gd name="connsiteY823" fmla="*/ 29845 h 530861"/>
              <a:gd name="connsiteX824" fmla="*/ 245154 w 1036080"/>
              <a:gd name="connsiteY824" fmla="*/ 29845 h 530861"/>
              <a:gd name="connsiteX825" fmla="*/ 170224 w 1036080"/>
              <a:gd name="connsiteY825" fmla="*/ 23495 h 530861"/>
              <a:gd name="connsiteX826" fmla="*/ 167684 w 1036080"/>
              <a:gd name="connsiteY826" fmla="*/ 23495 h 530861"/>
              <a:gd name="connsiteX827" fmla="*/ 112439 w 1036080"/>
              <a:gd name="connsiteY827" fmla="*/ 25400 h 530861"/>
              <a:gd name="connsiteX828" fmla="*/ 107994 w 1036080"/>
              <a:gd name="connsiteY828" fmla="*/ 26035 h 530861"/>
              <a:gd name="connsiteX829" fmla="*/ 118789 w 1036080"/>
              <a:gd name="connsiteY829" fmla="*/ 29845 h 530861"/>
              <a:gd name="connsiteX830" fmla="*/ 191179 w 1036080"/>
              <a:gd name="connsiteY830" fmla="*/ 30480 h 530861"/>
              <a:gd name="connsiteX831" fmla="*/ 252139 w 1036080"/>
              <a:gd name="connsiteY831" fmla="*/ 39370 h 530861"/>
              <a:gd name="connsiteX832" fmla="*/ 255949 w 1036080"/>
              <a:gd name="connsiteY832" fmla="*/ 40005 h 530861"/>
              <a:gd name="connsiteX833" fmla="*/ 257219 w 1036080"/>
              <a:gd name="connsiteY833" fmla="*/ 40640 h 530861"/>
              <a:gd name="connsiteX834" fmla="*/ 259124 w 1036080"/>
              <a:gd name="connsiteY834" fmla="*/ 42545 h 530861"/>
              <a:gd name="connsiteX835" fmla="*/ 181019 w 1036080"/>
              <a:gd name="connsiteY835" fmla="*/ 40640 h 530861"/>
              <a:gd name="connsiteX836" fmla="*/ 42589 w 1036080"/>
              <a:gd name="connsiteY836" fmla="*/ 39370 h 530861"/>
              <a:gd name="connsiteX837" fmla="*/ 23539 w 1036080"/>
              <a:gd name="connsiteY837" fmla="*/ 35560 h 530861"/>
              <a:gd name="connsiteX838" fmla="*/ 44 w 1036080"/>
              <a:gd name="connsiteY838" fmla="*/ 23495 h 530861"/>
              <a:gd name="connsiteX839" fmla="*/ 8299 w 1036080"/>
              <a:gd name="connsiteY839" fmla="*/ 13970 h 530861"/>
              <a:gd name="connsiteX840" fmla="*/ 10204 w 1036080"/>
              <a:gd name="connsiteY840" fmla="*/ 13335 h 530861"/>
              <a:gd name="connsiteX841" fmla="*/ 14649 w 1036080"/>
              <a:gd name="connsiteY841" fmla="*/ 12700 h 530861"/>
              <a:gd name="connsiteX842" fmla="*/ 33064 w 1036080"/>
              <a:gd name="connsiteY842" fmla="*/ 14605 h 530861"/>
              <a:gd name="connsiteX843" fmla="*/ 67354 w 1036080"/>
              <a:gd name="connsiteY843" fmla="*/ 16510 h 530861"/>
              <a:gd name="connsiteX844" fmla="*/ 136569 w 1036080"/>
              <a:gd name="connsiteY844" fmla="*/ 13970 h 530861"/>
              <a:gd name="connsiteX845" fmla="*/ 144824 w 1036080"/>
              <a:gd name="connsiteY845" fmla="*/ 13335 h 530861"/>
              <a:gd name="connsiteX846" fmla="*/ 212134 w 1036080"/>
              <a:gd name="connsiteY846" fmla="*/ 13335 h 530861"/>
              <a:gd name="connsiteX847" fmla="*/ 240709 w 1036080"/>
              <a:gd name="connsiteY847" fmla="*/ 15240 h 530861"/>
              <a:gd name="connsiteX848" fmla="*/ 245154 w 1036080"/>
              <a:gd name="connsiteY848" fmla="*/ 15240 h 530861"/>
              <a:gd name="connsiteX849" fmla="*/ 288969 w 1036080"/>
              <a:gd name="connsiteY849" fmla="*/ 17145 h 530861"/>
              <a:gd name="connsiteX850" fmla="*/ 333419 w 1036080"/>
              <a:gd name="connsiteY850" fmla="*/ 14605 h 530861"/>
              <a:gd name="connsiteX851" fmla="*/ 369614 w 1036080"/>
              <a:gd name="connsiteY851" fmla="*/ 12065 h 530861"/>
              <a:gd name="connsiteX852" fmla="*/ 667429 w 1036080"/>
              <a:gd name="connsiteY852" fmla="*/ 11431 h 530861"/>
              <a:gd name="connsiteX853" fmla="*/ 703624 w 1036080"/>
              <a:gd name="connsiteY853" fmla="*/ 13971 h 530861"/>
              <a:gd name="connsiteX854" fmla="*/ 748074 w 1036080"/>
              <a:gd name="connsiteY854" fmla="*/ 16511 h 530861"/>
              <a:gd name="connsiteX855" fmla="*/ 791889 w 1036080"/>
              <a:gd name="connsiteY855" fmla="*/ 14606 h 530861"/>
              <a:gd name="connsiteX856" fmla="*/ 796334 w 1036080"/>
              <a:gd name="connsiteY856" fmla="*/ 14606 h 530861"/>
              <a:gd name="connsiteX857" fmla="*/ 824909 w 1036080"/>
              <a:gd name="connsiteY857" fmla="*/ 12701 h 530861"/>
              <a:gd name="connsiteX858" fmla="*/ 892219 w 1036080"/>
              <a:gd name="connsiteY858" fmla="*/ 12701 h 530861"/>
              <a:gd name="connsiteX859" fmla="*/ 900474 w 1036080"/>
              <a:gd name="connsiteY859" fmla="*/ 13336 h 530861"/>
              <a:gd name="connsiteX860" fmla="*/ 969689 w 1036080"/>
              <a:gd name="connsiteY860" fmla="*/ 15876 h 530861"/>
              <a:gd name="connsiteX861" fmla="*/ 1003979 w 1036080"/>
              <a:gd name="connsiteY861" fmla="*/ 13971 h 530861"/>
              <a:gd name="connsiteX862" fmla="*/ 1022394 w 1036080"/>
              <a:gd name="connsiteY862" fmla="*/ 12066 h 530861"/>
              <a:gd name="connsiteX863" fmla="*/ 1026839 w 1036080"/>
              <a:gd name="connsiteY863" fmla="*/ 12701 h 530861"/>
              <a:gd name="connsiteX864" fmla="*/ 1028744 w 1036080"/>
              <a:gd name="connsiteY864" fmla="*/ 13336 h 530861"/>
              <a:gd name="connsiteX865" fmla="*/ 1035729 w 1036080"/>
              <a:gd name="connsiteY865" fmla="*/ 23496 h 530861"/>
              <a:gd name="connsiteX866" fmla="*/ 1012234 w 1036080"/>
              <a:gd name="connsiteY866" fmla="*/ 35561 h 530861"/>
              <a:gd name="connsiteX867" fmla="*/ 995089 w 1036080"/>
              <a:gd name="connsiteY867" fmla="*/ 40006 h 530861"/>
              <a:gd name="connsiteX868" fmla="*/ 856659 w 1036080"/>
              <a:gd name="connsiteY868" fmla="*/ 41276 h 530861"/>
              <a:gd name="connsiteX869" fmla="*/ 778554 w 1036080"/>
              <a:gd name="connsiteY869" fmla="*/ 43181 h 530861"/>
              <a:gd name="connsiteX870" fmla="*/ 780459 w 1036080"/>
              <a:gd name="connsiteY870" fmla="*/ 41276 h 530861"/>
              <a:gd name="connsiteX871" fmla="*/ 781729 w 1036080"/>
              <a:gd name="connsiteY871" fmla="*/ 40641 h 530861"/>
              <a:gd name="connsiteX872" fmla="*/ 785539 w 1036080"/>
              <a:gd name="connsiteY872" fmla="*/ 40006 h 530861"/>
              <a:gd name="connsiteX873" fmla="*/ 846499 w 1036080"/>
              <a:gd name="connsiteY873" fmla="*/ 31751 h 530861"/>
              <a:gd name="connsiteX874" fmla="*/ 918889 w 1036080"/>
              <a:gd name="connsiteY874" fmla="*/ 31116 h 530861"/>
              <a:gd name="connsiteX875" fmla="*/ 929684 w 1036080"/>
              <a:gd name="connsiteY875" fmla="*/ 27306 h 530861"/>
              <a:gd name="connsiteX876" fmla="*/ 925239 w 1036080"/>
              <a:gd name="connsiteY876" fmla="*/ 26671 h 530861"/>
              <a:gd name="connsiteX877" fmla="*/ 869994 w 1036080"/>
              <a:gd name="connsiteY877" fmla="*/ 24766 h 530861"/>
              <a:gd name="connsiteX878" fmla="*/ 867454 w 1036080"/>
              <a:gd name="connsiteY878" fmla="*/ 24766 h 530861"/>
              <a:gd name="connsiteX879" fmla="*/ 792524 w 1036080"/>
              <a:gd name="connsiteY879" fmla="*/ 31116 h 530861"/>
              <a:gd name="connsiteX880" fmla="*/ 789984 w 1036080"/>
              <a:gd name="connsiteY880" fmla="*/ 31116 h 530861"/>
              <a:gd name="connsiteX881" fmla="*/ 789349 w 1036080"/>
              <a:gd name="connsiteY881" fmla="*/ 31116 h 530861"/>
              <a:gd name="connsiteX882" fmla="*/ 734104 w 1036080"/>
              <a:gd name="connsiteY882" fmla="*/ 34926 h 530861"/>
              <a:gd name="connsiteX883" fmla="*/ 733469 w 1036080"/>
              <a:gd name="connsiteY883" fmla="*/ 34926 h 530861"/>
              <a:gd name="connsiteX884" fmla="*/ 722674 w 1036080"/>
              <a:gd name="connsiteY884" fmla="*/ 34926 h 530861"/>
              <a:gd name="connsiteX885" fmla="*/ 711879 w 1036080"/>
              <a:gd name="connsiteY885" fmla="*/ 34926 h 530861"/>
              <a:gd name="connsiteX886" fmla="*/ 699179 w 1036080"/>
              <a:gd name="connsiteY886" fmla="*/ 34926 h 530861"/>
              <a:gd name="connsiteX887" fmla="*/ 698544 w 1036080"/>
              <a:gd name="connsiteY887" fmla="*/ 34926 h 530861"/>
              <a:gd name="connsiteX888" fmla="*/ 688384 w 1036080"/>
              <a:gd name="connsiteY888" fmla="*/ 34926 h 530861"/>
              <a:gd name="connsiteX889" fmla="*/ 675684 w 1036080"/>
              <a:gd name="connsiteY889" fmla="*/ 34926 h 530861"/>
              <a:gd name="connsiteX890" fmla="*/ 631234 w 1036080"/>
              <a:gd name="connsiteY890" fmla="*/ 53341 h 530861"/>
              <a:gd name="connsiteX891" fmla="*/ 634409 w 1036080"/>
              <a:gd name="connsiteY891" fmla="*/ 67311 h 530861"/>
              <a:gd name="connsiteX892" fmla="*/ 641394 w 1036080"/>
              <a:gd name="connsiteY892" fmla="*/ 80011 h 530861"/>
              <a:gd name="connsiteX893" fmla="*/ 649014 w 1036080"/>
              <a:gd name="connsiteY893" fmla="*/ 97791 h 530861"/>
              <a:gd name="connsiteX894" fmla="*/ 647744 w 1036080"/>
              <a:gd name="connsiteY894" fmla="*/ 107316 h 530861"/>
              <a:gd name="connsiteX895" fmla="*/ 645204 w 1036080"/>
              <a:gd name="connsiteY895" fmla="*/ 113031 h 530861"/>
              <a:gd name="connsiteX896" fmla="*/ 636949 w 1036080"/>
              <a:gd name="connsiteY896" fmla="*/ 101601 h 530861"/>
              <a:gd name="connsiteX897" fmla="*/ 639489 w 1036080"/>
              <a:gd name="connsiteY897" fmla="*/ 97791 h 530861"/>
              <a:gd name="connsiteX898" fmla="*/ 624884 w 1036080"/>
              <a:gd name="connsiteY898" fmla="*/ 67311 h 530861"/>
              <a:gd name="connsiteX899" fmla="*/ 607739 w 1036080"/>
              <a:gd name="connsiteY899" fmla="*/ 50166 h 530861"/>
              <a:gd name="connsiteX900" fmla="*/ 599484 w 1036080"/>
              <a:gd name="connsiteY900" fmla="*/ 34291 h 530861"/>
              <a:gd name="connsiteX901" fmla="*/ 612184 w 1036080"/>
              <a:gd name="connsiteY901" fmla="*/ 21591 h 530861"/>
              <a:gd name="connsiteX902" fmla="*/ 612819 w 1036080"/>
              <a:gd name="connsiteY902" fmla="*/ 20956 h 530861"/>
              <a:gd name="connsiteX903" fmla="*/ 615359 w 1036080"/>
              <a:gd name="connsiteY903" fmla="*/ 19686 h 530861"/>
              <a:gd name="connsiteX904" fmla="*/ 615994 w 1036080"/>
              <a:gd name="connsiteY904" fmla="*/ 19051 h 530861"/>
              <a:gd name="connsiteX905" fmla="*/ 628059 w 1036080"/>
              <a:gd name="connsiteY905" fmla="*/ 15241 h 530861"/>
              <a:gd name="connsiteX906" fmla="*/ 667429 w 1036080"/>
              <a:gd name="connsiteY906" fmla="*/ 11431 h 530861"/>
              <a:gd name="connsiteX907" fmla="*/ 518204 w 1036080"/>
              <a:gd name="connsiteY907" fmla="*/ 0 h 530861"/>
              <a:gd name="connsiteX908" fmla="*/ 607104 w 1036080"/>
              <a:gd name="connsiteY908" fmla="*/ 17145 h 530861"/>
              <a:gd name="connsiteX909" fmla="*/ 599484 w 1036080"/>
              <a:gd name="connsiteY909" fmla="*/ 22225 h 530861"/>
              <a:gd name="connsiteX910" fmla="*/ 518204 w 1036080"/>
              <a:gd name="connsiteY910" fmla="*/ 7620 h 530861"/>
              <a:gd name="connsiteX911" fmla="*/ 440734 w 1036080"/>
              <a:gd name="connsiteY911" fmla="*/ 20955 h 530861"/>
              <a:gd name="connsiteX912" fmla="*/ 432479 w 1036080"/>
              <a:gd name="connsiteY912" fmla="*/ 15875 h 530861"/>
              <a:gd name="connsiteX913" fmla="*/ 518204 w 1036080"/>
              <a:gd name="connsiteY913" fmla="*/ 0 h 530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Lst>
            <a:rect l="l" t="t" r="r" b="b"/>
            <a:pathLst>
              <a:path w="1036080" h="530861">
                <a:moveTo>
                  <a:pt x="103550" y="483870"/>
                </a:moveTo>
                <a:cubicBezTo>
                  <a:pt x="102915" y="494030"/>
                  <a:pt x="102915" y="502920"/>
                  <a:pt x="103550" y="512445"/>
                </a:cubicBezTo>
                <a:cubicBezTo>
                  <a:pt x="116885" y="513080"/>
                  <a:pt x="130855" y="513080"/>
                  <a:pt x="142920" y="512445"/>
                </a:cubicBezTo>
                <a:cubicBezTo>
                  <a:pt x="148635" y="512445"/>
                  <a:pt x="153080" y="511175"/>
                  <a:pt x="156255" y="509270"/>
                </a:cubicBezTo>
                <a:cubicBezTo>
                  <a:pt x="160065" y="506730"/>
                  <a:pt x="161970" y="502920"/>
                  <a:pt x="161970" y="498475"/>
                </a:cubicBezTo>
                <a:cubicBezTo>
                  <a:pt x="161970" y="489585"/>
                  <a:pt x="154985" y="484505"/>
                  <a:pt x="142285" y="483870"/>
                </a:cubicBezTo>
                <a:cubicBezTo>
                  <a:pt x="130855" y="483235"/>
                  <a:pt x="116250" y="483235"/>
                  <a:pt x="103550" y="483870"/>
                </a:cubicBezTo>
                <a:close/>
                <a:moveTo>
                  <a:pt x="122679" y="439579"/>
                </a:moveTo>
                <a:cubicBezTo>
                  <a:pt x="115774" y="439579"/>
                  <a:pt x="108630" y="439738"/>
                  <a:pt x="103550" y="440055"/>
                </a:cubicBezTo>
                <a:cubicBezTo>
                  <a:pt x="103550" y="448310"/>
                  <a:pt x="103550" y="456565"/>
                  <a:pt x="102280" y="464820"/>
                </a:cubicBezTo>
                <a:cubicBezTo>
                  <a:pt x="111805" y="465455"/>
                  <a:pt x="132125" y="465455"/>
                  <a:pt x="141015" y="464820"/>
                </a:cubicBezTo>
                <a:cubicBezTo>
                  <a:pt x="144190" y="464820"/>
                  <a:pt x="146095" y="464185"/>
                  <a:pt x="148000" y="462915"/>
                </a:cubicBezTo>
                <a:cubicBezTo>
                  <a:pt x="151810" y="460375"/>
                  <a:pt x="153715" y="456565"/>
                  <a:pt x="153715" y="452120"/>
                </a:cubicBezTo>
                <a:cubicBezTo>
                  <a:pt x="153715" y="445135"/>
                  <a:pt x="149905" y="440690"/>
                  <a:pt x="140380" y="440055"/>
                </a:cubicBezTo>
                <a:cubicBezTo>
                  <a:pt x="136252" y="439738"/>
                  <a:pt x="129585" y="439579"/>
                  <a:pt x="122679" y="439579"/>
                </a:cubicBezTo>
                <a:close/>
                <a:moveTo>
                  <a:pt x="840149" y="422275"/>
                </a:moveTo>
                <a:cubicBezTo>
                  <a:pt x="849039" y="422275"/>
                  <a:pt x="857294" y="422275"/>
                  <a:pt x="865549" y="422275"/>
                </a:cubicBezTo>
                <a:cubicBezTo>
                  <a:pt x="876344" y="436245"/>
                  <a:pt x="887774" y="450215"/>
                  <a:pt x="899839" y="464186"/>
                </a:cubicBezTo>
                <a:cubicBezTo>
                  <a:pt x="911904" y="450215"/>
                  <a:pt x="923334" y="436245"/>
                  <a:pt x="934129" y="422275"/>
                </a:cubicBezTo>
                <a:cubicBezTo>
                  <a:pt x="943019" y="422275"/>
                  <a:pt x="951274" y="422275"/>
                  <a:pt x="959529" y="422275"/>
                </a:cubicBezTo>
                <a:cubicBezTo>
                  <a:pt x="942384" y="442595"/>
                  <a:pt x="925874" y="463550"/>
                  <a:pt x="909999" y="483870"/>
                </a:cubicBezTo>
                <a:cubicBezTo>
                  <a:pt x="909364" y="499111"/>
                  <a:pt x="909364" y="514986"/>
                  <a:pt x="909999" y="530225"/>
                </a:cubicBezTo>
                <a:cubicBezTo>
                  <a:pt x="903014" y="530225"/>
                  <a:pt x="896664" y="530225"/>
                  <a:pt x="889679" y="530225"/>
                </a:cubicBezTo>
                <a:cubicBezTo>
                  <a:pt x="890314" y="514986"/>
                  <a:pt x="890314" y="499745"/>
                  <a:pt x="889679" y="483870"/>
                </a:cubicBezTo>
                <a:cubicBezTo>
                  <a:pt x="873804" y="463550"/>
                  <a:pt x="857294" y="442595"/>
                  <a:pt x="840149" y="422275"/>
                </a:cubicBezTo>
                <a:close/>
                <a:moveTo>
                  <a:pt x="717595" y="422275"/>
                </a:moveTo>
                <a:cubicBezTo>
                  <a:pt x="748075" y="422911"/>
                  <a:pt x="777920" y="422911"/>
                  <a:pt x="807765" y="422275"/>
                </a:cubicBezTo>
                <a:cubicBezTo>
                  <a:pt x="807765" y="428625"/>
                  <a:pt x="807765" y="434975"/>
                  <a:pt x="807765" y="441325"/>
                </a:cubicBezTo>
                <a:cubicBezTo>
                  <a:pt x="784905" y="440690"/>
                  <a:pt x="761410" y="440690"/>
                  <a:pt x="737915" y="441325"/>
                </a:cubicBezTo>
                <a:cubicBezTo>
                  <a:pt x="737280" y="448945"/>
                  <a:pt x="737280" y="457200"/>
                  <a:pt x="737915" y="465455"/>
                </a:cubicBezTo>
                <a:cubicBezTo>
                  <a:pt x="753790" y="466090"/>
                  <a:pt x="770300" y="466090"/>
                  <a:pt x="786175" y="465455"/>
                </a:cubicBezTo>
                <a:cubicBezTo>
                  <a:pt x="786175" y="471805"/>
                  <a:pt x="786175" y="478155"/>
                  <a:pt x="786175" y="484505"/>
                </a:cubicBezTo>
                <a:cubicBezTo>
                  <a:pt x="770300" y="483870"/>
                  <a:pt x="753790" y="483870"/>
                  <a:pt x="737915" y="484505"/>
                </a:cubicBezTo>
                <a:cubicBezTo>
                  <a:pt x="737280" y="494030"/>
                  <a:pt x="737280" y="502920"/>
                  <a:pt x="737915" y="511811"/>
                </a:cubicBezTo>
                <a:cubicBezTo>
                  <a:pt x="762045" y="511811"/>
                  <a:pt x="785540" y="511811"/>
                  <a:pt x="809035" y="511175"/>
                </a:cubicBezTo>
                <a:cubicBezTo>
                  <a:pt x="809035" y="517525"/>
                  <a:pt x="809035" y="523875"/>
                  <a:pt x="809035" y="530225"/>
                </a:cubicBezTo>
                <a:cubicBezTo>
                  <a:pt x="778555" y="529590"/>
                  <a:pt x="748075" y="529590"/>
                  <a:pt x="717595" y="530225"/>
                </a:cubicBezTo>
                <a:cubicBezTo>
                  <a:pt x="718230" y="494665"/>
                  <a:pt x="718230" y="458470"/>
                  <a:pt x="717595" y="422275"/>
                </a:cubicBezTo>
                <a:close/>
                <a:moveTo>
                  <a:pt x="598849" y="422275"/>
                </a:moveTo>
                <a:cubicBezTo>
                  <a:pt x="605199" y="422275"/>
                  <a:pt x="612184" y="422275"/>
                  <a:pt x="619169" y="422275"/>
                </a:cubicBezTo>
                <a:cubicBezTo>
                  <a:pt x="618534" y="452120"/>
                  <a:pt x="618534" y="481965"/>
                  <a:pt x="619169" y="511811"/>
                </a:cubicBezTo>
                <a:cubicBezTo>
                  <a:pt x="642029" y="511811"/>
                  <a:pt x="664889" y="511811"/>
                  <a:pt x="687749" y="511175"/>
                </a:cubicBezTo>
                <a:cubicBezTo>
                  <a:pt x="687749" y="517525"/>
                  <a:pt x="687749" y="523875"/>
                  <a:pt x="687749" y="530225"/>
                </a:cubicBezTo>
                <a:cubicBezTo>
                  <a:pt x="657904" y="529590"/>
                  <a:pt x="628694" y="529590"/>
                  <a:pt x="598849" y="530225"/>
                </a:cubicBezTo>
                <a:cubicBezTo>
                  <a:pt x="599484" y="494665"/>
                  <a:pt x="599484" y="458470"/>
                  <a:pt x="598849" y="422275"/>
                </a:cubicBezTo>
                <a:close/>
                <a:moveTo>
                  <a:pt x="471215" y="422275"/>
                </a:moveTo>
                <a:cubicBezTo>
                  <a:pt x="504235" y="422911"/>
                  <a:pt x="537255" y="422911"/>
                  <a:pt x="570910" y="422275"/>
                </a:cubicBezTo>
                <a:cubicBezTo>
                  <a:pt x="570910" y="428625"/>
                  <a:pt x="570910" y="434975"/>
                  <a:pt x="570910" y="441325"/>
                </a:cubicBezTo>
                <a:cubicBezTo>
                  <a:pt x="557575" y="440690"/>
                  <a:pt x="544875" y="440690"/>
                  <a:pt x="531540" y="441325"/>
                </a:cubicBezTo>
                <a:cubicBezTo>
                  <a:pt x="530905" y="471170"/>
                  <a:pt x="530905" y="501015"/>
                  <a:pt x="531540" y="530861"/>
                </a:cubicBezTo>
                <a:cubicBezTo>
                  <a:pt x="524555" y="530861"/>
                  <a:pt x="517570" y="530861"/>
                  <a:pt x="510585" y="530861"/>
                </a:cubicBezTo>
                <a:cubicBezTo>
                  <a:pt x="511220" y="501015"/>
                  <a:pt x="511220" y="471170"/>
                  <a:pt x="510585" y="441325"/>
                </a:cubicBezTo>
                <a:cubicBezTo>
                  <a:pt x="497885" y="440690"/>
                  <a:pt x="484550" y="440690"/>
                  <a:pt x="471215" y="441325"/>
                </a:cubicBezTo>
                <a:cubicBezTo>
                  <a:pt x="471215" y="434975"/>
                  <a:pt x="471215" y="428625"/>
                  <a:pt x="471215" y="422275"/>
                </a:cubicBezTo>
                <a:close/>
                <a:moveTo>
                  <a:pt x="337229" y="422275"/>
                </a:moveTo>
                <a:cubicBezTo>
                  <a:pt x="343579" y="422911"/>
                  <a:pt x="349929" y="422275"/>
                  <a:pt x="356279" y="422275"/>
                </a:cubicBezTo>
                <a:cubicBezTo>
                  <a:pt x="376599" y="446405"/>
                  <a:pt x="397554" y="470536"/>
                  <a:pt x="419144" y="494665"/>
                </a:cubicBezTo>
                <a:cubicBezTo>
                  <a:pt x="419779" y="470536"/>
                  <a:pt x="419779" y="446405"/>
                  <a:pt x="419144" y="422275"/>
                </a:cubicBezTo>
                <a:cubicBezTo>
                  <a:pt x="425494" y="422275"/>
                  <a:pt x="431209" y="422275"/>
                  <a:pt x="437559" y="422275"/>
                </a:cubicBezTo>
                <a:cubicBezTo>
                  <a:pt x="436924" y="457836"/>
                  <a:pt x="436924" y="494030"/>
                  <a:pt x="437559" y="530225"/>
                </a:cubicBezTo>
                <a:cubicBezTo>
                  <a:pt x="431844" y="530225"/>
                  <a:pt x="426764" y="530225"/>
                  <a:pt x="421684" y="530225"/>
                </a:cubicBezTo>
                <a:cubicBezTo>
                  <a:pt x="400729" y="504825"/>
                  <a:pt x="378504" y="479425"/>
                  <a:pt x="355644" y="453390"/>
                </a:cubicBezTo>
                <a:cubicBezTo>
                  <a:pt x="355009" y="479425"/>
                  <a:pt x="355009" y="504825"/>
                  <a:pt x="355644" y="530225"/>
                </a:cubicBezTo>
                <a:cubicBezTo>
                  <a:pt x="349929" y="530225"/>
                  <a:pt x="343579" y="530225"/>
                  <a:pt x="337229" y="530225"/>
                </a:cubicBezTo>
                <a:cubicBezTo>
                  <a:pt x="337864" y="494030"/>
                  <a:pt x="337864" y="458470"/>
                  <a:pt x="337229" y="422275"/>
                </a:cubicBezTo>
                <a:close/>
                <a:moveTo>
                  <a:pt x="212770" y="422275"/>
                </a:moveTo>
                <a:cubicBezTo>
                  <a:pt x="244520" y="422911"/>
                  <a:pt x="275635" y="422911"/>
                  <a:pt x="306115" y="422275"/>
                </a:cubicBezTo>
                <a:cubicBezTo>
                  <a:pt x="306115" y="428625"/>
                  <a:pt x="306115" y="434975"/>
                  <a:pt x="306115" y="441325"/>
                </a:cubicBezTo>
                <a:cubicBezTo>
                  <a:pt x="281985" y="440690"/>
                  <a:pt x="257855" y="440690"/>
                  <a:pt x="233725" y="441325"/>
                </a:cubicBezTo>
                <a:cubicBezTo>
                  <a:pt x="233090" y="448945"/>
                  <a:pt x="233090" y="457200"/>
                  <a:pt x="233725" y="465455"/>
                </a:cubicBezTo>
                <a:cubicBezTo>
                  <a:pt x="250235" y="466090"/>
                  <a:pt x="266745" y="466090"/>
                  <a:pt x="283255" y="465455"/>
                </a:cubicBezTo>
                <a:cubicBezTo>
                  <a:pt x="283255" y="471805"/>
                  <a:pt x="283255" y="478155"/>
                  <a:pt x="283255" y="484505"/>
                </a:cubicBezTo>
                <a:cubicBezTo>
                  <a:pt x="266745" y="483870"/>
                  <a:pt x="250235" y="483870"/>
                  <a:pt x="233725" y="484505"/>
                </a:cubicBezTo>
                <a:cubicBezTo>
                  <a:pt x="233090" y="494030"/>
                  <a:pt x="233090" y="502920"/>
                  <a:pt x="233725" y="511811"/>
                </a:cubicBezTo>
                <a:cubicBezTo>
                  <a:pt x="258490" y="511811"/>
                  <a:pt x="282620" y="511811"/>
                  <a:pt x="307385" y="511175"/>
                </a:cubicBezTo>
                <a:cubicBezTo>
                  <a:pt x="307385" y="517525"/>
                  <a:pt x="307385" y="523875"/>
                  <a:pt x="307385" y="530225"/>
                </a:cubicBezTo>
                <a:cubicBezTo>
                  <a:pt x="275635" y="529590"/>
                  <a:pt x="244520" y="529590"/>
                  <a:pt x="212770" y="530225"/>
                </a:cubicBezTo>
                <a:cubicBezTo>
                  <a:pt x="213405" y="494665"/>
                  <a:pt x="213405" y="458470"/>
                  <a:pt x="212770" y="422275"/>
                </a:cubicBezTo>
                <a:close/>
                <a:moveTo>
                  <a:pt x="82595" y="421640"/>
                </a:moveTo>
                <a:cubicBezTo>
                  <a:pt x="101010" y="422275"/>
                  <a:pt x="121965" y="422275"/>
                  <a:pt x="141015" y="421640"/>
                </a:cubicBezTo>
                <a:cubicBezTo>
                  <a:pt x="163240" y="421640"/>
                  <a:pt x="174670" y="435610"/>
                  <a:pt x="174670" y="448945"/>
                </a:cubicBezTo>
                <a:cubicBezTo>
                  <a:pt x="174670" y="459105"/>
                  <a:pt x="169590" y="467995"/>
                  <a:pt x="162605" y="472440"/>
                </a:cubicBezTo>
                <a:cubicBezTo>
                  <a:pt x="175305" y="476250"/>
                  <a:pt x="182290" y="487045"/>
                  <a:pt x="182290" y="499110"/>
                </a:cubicBezTo>
                <a:cubicBezTo>
                  <a:pt x="182290" y="511810"/>
                  <a:pt x="176575" y="520700"/>
                  <a:pt x="167685" y="525145"/>
                </a:cubicBezTo>
                <a:cubicBezTo>
                  <a:pt x="161970" y="528320"/>
                  <a:pt x="155620" y="529590"/>
                  <a:pt x="148635" y="529590"/>
                </a:cubicBezTo>
                <a:lnTo>
                  <a:pt x="82595" y="529590"/>
                </a:lnTo>
                <a:cubicBezTo>
                  <a:pt x="83230" y="494030"/>
                  <a:pt x="83230" y="457835"/>
                  <a:pt x="82595" y="421640"/>
                </a:cubicBezTo>
                <a:close/>
                <a:moveTo>
                  <a:pt x="515664" y="272415"/>
                </a:moveTo>
                <a:cubicBezTo>
                  <a:pt x="516934" y="272415"/>
                  <a:pt x="518839" y="272415"/>
                  <a:pt x="520744" y="272415"/>
                </a:cubicBezTo>
                <a:cubicBezTo>
                  <a:pt x="522014" y="272415"/>
                  <a:pt x="523919" y="272415"/>
                  <a:pt x="525189" y="272415"/>
                </a:cubicBezTo>
                <a:cubicBezTo>
                  <a:pt x="525189" y="272415"/>
                  <a:pt x="525824" y="273050"/>
                  <a:pt x="525824" y="273685"/>
                </a:cubicBezTo>
                <a:cubicBezTo>
                  <a:pt x="527094" y="276860"/>
                  <a:pt x="527729" y="299720"/>
                  <a:pt x="529634" y="308610"/>
                </a:cubicBezTo>
                <a:cubicBezTo>
                  <a:pt x="529634" y="311785"/>
                  <a:pt x="529634" y="316230"/>
                  <a:pt x="528999" y="319405"/>
                </a:cubicBezTo>
                <a:cubicBezTo>
                  <a:pt x="528364" y="322580"/>
                  <a:pt x="524554" y="325755"/>
                  <a:pt x="521379" y="325755"/>
                </a:cubicBezTo>
                <a:cubicBezTo>
                  <a:pt x="518839" y="325755"/>
                  <a:pt x="513759" y="320675"/>
                  <a:pt x="513124" y="318770"/>
                </a:cubicBezTo>
                <a:cubicBezTo>
                  <a:pt x="512489" y="315595"/>
                  <a:pt x="513124" y="312420"/>
                  <a:pt x="513124" y="309245"/>
                </a:cubicBezTo>
                <a:cubicBezTo>
                  <a:pt x="513124" y="299720"/>
                  <a:pt x="515029" y="276860"/>
                  <a:pt x="515029" y="274320"/>
                </a:cubicBezTo>
                <a:cubicBezTo>
                  <a:pt x="515029" y="273685"/>
                  <a:pt x="515664" y="273050"/>
                  <a:pt x="515664" y="272415"/>
                </a:cubicBezTo>
                <a:close/>
                <a:moveTo>
                  <a:pt x="542335" y="269875"/>
                </a:moveTo>
                <a:cubicBezTo>
                  <a:pt x="542335" y="270511"/>
                  <a:pt x="542970" y="270511"/>
                  <a:pt x="542970" y="271145"/>
                </a:cubicBezTo>
                <a:cubicBezTo>
                  <a:pt x="544240" y="273686"/>
                  <a:pt x="548050" y="295911"/>
                  <a:pt x="549320" y="304800"/>
                </a:cubicBezTo>
                <a:cubicBezTo>
                  <a:pt x="549955" y="307975"/>
                  <a:pt x="551225" y="312420"/>
                  <a:pt x="550590" y="315595"/>
                </a:cubicBezTo>
                <a:cubicBezTo>
                  <a:pt x="549955" y="318136"/>
                  <a:pt x="546780" y="321945"/>
                  <a:pt x="543605" y="322580"/>
                </a:cubicBezTo>
                <a:cubicBezTo>
                  <a:pt x="541065" y="323215"/>
                  <a:pt x="535350" y="318770"/>
                  <a:pt x="534715" y="316865"/>
                </a:cubicBezTo>
                <a:cubicBezTo>
                  <a:pt x="533445" y="314325"/>
                  <a:pt x="533445" y="311150"/>
                  <a:pt x="533445" y="307975"/>
                </a:cubicBezTo>
                <a:cubicBezTo>
                  <a:pt x="532810" y="298450"/>
                  <a:pt x="531540" y="275590"/>
                  <a:pt x="531540" y="273050"/>
                </a:cubicBezTo>
                <a:cubicBezTo>
                  <a:pt x="531540" y="272415"/>
                  <a:pt x="532175" y="271780"/>
                  <a:pt x="532175" y="271145"/>
                </a:cubicBezTo>
                <a:cubicBezTo>
                  <a:pt x="535985" y="270511"/>
                  <a:pt x="539160" y="270511"/>
                  <a:pt x="542335" y="269875"/>
                </a:cubicBezTo>
                <a:close/>
                <a:moveTo>
                  <a:pt x="496614" y="269240"/>
                </a:moveTo>
                <a:cubicBezTo>
                  <a:pt x="500424" y="269875"/>
                  <a:pt x="503599" y="270510"/>
                  <a:pt x="506774" y="270510"/>
                </a:cubicBezTo>
                <a:cubicBezTo>
                  <a:pt x="506774" y="271145"/>
                  <a:pt x="506774" y="271780"/>
                  <a:pt x="507409" y="272415"/>
                </a:cubicBezTo>
                <a:cubicBezTo>
                  <a:pt x="508044" y="275590"/>
                  <a:pt x="505504" y="298450"/>
                  <a:pt x="504869" y="307340"/>
                </a:cubicBezTo>
                <a:cubicBezTo>
                  <a:pt x="504869" y="309880"/>
                  <a:pt x="504234" y="314325"/>
                  <a:pt x="502964" y="317500"/>
                </a:cubicBezTo>
                <a:cubicBezTo>
                  <a:pt x="501694" y="320040"/>
                  <a:pt x="497884" y="323215"/>
                  <a:pt x="494709" y="322580"/>
                </a:cubicBezTo>
                <a:cubicBezTo>
                  <a:pt x="492169" y="321945"/>
                  <a:pt x="487724" y="316230"/>
                  <a:pt x="487724" y="314325"/>
                </a:cubicBezTo>
                <a:cubicBezTo>
                  <a:pt x="487089" y="311150"/>
                  <a:pt x="488359" y="307975"/>
                  <a:pt x="488994" y="304800"/>
                </a:cubicBezTo>
                <a:cubicBezTo>
                  <a:pt x="490264" y="295275"/>
                  <a:pt x="495344" y="273050"/>
                  <a:pt x="495979" y="270510"/>
                </a:cubicBezTo>
                <a:cubicBezTo>
                  <a:pt x="495979" y="269875"/>
                  <a:pt x="496614" y="269875"/>
                  <a:pt x="496614" y="269240"/>
                </a:cubicBezTo>
                <a:close/>
                <a:moveTo>
                  <a:pt x="561384" y="266700"/>
                </a:moveTo>
                <a:cubicBezTo>
                  <a:pt x="563289" y="269240"/>
                  <a:pt x="570274" y="291465"/>
                  <a:pt x="573449" y="300355"/>
                </a:cubicBezTo>
                <a:cubicBezTo>
                  <a:pt x="574719" y="303530"/>
                  <a:pt x="575989" y="307975"/>
                  <a:pt x="575989" y="311150"/>
                </a:cubicBezTo>
                <a:cubicBezTo>
                  <a:pt x="575989" y="313690"/>
                  <a:pt x="574084" y="318136"/>
                  <a:pt x="570909" y="319405"/>
                </a:cubicBezTo>
                <a:cubicBezTo>
                  <a:pt x="568369" y="320040"/>
                  <a:pt x="562654" y="316865"/>
                  <a:pt x="561384" y="314961"/>
                </a:cubicBezTo>
                <a:cubicBezTo>
                  <a:pt x="560114" y="312420"/>
                  <a:pt x="559479" y="309245"/>
                  <a:pt x="558844" y="306070"/>
                </a:cubicBezTo>
                <a:cubicBezTo>
                  <a:pt x="556939" y="295911"/>
                  <a:pt x="551859" y="273050"/>
                  <a:pt x="551224" y="270511"/>
                </a:cubicBezTo>
                <a:cubicBezTo>
                  <a:pt x="551224" y="269875"/>
                  <a:pt x="551224" y="269240"/>
                  <a:pt x="551224" y="268605"/>
                </a:cubicBezTo>
                <a:cubicBezTo>
                  <a:pt x="554399" y="267970"/>
                  <a:pt x="558209" y="267336"/>
                  <a:pt x="561384" y="266700"/>
                </a:cubicBezTo>
                <a:close/>
                <a:moveTo>
                  <a:pt x="480104" y="266700"/>
                </a:moveTo>
                <a:cubicBezTo>
                  <a:pt x="483279" y="267336"/>
                  <a:pt x="487089" y="267970"/>
                  <a:pt x="490264" y="268605"/>
                </a:cubicBezTo>
                <a:cubicBezTo>
                  <a:pt x="490264" y="269875"/>
                  <a:pt x="490264" y="270511"/>
                  <a:pt x="490264" y="271780"/>
                </a:cubicBezTo>
                <a:cubicBezTo>
                  <a:pt x="490264" y="274320"/>
                  <a:pt x="483279" y="297180"/>
                  <a:pt x="481374" y="306070"/>
                </a:cubicBezTo>
                <a:cubicBezTo>
                  <a:pt x="480739" y="309245"/>
                  <a:pt x="479469" y="313690"/>
                  <a:pt x="477564" y="316230"/>
                </a:cubicBezTo>
                <a:cubicBezTo>
                  <a:pt x="475659" y="318136"/>
                  <a:pt x="471214" y="320675"/>
                  <a:pt x="468039" y="319405"/>
                </a:cubicBezTo>
                <a:cubicBezTo>
                  <a:pt x="465499" y="318136"/>
                  <a:pt x="462324" y="312420"/>
                  <a:pt x="462324" y="309880"/>
                </a:cubicBezTo>
                <a:cubicBezTo>
                  <a:pt x="462959" y="306705"/>
                  <a:pt x="464229" y="304165"/>
                  <a:pt x="465499" y="300990"/>
                </a:cubicBezTo>
                <a:cubicBezTo>
                  <a:pt x="469309" y="292100"/>
                  <a:pt x="478199" y="270511"/>
                  <a:pt x="479469" y="267970"/>
                </a:cubicBezTo>
                <a:cubicBezTo>
                  <a:pt x="479469" y="267336"/>
                  <a:pt x="480104" y="267336"/>
                  <a:pt x="480104" y="266700"/>
                </a:cubicBezTo>
                <a:close/>
                <a:moveTo>
                  <a:pt x="577259" y="260986"/>
                </a:moveTo>
                <a:cubicBezTo>
                  <a:pt x="577259" y="260986"/>
                  <a:pt x="577894" y="261621"/>
                  <a:pt x="577894" y="261621"/>
                </a:cubicBezTo>
                <a:cubicBezTo>
                  <a:pt x="579799" y="263525"/>
                  <a:pt x="589959" y="284481"/>
                  <a:pt x="594404" y="292100"/>
                </a:cubicBezTo>
                <a:cubicBezTo>
                  <a:pt x="596309" y="295275"/>
                  <a:pt x="598214" y="299086"/>
                  <a:pt x="598214" y="301625"/>
                </a:cubicBezTo>
                <a:cubicBezTo>
                  <a:pt x="598214" y="304800"/>
                  <a:pt x="596944" y="309246"/>
                  <a:pt x="593769" y="310516"/>
                </a:cubicBezTo>
                <a:cubicBezTo>
                  <a:pt x="591229" y="311150"/>
                  <a:pt x="584879" y="309246"/>
                  <a:pt x="583609" y="307341"/>
                </a:cubicBezTo>
                <a:cubicBezTo>
                  <a:pt x="581704" y="305436"/>
                  <a:pt x="581069" y="302261"/>
                  <a:pt x="579799" y="299086"/>
                </a:cubicBezTo>
                <a:cubicBezTo>
                  <a:pt x="575989" y="290196"/>
                  <a:pt x="568369" y="268606"/>
                  <a:pt x="567734" y="266066"/>
                </a:cubicBezTo>
                <a:cubicBezTo>
                  <a:pt x="567734" y="266066"/>
                  <a:pt x="567734" y="264796"/>
                  <a:pt x="567734" y="264161"/>
                </a:cubicBezTo>
                <a:cubicBezTo>
                  <a:pt x="570909" y="262891"/>
                  <a:pt x="574084" y="262256"/>
                  <a:pt x="577259" y="260986"/>
                </a:cubicBezTo>
                <a:close/>
                <a:moveTo>
                  <a:pt x="462324" y="260986"/>
                </a:moveTo>
                <a:cubicBezTo>
                  <a:pt x="464864" y="262256"/>
                  <a:pt x="468039" y="263525"/>
                  <a:pt x="471214" y="264161"/>
                </a:cubicBezTo>
                <a:cubicBezTo>
                  <a:pt x="471214" y="265431"/>
                  <a:pt x="470579" y="266066"/>
                  <a:pt x="471214" y="266700"/>
                </a:cubicBezTo>
                <a:cubicBezTo>
                  <a:pt x="470579" y="269241"/>
                  <a:pt x="461689" y="290831"/>
                  <a:pt x="458514" y="299086"/>
                </a:cubicBezTo>
                <a:cubicBezTo>
                  <a:pt x="457244" y="302261"/>
                  <a:pt x="455339" y="306071"/>
                  <a:pt x="453434" y="308611"/>
                </a:cubicBezTo>
                <a:cubicBezTo>
                  <a:pt x="451529" y="310516"/>
                  <a:pt x="447084" y="311786"/>
                  <a:pt x="444544" y="310516"/>
                </a:cubicBezTo>
                <a:cubicBezTo>
                  <a:pt x="442004" y="309246"/>
                  <a:pt x="440099" y="302261"/>
                  <a:pt x="440734" y="300356"/>
                </a:cubicBezTo>
                <a:cubicBezTo>
                  <a:pt x="441369" y="297816"/>
                  <a:pt x="443274" y="294641"/>
                  <a:pt x="444544" y="292100"/>
                </a:cubicBezTo>
                <a:cubicBezTo>
                  <a:pt x="448989" y="283211"/>
                  <a:pt x="460419" y="263525"/>
                  <a:pt x="461689" y="261621"/>
                </a:cubicBezTo>
                <a:cubicBezTo>
                  <a:pt x="461689" y="261621"/>
                  <a:pt x="462324" y="260986"/>
                  <a:pt x="462324" y="260986"/>
                </a:cubicBezTo>
                <a:close/>
                <a:moveTo>
                  <a:pt x="703624" y="206375"/>
                </a:moveTo>
                <a:cubicBezTo>
                  <a:pt x="694099" y="233680"/>
                  <a:pt x="675049" y="259715"/>
                  <a:pt x="648379" y="279400"/>
                </a:cubicBezTo>
                <a:cubicBezTo>
                  <a:pt x="635679" y="288290"/>
                  <a:pt x="621709" y="296545"/>
                  <a:pt x="607104" y="302895"/>
                </a:cubicBezTo>
                <a:cubicBezTo>
                  <a:pt x="606469" y="300355"/>
                  <a:pt x="605834" y="299086"/>
                  <a:pt x="605834" y="299086"/>
                </a:cubicBezTo>
                <a:lnTo>
                  <a:pt x="603929" y="295911"/>
                </a:lnTo>
                <a:cubicBezTo>
                  <a:pt x="618534" y="289561"/>
                  <a:pt x="631869" y="281940"/>
                  <a:pt x="643934" y="273050"/>
                </a:cubicBezTo>
                <a:cubicBezTo>
                  <a:pt x="668699" y="254636"/>
                  <a:pt x="685844" y="231775"/>
                  <a:pt x="695369" y="207011"/>
                </a:cubicBezTo>
                <a:cubicBezTo>
                  <a:pt x="698544" y="207011"/>
                  <a:pt x="701084" y="207011"/>
                  <a:pt x="703624" y="206375"/>
                </a:cubicBezTo>
                <a:close/>
                <a:moveTo>
                  <a:pt x="329609" y="203200"/>
                </a:moveTo>
                <a:cubicBezTo>
                  <a:pt x="331514" y="203836"/>
                  <a:pt x="334054" y="205105"/>
                  <a:pt x="338499" y="205105"/>
                </a:cubicBezTo>
                <a:cubicBezTo>
                  <a:pt x="348024" y="231140"/>
                  <a:pt x="365804" y="254636"/>
                  <a:pt x="390569" y="273686"/>
                </a:cubicBezTo>
                <a:cubicBezTo>
                  <a:pt x="403904" y="283845"/>
                  <a:pt x="419144" y="292736"/>
                  <a:pt x="435019" y="299086"/>
                </a:cubicBezTo>
                <a:cubicBezTo>
                  <a:pt x="435019" y="299086"/>
                  <a:pt x="434384" y="299720"/>
                  <a:pt x="434384" y="299720"/>
                </a:cubicBezTo>
                <a:cubicBezTo>
                  <a:pt x="433114" y="302261"/>
                  <a:pt x="432479" y="304165"/>
                  <a:pt x="432479" y="306070"/>
                </a:cubicBezTo>
                <a:cubicBezTo>
                  <a:pt x="415334" y="299086"/>
                  <a:pt x="399459" y="290195"/>
                  <a:pt x="385489" y="279400"/>
                </a:cubicBezTo>
                <a:cubicBezTo>
                  <a:pt x="358184" y="259080"/>
                  <a:pt x="339134" y="232411"/>
                  <a:pt x="329609" y="203200"/>
                </a:cubicBezTo>
                <a:close/>
                <a:moveTo>
                  <a:pt x="672509" y="200661"/>
                </a:moveTo>
                <a:cubicBezTo>
                  <a:pt x="676954" y="203200"/>
                  <a:pt x="682034" y="205106"/>
                  <a:pt x="687114" y="205741"/>
                </a:cubicBezTo>
                <a:cubicBezTo>
                  <a:pt x="678224" y="229236"/>
                  <a:pt x="661714" y="251461"/>
                  <a:pt x="639489" y="269241"/>
                </a:cubicBezTo>
                <a:cubicBezTo>
                  <a:pt x="628059" y="278131"/>
                  <a:pt x="615359" y="285750"/>
                  <a:pt x="601389" y="292100"/>
                </a:cubicBezTo>
                <a:lnTo>
                  <a:pt x="585514" y="264796"/>
                </a:lnTo>
                <a:cubicBezTo>
                  <a:pt x="584879" y="263525"/>
                  <a:pt x="584879" y="262256"/>
                  <a:pt x="584879" y="260986"/>
                </a:cubicBezTo>
                <a:cubicBezTo>
                  <a:pt x="612184" y="249556"/>
                  <a:pt x="634409" y="231141"/>
                  <a:pt x="647109" y="208916"/>
                </a:cubicBezTo>
                <a:cubicBezTo>
                  <a:pt x="648379" y="208916"/>
                  <a:pt x="649014" y="209550"/>
                  <a:pt x="649649" y="209550"/>
                </a:cubicBezTo>
                <a:cubicBezTo>
                  <a:pt x="651554" y="210186"/>
                  <a:pt x="653459" y="210821"/>
                  <a:pt x="655364" y="210821"/>
                </a:cubicBezTo>
                <a:cubicBezTo>
                  <a:pt x="655999" y="210821"/>
                  <a:pt x="657269" y="210821"/>
                  <a:pt x="657904" y="210821"/>
                </a:cubicBezTo>
                <a:cubicBezTo>
                  <a:pt x="662984" y="210821"/>
                  <a:pt x="668699" y="209550"/>
                  <a:pt x="671239" y="204471"/>
                </a:cubicBezTo>
                <a:cubicBezTo>
                  <a:pt x="671874" y="203200"/>
                  <a:pt x="671874" y="201931"/>
                  <a:pt x="672509" y="200661"/>
                </a:cubicBezTo>
                <a:close/>
                <a:moveTo>
                  <a:pt x="364534" y="197486"/>
                </a:moveTo>
                <a:cubicBezTo>
                  <a:pt x="365169" y="199391"/>
                  <a:pt x="367709" y="201296"/>
                  <a:pt x="367709" y="201296"/>
                </a:cubicBezTo>
                <a:cubicBezTo>
                  <a:pt x="369614" y="202566"/>
                  <a:pt x="371519" y="203836"/>
                  <a:pt x="374059" y="204471"/>
                </a:cubicBezTo>
                <a:cubicBezTo>
                  <a:pt x="375329" y="205106"/>
                  <a:pt x="377234" y="205106"/>
                  <a:pt x="378504" y="205106"/>
                </a:cubicBezTo>
                <a:cubicBezTo>
                  <a:pt x="382314" y="205106"/>
                  <a:pt x="385489" y="204471"/>
                  <a:pt x="389299" y="202566"/>
                </a:cubicBezTo>
                <a:cubicBezTo>
                  <a:pt x="402634" y="227331"/>
                  <a:pt x="426764" y="247650"/>
                  <a:pt x="457244" y="259716"/>
                </a:cubicBezTo>
                <a:cubicBezTo>
                  <a:pt x="456609" y="260986"/>
                  <a:pt x="455974" y="262256"/>
                  <a:pt x="455974" y="262891"/>
                </a:cubicBezTo>
                <a:cubicBezTo>
                  <a:pt x="450894" y="271781"/>
                  <a:pt x="443274" y="284481"/>
                  <a:pt x="438194" y="292100"/>
                </a:cubicBezTo>
                <a:cubicBezTo>
                  <a:pt x="422319" y="285750"/>
                  <a:pt x="407714" y="277496"/>
                  <a:pt x="395014" y="267336"/>
                </a:cubicBezTo>
                <a:cubicBezTo>
                  <a:pt x="372154" y="249556"/>
                  <a:pt x="355644" y="227331"/>
                  <a:pt x="346754" y="203200"/>
                </a:cubicBezTo>
                <a:cubicBezTo>
                  <a:pt x="347389" y="202566"/>
                  <a:pt x="348024" y="202566"/>
                  <a:pt x="348659" y="202566"/>
                </a:cubicBezTo>
                <a:cubicBezTo>
                  <a:pt x="353104" y="201296"/>
                  <a:pt x="356914" y="200661"/>
                  <a:pt x="364534" y="197486"/>
                </a:cubicBezTo>
                <a:close/>
                <a:moveTo>
                  <a:pt x="658540" y="180340"/>
                </a:moveTo>
                <a:cubicBezTo>
                  <a:pt x="659810" y="182245"/>
                  <a:pt x="660445" y="184150"/>
                  <a:pt x="661715" y="185420"/>
                </a:cubicBezTo>
                <a:cubicBezTo>
                  <a:pt x="668065" y="194310"/>
                  <a:pt x="669970" y="196850"/>
                  <a:pt x="664890" y="200660"/>
                </a:cubicBezTo>
                <a:cubicBezTo>
                  <a:pt x="661080" y="203835"/>
                  <a:pt x="653460" y="202565"/>
                  <a:pt x="650920" y="201295"/>
                </a:cubicBezTo>
                <a:cubicBezTo>
                  <a:pt x="654730" y="194945"/>
                  <a:pt x="657270" y="188595"/>
                  <a:pt x="658540" y="181610"/>
                </a:cubicBezTo>
                <a:cubicBezTo>
                  <a:pt x="658540" y="181610"/>
                  <a:pt x="658540" y="180975"/>
                  <a:pt x="658540" y="180340"/>
                </a:cubicBezTo>
                <a:close/>
                <a:moveTo>
                  <a:pt x="377870" y="175261"/>
                </a:moveTo>
                <a:cubicBezTo>
                  <a:pt x="379140" y="183516"/>
                  <a:pt x="381680" y="191136"/>
                  <a:pt x="384855" y="198756"/>
                </a:cubicBezTo>
                <a:cubicBezTo>
                  <a:pt x="384220" y="199391"/>
                  <a:pt x="382950" y="200025"/>
                  <a:pt x="382315" y="200025"/>
                </a:cubicBezTo>
                <a:cubicBezTo>
                  <a:pt x="377870" y="200661"/>
                  <a:pt x="365805" y="200661"/>
                  <a:pt x="368980" y="193041"/>
                </a:cubicBezTo>
                <a:cubicBezTo>
                  <a:pt x="370884" y="187961"/>
                  <a:pt x="372790" y="182881"/>
                  <a:pt x="375965" y="178436"/>
                </a:cubicBezTo>
                <a:cubicBezTo>
                  <a:pt x="376600" y="177166"/>
                  <a:pt x="377234" y="176531"/>
                  <a:pt x="377870" y="175261"/>
                </a:cubicBezTo>
                <a:close/>
                <a:moveTo>
                  <a:pt x="520744" y="161291"/>
                </a:moveTo>
                <a:cubicBezTo>
                  <a:pt x="506139" y="161291"/>
                  <a:pt x="484549" y="167006"/>
                  <a:pt x="485819" y="194946"/>
                </a:cubicBezTo>
                <a:cubicBezTo>
                  <a:pt x="487089" y="221616"/>
                  <a:pt x="501059" y="227966"/>
                  <a:pt x="522649" y="228601"/>
                </a:cubicBezTo>
                <a:cubicBezTo>
                  <a:pt x="542969" y="229236"/>
                  <a:pt x="558209" y="221616"/>
                  <a:pt x="558844" y="194311"/>
                </a:cubicBezTo>
                <a:cubicBezTo>
                  <a:pt x="559479" y="162561"/>
                  <a:pt x="533444" y="161291"/>
                  <a:pt x="520744" y="161291"/>
                </a:cubicBezTo>
                <a:close/>
                <a:moveTo>
                  <a:pt x="659809" y="153035"/>
                </a:moveTo>
                <a:cubicBezTo>
                  <a:pt x="662349" y="151765"/>
                  <a:pt x="666794" y="153670"/>
                  <a:pt x="668699" y="155575"/>
                </a:cubicBezTo>
                <a:cubicBezTo>
                  <a:pt x="669969" y="156845"/>
                  <a:pt x="685209" y="177165"/>
                  <a:pt x="692829" y="187325"/>
                </a:cubicBezTo>
                <a:cubicBezTo>
                  <a:pt x="694734" y="189865"/>
                  <a:pt x="696004" y="191770"/>
                  <a:pt x="696639" y="192405"/>
                </a:cubicBezTo>
                <a:cubicBezTo>
                  <a:pt x="697909" y="194310"/>
                  <a:pt x="699179" y="196850"/>
                  <a:pt x="696639" y="198755"/>
                </a:cubicBezTo>
                <a:cubicBezTo>
                  <a:pt x="694734" y="200025"/>
                  <a:pt x="691559" y="200025"/>
                  <a:pt x="689654" y="200025"/>
                </a:cubicBezTo>
                <a:cubicBezTo>
                  <a:pt x="685844" y="199390"/>
                  <a:pt x="678224" y="198755"/>
                  <a:pt x="675684" y="194945"/>
                </a:cubicBezTo>
                <a:cubicBezTo>
                  <a:pt x="675684" y="194310"/>
                  <a:pt x="673144" y="190500"/>
                  <a:pt x="669969" y="186055"/>
                </a:cubicBezTo>
                <a:cubicBezTo>
                  <a:pt x="666159" y="180340"/>
                  <a:pt x="661714" y="173990"/>
                  <a:pt x="659809" y="170180"/>
                </a:cubicBezTo>
                <a:cubicBezTo>
                  <a:pt x="659809" y="167640"/>
                  <a:pt x="660444" y="163830"/>
                  <a:pt x="660444" y="161290"/>
                </a:cubicBezTo>
                <a:cubicBezTo>
                  <a:pt x="660444" y="158750"/>
                  <a:pt x="659809" y="155575"/>
                  <a:pt x="659809" y="153035"/>
                </a:cubicBezTo>
                <a:close/>
                <a:moveTo>
                  <a:pt x="377869" y="149861"/>
                </a:moveTo>
                <a:cubicBezTo>
                  <a:pt x="378504" y="149861"/>
                  <a:pt x="378504" y="150496"/>
                  <a:pt x="379139" y="150496"/>
                </a:cubicBezTo>
                <a:cubicBezTo>
                  <a:pt x="379139" y="151131"/>
                  <a:pt x="379139" y="151766"/>
                  <a:pt x="379139" y="151766"/>
                </a:cubicBezTo>
                <a:cubicBezTo>
                  <a:pt x="378504" y="154941"/>
                  <a:pt x="378504" y="157481"/>
                  <a:pt x="378504" y="160656"/>
                </a:cubicBezTo>
                <a:cubicBezTo>
                  <a:pt x="378504" y="161291"/>
                  <a:pt x="378504" y="161925"/>
                  <a:pt x="378504" y="162561"/>
                </a:cubicBezTo>
                <a:cubicBezTo>
                  <a:pt x="377869" y="163196"/>
                  <a:pt x="375964" y="167641"/>
                  <a:pt x="372789" y="172721"/>
                </a:cubicBezTo>
                <a:cubicBezTo>
                  <a:pt x="368344" y="181611"/>
                  <a:pt x="361359" y="192406"/>
                  <a:pt x="360724" y="193041"/>
                </a:cubicBezTo>
                <a:cubicBezTo>
                  <a:pt x="357549" y="194311"/>
                  <a:pt x="337229" y="198121"/>
                  <a:pt x="330879" y="194946"/>
                </a:cubicBezTo>
                <a:cubicBezTo>
                  <a:pt x="329609" y="194311"/>
                  <a:pt x="328974" y="193675"/>
                  <a:pt x="328974" y="192406"/>
                </a:cubicBezTo>
                <a:cubicBezTo>
                  <a:pt x="329609" y="188596"/>
                  <a:pt x="355644" y="161925"/>
                  <a:pt x="360724" y="156846"/>
                </a:cubicBezTo>
                <a:cubicBezTo>
                  <a:pt x="365804" y="151766"/>
                  <a:pt x="373424" y="149225"/>
                  <a:pt x="377869" y="149861"/>
                </a:cubicBezTo>
                <a:close/>
                <a:moveTo>
                  <a:pt x="688384" y="145416"/>
                </a:moveTo>
                <a:cubicBezTo>
                  <a:pt x="689654" y="146050"/>
                  <a:pt x="707434" y="162561"/>
                  <a:pt x="720769" y="175896"/>
                </a:cubicBezTo>
                <a:cubicBezTo>
                  <a:pt x="728389" y="183516"/>
                  <a:pt x="734739" y="189866"/>
                  <a:pt x="736644" y="191771"/>
                </a:cubicBezTo>
                <a:cubicBezTo>
                  <a:pt x="741089" y="196216"/>
                  <a:pt x="734104" y="201296"/>
                  <a:pt x="728389" y="200661"/>
                </a:cubicBezTo>
                <a:cubicBezTo>
                  <a:pt x="724579" y="200661"/>
                  <a:pt x="715054" y="196850"/>
                  <a:pt x="710609" y="194311"/>
                </a:cubicBezTo>
                <a:cubicBezTo>
                  <a:pt x="710609" y="193675"/>
                  <a:pt x="709974" y="193675"/>
                  <a:pt x="709974" y="193675"/>
                </a:cubicBezTo>
                <a:cubicBezTo>
                  <a:pt x="709339" y="193041"/>
                  <a:pt x="708704" y="192406"/>
                  <a:pt x="708069" y="192406"/>
                </a:cubicBezTo>
                <a:cubicBezTo>
                  <a:pt x="707434" y="191771"/>
                  <a:pt x="706164" y="190500"/>
                  <a:pt x="704259" y="187961"/>
                </a:cubicBezTo>
                <a:cubicBezTo>
                  <a:pt x="696004" y="178436"/>
                  <a:pt x="677589" y="155575"/>
                  <a:pt x="676954" y="154941"/>
                </a:cubicBezTo>
                <a:cubicBezTo>
                  <a:pt x="675049" y="153036"/>
                  <a:pt x="673779" y="151131"/>
                  <a:pt x="673779" y="149861"/>
                </a:cubicBezTo>
                <a:cubicBezTo>
                  <a:pt x="674414" y="145416"/>
                  <a:pt x="685209" y="144146"/>
                  <a:pt x="688384" y="145416"/>
                </a:cubicBezTo>
                <a:close/>
                <a:moveTo>
                  <a:pt x="342945" y="142240"/>
                </a:moveTo>
                <a:cubicBezTo>
                  <a:pt x="346755" y="142240"/>
                  <a:pt x="350565" y="143510"/>
                  <a:pt x="355010" y="143510"/>
                </a:cubicBezTo>
                <a:cubicBezTo>
                  <a:pt x="356915" y="143510"/>
                  <a:pt x="360090" y="142240"/>
                  <a:pt x="361995" y="144145"/>
                </a:cubicBezTo>
                <a:cubicBezTo>
                  <a:pt x="362630" y="144780"/>
                  <a:pt x="362630" y="144780"/>
                  <a:pt x="362630" y="145415"/>
                </a:cubicBezTo>
                <a:cubicBezTo>
                  <a:pt x="362630" y="146685"/>
                  <a:pt x="360725" y="147955"/>
                  <a:pt x="360090" y="149225"/>
                </a:cubicBezTo>
                <a:cubicBezTo>
                  <a:pt x="358185" y="151765"/>
                  <a:pt x="327705" y="182245"/>
                  <a:pt x="325165" y="185420"/>
                </a:cubicBezTo>
                <a:cubicBezTo>
                  <a:pt x="324530" y="186055"/>
                  <a:pt x="323895" y="186690"/>
                  <a:pt x="323260" y="187325"/>
                </a:cubicBezTo>
                <a:cubicBezTo>
                  <a:pt x="320085" y="189865"/>
                  <a:pt x="316910" y="191135"/>
                  <a:pt x="313100" y="193040"/>
                </a:cubicBezTo>
                <a:cubicBezTo>
                  <a:pt x="306750" y="196215"/>
                  <a:pt x="294685" y="200660"/>
                  <a:pt x="289605" y="195580"/>
                </a:cubicBezTo>
                <a:cubicBezTo>
                  <a:pt x="285795" y="191770"/>
                  <a:pt x="288335" y="188595"/>
                  <a:pt x="291510" y="186055"/>
                </a:cubicBezTo>
                <a:cubicBezTo>
                  <a:pt x="294685" y="182880"/>
                  <a:pt x="303575" y="175260"/>
                  <a:pt x="312465" y="167640"/>
                </a:cubicBezTo>
                <a:cubicBezTo>
                  <a:pt x="326435" y="154940"/>
                  <a:pt x="341675" y="142240"/>
                  <a:pt x="342945" y="142240"/>
                </a:cubicBezTo>
                <a:close/>
                <a:moveTo>
                  <a:pt x="709974" y="135256"/>
                </a:moveTo>
                <a:cubicBezTo>
                  <a:pt x="710609" y="135890"/>
                  <a:pt x="712514" y="137161"/>
                  <a:pt x="715054" y="139065"/>
                </a:cubicBezTo>
                <a:cubicBezTo>
                  <a:pt x="731564" y="151765"/>
                  <a:pt x="775379" y="184786"/>
                  <a:pt x="778554" y="187961"/>
                </a:cubicBezTo>
                <a:cubicBezTo>
                  <a:pt x="779824" y="188596"/>
                  <a:pt x="779189" y="191136"/>
                  <a:pt x="778554" y="192406"/>
                </a:cubicBezTo>
                <a:cubicBezTo>
                  <a:pt x="772839" y="201296"/>
                  <a:pt x="744264" y="187961"/>
                  <a:pt x="743629" y="187325"/>
                </a:cubicBezTo>
                <a:cubicBezTo>
                  <a:pt x="742359" y="186056"/>
                  <a:pt x="732199" y="176531"/>
                  <a:pt x="721404" y="166371"/>
                </a:cubicBezTo>
                <a:cubicBezTo>
                  <a:pt x="710609" y="156211"/>
                  <a:pt x="699814" y="145415"/>
                  <a:pt x="699179" y="144781"/>
                </a:cubicBezTo>
                <a:cubicBezTo>
                  <a:pt x="698544" y="143511"/>
                  <a:pt x="699179" y="141606"/>
                  <a:pt x="701719" y="137161"/>
                </a:cubicBezTo>
                <a:cubicBezTo>
                  <a:pt x="703624" y="133350"/>
                  <a:pt x="705529" y="132081"/>
                  <a:pt x="709974" y="135256"/>
                </a:cubicBezTo>
                <a:close/>
                <a:moveTo>
                  <a:pt x="320720" y="133350"/>
                </a:moveTo>
                <a:cubicBezTo>
                  <a:pt x="323895" y="132716"/>
                  <a:pt x="339770" y="135256"/>
                  <a:pt x="337230" y="137161"/>
                </a:cubicBezTo>
                <a:cubicBezTo>
                  <a:pt x="336595" y="138431"/>
                  <a:pt x="323895" y="148591"/>
                  <a:pt x="311195" y="158750"/>
                </a:cubicBezTo>
                <a:cubicBezTo>
                  <a:pt x="299765" y="167641"/>
                  <a:pt x="288335" y="176531"/>
                  <a:pt x="283255" y="179706"/>
                </a:cubicBezTo>
                <a:cubicBezTo>
                  <a:pt x="270555" y="187325"/>
                  <a:pt x="247695" y="189866"/>
                  <a:pt x="244520" y="189231"/>
                </a:cubicBezTo>
                <a:cubicBezTo>
                  <a:pt x="241345" y="188596"/>
                  <a:pt x="239440" y="185421"/>
                  <a:pt x="238805" y="184150"/>
                </a:cubicBezTo>
                <a:cubicBezTo>
                  <a:pt x="236265" y="180341"/>
                  <a:pt x="239440" y="179071"/>
                  <a:pt x="244520" y="175896"/>
                </a:cubicBezTo>
                <a:cubicBezTo>
                  <a:pt x="245155" y="175261"/>
                  <a:pt x="290875" y="149225"/>
                  <a:pt x="311195" y="138431"/>
                </a:cubicBezTo>
                <a:cubicBezTo>
                  <a:pt x="316275" y="135256"/>
                  <a:pt x="319450" y="133350"/>
                  <a:pt x="320720" y="133350"/>
                </a:cubicBezTo>
                <a:close/>
                <a:moveTo>
                  <a:pt x="725215" y="125096"/>
                </a:moveTo>
                <a:cubicBezTo>
                  <a:pt x="728390" y="125096"/>
                  <a:pt x="739185" y="132081"/>
                  <a:pt x="742360" y="133986"/>
                </a:cubicBezTo>
                <a:cubicBezTo>
                  <a:pt x="748710" y="137796"/>
                  <a:pt x="754425" y="140971"/>
                  <a:pt x="760140" y="144146"/>
                </a:cubicBezTo>
                <a:cubicBezTo>
                  <a:pt x="774745" y="152401"/>
                  <a:pt x="789985" y="160021"/>
                  <a:pt x="805860" y="165736"/>
                </a:cubicBezTo>
                <a:cubicBezTo>
                  <a:pt x="812210" y="168276"/>
                  <a:pt x="817925" y="170181"/>
                  <a:pt x="824275" y="172086"/>
                </a:cubicBezTo>
                <a:cubicBezTo>
                  <a:pt x="827450" y="173356"/>
                  <a:pt x="825545" y="182881"/>
                  <a:pt x="820465" y="183516"/>
                </a:cubicBezTo>
                <a:cubicBezTo>
                  <a:pt x="814750" y="184151"/>
                  <a:pt x="795700" y="182246"/>
                  <a:pt x="788080" y="179071"/>
                </a:cubicBezTo>
                <a:cubicBezTo>
                  <a:pt x="779825" y="175896"/>
                  <a:pt x="772205" y="170816"/>
                  <a:pt x="765220" y="166371"/>
                </a:cubicBezTo>
                <a:cubicBezTo>
                  <a:pt x="757600" y="161291"/>
                  <a:pt x="718865" y="134621"/>
                  <a:pt x="717595" y="133351"/>
                </a:cubicBezTo>
                <a:cubicBezTo>
                  <a:pt x="713785" y="130176"/>
                  <a:pt x="713785" y="127636"/>
                  <a:pt x="718230" y="126366"/>
                </a:cubicBezTo>
                <a:cubicBezTo>
                  <a:pt x="720770" y="125731"/>
                  <a:pt x="722675" y="124461"/>
                  <a:pt x="725215" y="125096"/>
                </a:cubicBezTo>
                <a:close/>
                <a:moveTo>
                  <a:pt x="382315" y="118111"/>
                </a:moveTo>
                <a:cubicBezTo>
                  <a:pt x="385490" y="116206"/>
                  <a:pt x="389934" y="116206"/>
                  <a:pt x="390570" y="118111"/>
                </a:cubicBezTo>
                <a:cubicBezTo>
                  <a:pt x="388665" y="120650"/>
                  <a:pt x="387395" y="123191"/>
                  <a:pt x="386759" y="125096"/>
                </a:cubicBezTo>
                <a:cubicBezTo>
                  <a:pt x="384220" y="130811"/>
                  <a:pt x="381680" y="137161"/>
                  <a:pt x="380409" y="143511"/>
                </a:cubicBezTo>
                <a:cubicBezTo>
                  <a:pt x="379775" y="144146"/>
                  <a:pt x="375965" y="143511"/>
                  <a:pt x="375330" y="143511"/>
                </a:cubicBezTo>
                <a:cubicBezTo>
                  <a:pt x="372155" y="143511"/>
                  <a:pt x="365170" y="142241"/>
                  <a:pt x="365805" y="138431"/>
                </a:cubicBezTo>
                <a:cubicBezTo>
                  <a:pt x="366440" y="135891"/>
                  <a:pt x="380409" y="120650"/>
                  <a:pt x="382315" y="118111"/>
                </a:cubicBezTo>
                <a:close/>
                <a:moveTo>
                  <a:pt x="297224" y="116840"/>
                </a:moveTo>
                <a:cubicBezTo>
                  <a:pt x="302304" y="116840"/>
                  <a:pt x="311829" y="116840"/>
                  <a:pt x="312465" y="122555"/>
                </a:cubicBezTo>
                <a:cubicBezTo>
                  <a:pt x="313099" y="126365"/>
                  <a:pt x="292779" y="135890"/>
                  <a:pt x="288334" y="138430"/>
                </a:cubicBezTo>
                <a:cubicBezTo>
                  <a:pt x="278809" y="143510"/>
                  <a:pt x="240074" y="163830"/>
                  <a:pt x="230549" y="167005"/>
                </a:cubicBezTo>
                <a:cubicBezTo>
                  <a:pt x="221024" y="170180"/>
                  <a:pt x="200704" y="169545"/>
                  <a:pt x="193084" y="168275"/>
                </a:cubicBezTo>
                <a:cubicBezTo>
                  <a:pt x="190544" y="167640"/>
                  <a:pt x="189274" y="165735"/>
                  <a:pt x="188640" y="163830"/>
                </a:cubicBezTo>
                <a:cubicBezTo>
                  <a:pt x="187369" y="161290"/>
                  <a:pt x="187369" y="158750"/>
                  <a:pt x="188640" y="158115"/>
                </a:cubicBezTo>
                <a:cubicBezTo>
                  <a:pt x="190544" y="157480"/>
                  <a:pt x="292779" y="116840"/>
                  <a:pt x="297224" y="116840"/>
                </a:cubicBezTo>
                <a:close/>
                <a:moveTo>
                  <a:pt x="652825" y="116206"/>
                </a:moveTo>
                <a:cubicBezTo>
                  <a:pt x="656635" y="115571"/>
                  <a:pt x="659810" y="118111"/>
                  <a:pt x="662350" y="122556"/>
                </a:cubicBezTo>
                <a:cubicBezTo>
                  <a:pt x="663620" y="123825"/>
                  <a:pt x="668700" y="132715"/>
                  <a:pt x="669970" y="135890"/>
                </a:cubicBezTo>
                <a:cubicBezTo>
                  <a:pt x="670605" y="137161"/>
                  <a:pt x="670605" y="137796"/>
                  <a:pt x="670605" y="139065"/>
                </a:cubicBezTo>
                <a:cubicBezTo>
                  <a:pt x="670605" y="139700"/>
                  <a:pt x="670605" y="140336"/>
                  <a:pt x="670605" y="140336"/>
                </a:cubicBezTo>
                <a:cubicBezTo>
                  <a:pt x="669970" y="142240"/>
                  <a:pt x="668065" y="143511"/>
                  <a:pt x="666160" y="144781"/>
                </a:cubicBezTo>
                <a:cubicBezTo>
                  <a:pt x="665525" y="145415"/>
                  <a:pt x="660445" y="147321"/>
                  <a:pt x="660445" y="146686"/>
                </a:cubicBezTo>
                <a:cubicBezTo>
                  <a:pt x="658540" y="136525"/>
                  <a:pt x="655365" y="127000"/>
                  <a:pt x="650920" y="117475"/>
                </a:cubicBezTo>
                <a:lnTo>
                  <a:pt x="650920" y="116840"/>
                </a:lnTo>
                <a:cubicBezTo>
                  <a:pt x="651555" y="116206"/>
                  <a:pt x="652825" y="116206"/>
                  <a:pt x="652825" y="116206"/>
                </a:cubicBezTo>
                <a:close/>
                <a:moveTo>
                  <a:pt x="361360" y="111761"/>
                </a:moveTo>
                <a:cubicBezTo>
                  <a:pt x="363265" y="110491"/>
                  <a:pt x="374060" y="112396"/>
                  <a:pt x="373425" y="113666"/>
                </a:cubicBezTo>
                <a:cubicBezTo>
                  <a:pt x="371520" y="117475"/>
                  <a:pt x="361360" y="132081"/>
                  <a:pt x="360090" y="133350"/>
                </a:cubicBezTo>
                <a:cubicBezTo>
                  <a:pt x="356915" y="137161"/>
                  <a:pt x="351200" y="137161"/>
                  <a:pt x="347390" y="134621"/>
                </a:cubicBezTo>
                <a:cubicBezTo>
                  <a:pt x="343580" y="131446"/>
                  <a:pt x="348660" y="126366"/>
                  <a:pt x="350565" y="123191"/>
                </a:cubicBezTo>
                <a:cubicBezTo>
                  <a:pt x="353740" y="120016"/>
                  <a:pt x="358820" y="113031"/>
                  <a:pt x="361360" y="111761"/>
                </a:cubicBezTo>
                <a:close/>
                <a:moveTo>
                  <a:pt x="740454" y="111760"/>
                </a:moveTo>
                <a:cubicBezTo>
                  <a:pt x="744899" y="110490"/>
                  <a:pt x="776649" y="126365"/>
                  <a:pt x="840784" y="144780"/>
                </a:cubicBezTo>
                <a:cubicBezTo>
                  <a:pt x="858564" y="149860"/>
                  <a:pt x="874439" y="150495"/>
                  <a:pt x="876344" y="153670"/>
                </a:cubicBezTo>
                <a:cubicBezTo>
                  <a:pt x="877614" y="156210"/>
                  <a:pt x="875074" y="163195"/>
                  <a:pt x="872534" y="163830"/>
                </a:cubicBezTo>
                <a:cubicBezTo>
                  <a:pt x="866819" y="165735"/>
                  <a:pt x="836339" y="163830"/>
                  <a:pt x="827449" y="162560"/>
                </a:cubicBezTo>
                <a:cubicBezTo>
                  <a:pt x="817289" y="160655"/>
                  <a:pt x="809034" y="157480"/>
                  <a:pt x="799509" y="153670"/>
                </a:cubicBezTo>
                <a:cubicBezTo>
                  <a:pt x="789984" y="149860"/>
                  <a:pt x="781729" y="145415"/>
                  <a:pt x="772839" y="140970"/>
                </a:cubicBezTo>
                <a:cubicBezTo>
                  <a:pt x="767124" y="137795"/>
                  <a:pt x="729024" y="120650"/>
                  <a:pt x="729024" y="117475"/>
                </a:cubicBezTo>
                <a:cubicBezTo>
                  <a:pt x="729024" y="115570"/>
                  <a:pt x="736644" y="112395"/>
                  <a:pt x="740454" y="111760"/>
                </a:cubicBezTo>
                <a:close/>
                <a:moveTo>
                  <a:pt x="669334" y="111760"/>
                </a:moveTo>
                <a:cubicBezTo>
                  <a:pt x="671240" y="111125"/>
                  <a:pt x="673779" y="111760"/>
                  <a:pt x="675684" y="113030"/>
                </a:cubicBezTo>
                <a:cubicBezTo>
                  <a:pt x="678224" y="114300"/>
                  <a:pt x="679495" y="115570"/>
                  <a:pt x="681399" y="117475"/>
                </a:cubicBezTo>
                <a:cubicBezTo>
                  <a:pt x="683940" y="120015"/>
                  <a:pt x="686479" y="122555"/>
                  <a:pt x="689020" y="125095"/>
                </a:cubicBezTo>
                <a:cubicBezTo>
                  <a:pt x="689654" y="125730"/>
                  <a:pt x="690290" y="126365"/>
                  <a:pt x="690290" y="127000"/>
                </a:cubicBezTo>
                <a:cubicBezTo>
                  <a:pt x="691559" y="128270"/>
                  <a:pt x="692829" y="130175"/>
                  <a:pt x="692195" y="132080"/>
                </a:cubicBezTo>
                <a:cubicBezTo>
                  <a:pt x="691559" y="133985"/>
                  <a:pt x="690290" y="135255"/>
                  <a:pt x="689020" y="135890"/>
                </a:cubicBezTo>
                <a:cubicBezTo>
                  <a:pt x="687749" y="137160"/>
                  <a:pt x="685845" y="137160"/>
                  <a:pt x="684574" y="137160"/>
                </a:cubicBezTo>
                <a:cubicBezTo>
                  <a:pt x="680129" y="136525"/>
                  <a:pt x="678224" y="133985"/>
                  <a:pt x="675684" y="131445"/>
                </a:cubicBezTo>
                <a:cubicBezTo>
                  <a:pt x="673779" y="128905"/>
                  <a:pt x="671240" y="127000"/>
                  <a:pt x="669334" y="124460"/>
                </a:cubicBezTo>
                <a:cubicBezTo>
                  <a:pt x="669334" y="123825"/>
                  <a:pt x="668699" y="123190"/>
                  <a:pt x="668065" y="122555"/>
                </a:cubicBezTo>
                <a:cubicBezTo>
                  <a:pt x="666159" y="120650"/>
                  <a:pt x="664254" y="118110"/>
                  <a:pt x="664890" y="115570"/>
                </a:cubicBezTo>
                <a:cubicBezTo>
                  <a:pt x="665524" y="113665"/>
                  <a:pt x="667429" y="111760"/>
                  <a:pt x="669334" y="111760"/>
                </a:cubicBezTo>
                <a:close/>
                <a:moveTo>
                  <a:pt x="692194" y="100966"/>
                </a:moveTo>
                <a:cubicBezTo>
                  <a:pt x="694734" y="101600"/>
                  <a:pt x="702989" y="106046"/>
                  <a:pt x="706799" y="108586"/>
                </a:cubicBezTo>
                <a:cubicBezTo>
                  <a:pt x="707434" y="108586"/>
                  <a:pt x="707434" y="109221"/>
                  <a:pt x="708069" y="109221"/>
                </a:cubicBezTo>
                <a:cubicBezTo>
                  <a:pt x="709339" y="110491"/>
                  <a:pt x="713784" y="113031"/>
                  <a:pt x="714419" y="114300"/>
                </a:cubicBezTo>
                <a:cubicBezTo>
                  <a:pt x="715689" y="116206"/>
                  <a:pt x="715054" y="119381"/>
                  <a:pt x="713149" y="120650"/>
                </a:cubicBezTo>
                <a:cubicBezTo>
                  <a:pt x="713149" y="120650"/>
                  <a:pt x="712514" y="121286"/>
                  <a:pt x="712514" y="121286"/>
                </a:cubicBezTo>
                <a:cubicBezTo>
                  <a:pt x="711879" y="121286"/>
                  <a:pt x="711879" y="121921"/>
                  <a:pt x="711244" y="121921"/>
                </a:cubicBezTo>
                <a:cubicBezTo>
                  <a:pt x="709339" y="122556"/>
                  <a:pt x="707434" y="122556"/>
                  <a:pt x="705529" y="122556"/>
                </a:cubicBezTo>
                <a:cubicBezTo>
                  <a:pt x="704259" y="122556"/>
                  <a:pt x="702354" y="121921"/>
                  <a:pt x="700449" y="121286"/>
                </a:cubicBezTo>
                <a:cubicBezTo>
                  <a:pt x="698544" y="120016"/>
                  <a:pt x="683939" y="110491"/>
                  <a:pt x="682669" y="109221"/>
                </a:cubicBezTo>
                <a:cubicBezTo>
                  <a:pt x="677589" y="104775"/>
                  <a:pt x="688384" y="99061"/>
                  <a:pt x="692194" y="100966"/>
                </a:cubicBezTo>
                <a:close/>
                <a:moveTo>
                  <a:pt x="342944" y="99061"/>
                </a:moveTo>
                <a:cubicBezTo>
                  <a:pt x="346119" y="96521"/>
                  <a:pt x="358184" y="100965"/>
                  <a:pt x="353739" y="107315"/>
                </a:cubicBezTo>
                <a:cubicBezTo>
                  <a:pt x="352469" y="108586"/>
                  <a:pt x="338499" y="121286"/>
                  <a:pt x="336594" y="123190"/>
                </a:cubicBezTo>
                <a:cubicBezTo>
                  <a:pt x="335324" y="123825"/>
                  <a:pt x="333419" y="124461"/>
                  <a:pt x="332149" y="125096"/>
                </a:cubicBezTo>
                <a:cubicBezTo>
                  <a:pt x="329609" y="125731"/>
                  <a:pt x="327069" y="125731"/>
                  <a:pt x="324529" y="124461"/>
                </a:cubicBezTo>
                <a:cubicBezTo>
                  <a:pt x="324529" y="124461"/>
                  <a:pt x="323894" y="123825"/>
                  <a:pt x="323894" y="123825"/>
                </a:cubicBezTo>
                <a:cubicBezTo>
                  <a:pt x="321354" y="122556"/>
                  <a:pt x="320719" y="119381"/>
                  <a:pt x="321354" y="117475"/>
                </a:cubicBezTo>
                <a:cubicBezTo>
                  <a:pt x="322624" y="115571"/>
                  <a:pt x="326434" y="112396"/>
                  <a:pt x="327704" y="111125"/>
                </a:cubicBezTo>
                <a:cubicBezTo>
                  <a:pt x="331514" y="108586"/>
                  <a:pt x="340404" y="100965"/>
                  <a:pt x="342944" y="99061"/>
                </a:cubicBezTo>
                <a:close/>
                <a:moveTo>
                  <a:pt x="286349" y="97711"/>
                </a:moveTo>
                <a:cubicBezTo>
                  <a:pt x="288334" y="98108"/>
                  <a:pt x="289921" y="99378"/>
                  <a:pt x="290239" y="102236"/>
                </a:cubicBezTo>
                <a:cubicBezTo>
                  <a:pt x="290874" y="104775"/>
                  <a:pt x="290874" y="108586"/>
                  <a:pt x="288969" y="110490"/>
                </a:cubicBezTo>
                <a:cubicBezTo>
                  <a:pt x="287064" y="113031"/>
                  <a:pt x="189274" y="146686"/>
                  <a:pt x="179114" y="149225"/>
                </a:cubicBezTo>
                <a:cubicBezTo>
                  <a:pt x="168954" y="152400"/>
                  <a:pt x="138474" y="147956"/>
                  <a:pt x="134664" y="146686"/>
                </a:cubicBezTo>
                <a:cubicBezTo>
                  <a:pt x="132124" y="146050"/>
                  <a:pt x="130219" y="140336"/>
                  <a:pt x="129584" y="139065"/>
                </a:cubicBezTo>
                <a:cubicBezTo>
                  <a:pt x="128949" y="137796"/>
                  <a:pt x="128949" y="137161"/>
                  <a:pt x="130219" y="136525"/>
                </a:cubicBezTo>
                <a:cubicBezTo>
                  <a:pt x="131489" y="135890"/>
                  <a:pt x="276904" y="99696"/>
                  <a:pt x="280079" y="98425"/>
                </a:cubicBezTo>
                <a:cubicBezTo>
                  <a:pt x="281984" y="97790"/>
                  <a:pt x="284365" y="97314"/>
                  <a:pt x="286349" y="97711"/>
                </a:cubicBezTo>
                <a:close/>
                <a:moveTo>
                  <a:pt x="757600" y="94615"/>
                </a:moveTo>
                <a:cubicBezTo>
                  <a:pt x="758235" y="93980"/>
                  <a:pt x="759505" y="94615"/>
                  <a:pt x="759505" y="94615"/>
                </a:cubicBezTo>
                <a:cubicBezTo>
                  <a:pt x="772840" y="99061"/>
                  <a:pt x="786810" y="102236"/>
                  <a:pt x="800145" y="105411"/>
                </a:cubicBezTo>
                <a:cubicBezTo>
                  <a:pt x="812845" y="108586"/>
                  <a:pt x="826180" y="111761"/>
                  <a:pt x="838880" y="114300"/>
                </a:cubicBezTo>
                <a:cubicBezTo>
                  <a:pt x="866185" y="120015"/>
                  <a:pt x="894125" y="124461"/>
                  <a:pt x="922065" y="128270"/>
                </a:cubicBezTo>
                <a:cubicBezTo>
                  <a:pt x="925875" y="128905"/>
                  <a:pt x="918890" y="140970"/>
                  <a:pt x="917620" y="142875"/>
                </a:cubicBezTo>
                <a:cubicBezTo>
                  <a:pt x="915715" y="144780"/>
                  <a:pt x="911270" y="144145"/>
                  <a:pt x="904920" y="144145"/>
                </a:cubicBezTo>
                <a:cubicBezTo>
                  <a:pt x="880790" y="143511"/>
                  <a:pt x="838880" y="134620"/>
                  <a:pt x="821100" y="129540"/>
                </a:cubicBezTo>
                <a:cubicBezTo>
                  <a:pt x="796970" y="121920"/>
                  <a:pt x="747440" y="105411"/>
                  <a:pt x="746170" y="102236"/>
                </a:cubicBezTo>
                <a:cubicBezTo>
                  <a:pt x="744900" y="99061"/>
                  <a:pt x="754425" y="95886"/>
                  <a:pt x="757600" y="94615"/>
                </a:cubicBezTo>
                <a:close/>
                <a:moveTo>
                  <a:pt x="518839" y="91441"/>
                </a:moveTo>
                <a:cubicBezTo>
                  <a:pt x="506139" y="91441"/>
                  <a:pt x="485819" y="95886"/>
                  <a:pt x="486454" y="122556"/>
                </a:cubicBezTo>
                <a:cubicBezTo>
                  <a:pt x="487089" y="146686"/>
                  <a:pt x="501059" y="152401"/>
                  <a:pt x="520744" y="153036"/>
                </a:cubicBezTo>
                <a:cubicBezTo>
                  <a:pt x="539794" y="153671"/>
                  <a:pt x="553764" y="146051"/>
                  <a:pt x="554399" y="121921"/>
                </a:cubicBezTo>
                <a:cubicBezTo>
                  <a:pt x="555034" y="92711"/>
                  <a:pt x="530904" y="91441"/>
                  <a:pt x="518839" y="91441"/>
                </a:cubicBezTo>
                <a:close/>
                <a:moveTo>
                  <a:pt x="320720" y="85725"/>
                </a:moveTo>
                <a:cubicBezTo>
                  <a:pt x="325165" y="82550"/>
                  <a:pt x="329610" y="83820"/>
                  <a:pt x="332785" y="85725"/>
                </a:cubicBezTo>
                <a:cubicBezTo>
                  <a:pt x="335325" y="87630"/>
                  <a:pt x="336595" y="90170"/>
                  <a:pt x="334690" y="92075"/>
                </a:cubicBezTo>
                <a:cubicBezTo>
                  <a:pt x="333420" y="93345"/>
                  <a:pt x="327070" y="98425"/>
                  <a:pt x="321355" y="102235"/>
                </a:cubicBezTo>
                <a:cubicBezTo>
                  <a:pt x="317545" y="104775"/>
                  <a:pt x="314370" y="106680"/>
                  <a:pt x="313735" y="107315"/>
                </a:cubicBezTo>
                <a:cubicBezTo>
                  <a:pt x="309925" y="109855"/>
                  <a:pt x="304210" y="108585"/>
                  <a:pt x="302305" y="107315"/>
                </a:cubicBezTo>
                <a:cubicBezTo>
                  <a:pt x="301670" y="106680"/>
                  <a:pt x="301035" y="106680"/>
                  <a:pt x="301670" y="106680"/>
                </a:cubicBezTo>
                <a:cubicBezTo>
                  <a:pt x="299765" y="104775"/>
                  <a:pt x="299130" y="102235"/>
                  <a:pt x="300400" y="99695"/>
                </a:cubicBezTo>
                <a:cubicBezTo>
                  <a:pt x="301035" y="98425"/>
                  <a:pt x="302305" y="97155"/>
                  <a:pt x="303575" y="96520"/>
                </a:cubicBezTo>
                <a:cubicBezTo>
                  <a:pt x="304845" y="95250"/>
                  <a:pt x="306750" y="94615"/>
                  <a:pt x="308020" y="93345"/>
                </a:cubicBezTo>
                <a:cubicBezTo>
                  <a:pt x="309925" y="91440"/>
                  <a:pt x="311830" y="90170"/>
                  <a:pt x="314370" y="88900"/>
                </a:cubicBezTo>
                <a:cubicBezTo>
                  <a:pt x="316910" y="88265"/>
                  <a:pt x="318815" y="86995"/>
                  <a:pt x="320720" y="85725"/>
                </a:cubicBezTo>
                <a:close/>
                <a:moveTo>
                  <a:pt x="708705" y="83821"/>
                </a:moveTo>
                <a:cubicBezTo>
                  <a:pt x="711245" y="83821"/>
                  <a:pt x="734740" y="95886"/>
                  <a:pt x="736645" y="98426"/>
                </a:cubicBezTo>
                <a:cubicBezTo>
                  <a:pt x="738550" y="100966"/>
                  <a:pt x="736010" y="104776"/>
                  <a:pt x="733470" y="106046"/>
                </a:cubicBezTo>
                <a:cubicBezTo>
                  <a:pt x="730930" y="107951"/>
                  <a:pt x="728390" y="108586"/>
                  <a:pt x="725215" y="109221"/>
                </a:cubicBezTo>
                <a:cubicBezTo>
                  <a:pt x="721405" y="109221"/>
                  <a:pt x="702355" y="96521"/>
                  <a:pt x="699180" y="94616"/>
                </a:cubicBezTo>
                <a:cubicBezTo>
                  <a:pt x="698545" y="93981"/>
                  <a:pt x="698545" y="92711"/>
                  <a:pt x="698545" y="91441"/>
                </a:cubicBezTo>
                <a:cubicBezTo>
                  <a:pt x="698545" y="90171"/>
                  <a:pt x="699180" y="88901"/>
                  <a:pt x="699815" y="88266"/>
                </a:cubicBezTo>
                <a:cubicBezTo>
                  <a:pt x="701720" y="85091"/>
                  <a:pt x="706165" y="83821"/>
                  <a:pt x="708705" y="83821"/>
                </a:cubicBezTo>
                <a:close/>
                <a:moveTo>
                  <a:pt x="267379" y="83186"/>
                </a:moveTo>
                <a:cubicBezTo>
                  <a:pt x="269919" y="83186"/>
                  <a:pt x="273094" y="85725"/>
                  <a:pt x="273729" y="88266"/>
                </a:cubicBezTo>
                <a:cubicBezTo>
                  <a:pt x="274364" y="90171"/>
                  <a:pt x="274364" y="92075"/>
                  <a:pt x="273094" y="93346"/>
                </a:cubicBezTo>
                <a:cubicBezTo>
                  <a:pt x="272459" y="94616"/>
                  <a:pt x="264839" y="95886"/>
                  <a:pt x="263569" y="95250"/>
                </a:cubicBezTo>
                <a:cubicBezTo>
                  <a:pt x="251504" y="97791"/>
                  <a:pt x="127679" y="123191"/>
                  <a:pt x="120694" y="124461"/>
                </a:cubicBezTo>
                <a:cubicBezTo>
                  <a:pt x="120694" y="124461"/>
                  <a:pt x="120059" y="124461"/>
                  <a:pt x="120059" y="124461"/>
                </a:cubicBezTo>
                <a:cubicBezTo>
                  <a:pt x="116249" y="125096"/>
                  <a:pt x="94659" y="121286"/>
                  <a:pt x="91484" y="120016"/>
                </a:cubicBezTo>
                <a:cubicBezTo>
                  <a:pt x="88944" y="118746"/>
                  <a:pt x="88944" y="118111"/>
                  <a:pt x="88309" y="113031"/>
                </a:cubicBezTo>
                <a:cubicBezTo>
                  <a:pt x="88309" y="109856"/>
                  <a:pt x="88309" y="109221"/>
                  <a:pt x="94024" y="108586"/>
                </a:cubicBezTo>
                <a:lnTo>
                  <a:pt x="261029" y="83821"/>
                </a:lnTo>
                <a:cubicBezTo>
                  <a:pt x="262299" y="83821"/>
                  <a:pt x="266744" y="83186"/>
                  <a:pt x="267379" y="83186"/>
                </a:cubicBezTo>
                <a:close/>
                <a:moveTo>
                  <a:pt x="516934" y="80646"/>
                </a:moveTo>
                <a:cubicBezTo>
                  <a:pt x="572179" y="79376"/>
                  <a:pt x="596309" y="101601"/>
                  <a:pt x="596944" y="121921"/>
                </a:cubicBezTo>
                <a:cubicBezTo>
                  <a:pt x="597579" y="140336"/>
                  <a:pt x="586149" y="147321"/>
                  <a:pt x="577894" y="152401"/>
                </a:cubicBezTo>
                <a:cubicBezTo>
                  <a:pt x="575989" y="153671"/>
                  <a:pt x="575354" y="154306"/>
                  <a:pt x="575354" y="154941"/>
                </a:cubicBezTo>
                <a:cubicBezTo>
                  <a:pt x="575989" y="156211"/>
                  <a:pt x="576624" y="156211"/>
                  <a:pt x="577259" y="156846"/>
                </a:cubicBezTo>
                <a:cubicBezTo>
                  <a:pt x="584879" y="161926"/>
                  <a:pt x="601389" y="173991"/>
                  <a:pt x="602024" y="193041"/>
                </a:cubicBezTo>
                <a:cubicBezTo>
                  <a:pt x="601389" y="224156"/>
                  <a:pt x="565829" y="240031"/>
                  <a:pt x="520744" y="239396"/>
                </a:cubicBezTo>
                <a:cubicBezTo>
                  <a:pt x="484549" y="238126"/>
                  <a:pt x="457879" y="226696"/>
                  <a:pt x="447719" y="218441"/>
                </a:cubicBezTo>
                <a:cubicBezTo>
                  <a:pt x="445179" y="216536"/>
                  <a:pt x="438194" y="212091"/>
                  <a:pt x="438194" y="210186"/>
                </a:cubicBezTo>
                <a:cubicBezTo>
                  <a:pt x="438194" y="208281"/>
                  <a:pt x="440099" y="207011"/>
                  <a:pt x="441369" y="205741"/>
                </a:cubicBezTo>
                <a:cubicBezTo>
                  <a:pt x="443909" y="202566"/>
                  <a:pt x="445814" y="200661"/>
                  <a:pt x="447719" y="198756"/>
                </a:cubicBezTo>
                <a:lnTo>
                  <a:pt x="447719" y="124461"/>
                </a:lnTo>
                <a:cubicBezTo>
                  <a:pt x="447719" y="124461"/>
                  <a:pt x="443274" y="120016"/>
                  <a:pt x="440734" y="117476"/>
                </a:cubicBezTo>
                <a:cubicBezTo>
                  <a:pt x="438829" y="115571"/>
                  <a:pt x="437559" y="114301"/>
                  <a:pt x="437559" y="113031"/>
                </a:cubicBezTo>
                <a:cubicBezTo>
                  <a:pt x="437559" y="110491"/>
                  <a:pt x="443274" y="105411"/>
                  <a:pt x="445814" y="103506"/>
                </a:cubicBezTo>
                <a:cubicBezTo>
                  <a:pt x="461689" y="90171"/>
                  <a:pt x="488994" y="81281"/>
                  <a:pt x="516934" y="80646"/>
                </a:cubicBezTo>
                <a:close/>
                <a:moveTo>
                  <a:pt x="768394" y="75565"/>
                </a:moveTo>
                <a:cubicBezTo>
                  <a:pt x="778554" y="76836"/>
                  <a:pt x="877614" y="97155"/>
                  <a:pt x="961434" y="102236"/>
                </a:cubicBezTo>
                <a:cubicBezTo>
                  <a:pt x="962069" y="102236"/>
                  <a:pt x="962069" y="103505"/>
                  <a:pt x="961434" y="104775"/>
                </a:cubicBezTo>
                <a:cubicBezTo>
                  <a:pt x="961434" y="106046"/>
                  <a:pt x="959529" y="116205"/>
                  <a:pt x="956354" y="116840"/>
                </a:cubicBezTo>
                <a:cubicBezTo>
                  <a:pt x="952544" y="118111"/>
                  <a:pt x="937304" y="119380"/>
                  <a:pt x="926509" y="120015"/>
                </a:cubicBezTo>
                <a:cubicBezTo>
                  <a:pt x="922064" y="120015"/>
                  <a:pt x="911904" y="119380"/>
                  <a:pt x="907459" y="118746"/>
                </a:cubicBezTo>
                <a:cubicBezTo>
                  <a:pt x="898569" y="117475"/>
                  <a:pt x="889679" y="115571"/>
                  <a:pt x="880789" y="114300"/>
                </a:cubicBezTo>
                <a:cubicBezTo>
                  <a:pt x="864914" y="111761"/>
                  <a:pt x="849039" y="108586"/>
                  <a:pt x="833164" y="104775"/>
                </a:cubicBezTo>
                <a:cubicBezTo>
                  <a:pt x="820464" y="101600"/>
                  <a:pt x="807764" y="98425"/>
                  <a:pt x="795064" y="95250"/>
                </a:cubicBezTo>
                <a:cubicBezTo>
                  <a:pt x="786809" y="93346"/>
                  <a:pt x="763314" y="88265"/>
                  <a:pt x="762044" y="87630"/>
                </a:cubicBezTo>
                <a:cubicBezTo>
                  <a:pt x="760774" y="87630"/>
                  <a:pt x="760139" y="85090"/>
                  <a:pt x="760139" y="84455"/>
                </a:cubicBezTo>
                <a:cubicBezTo>
                  <a:pt x="759504" y="81280"/>
                  <a:pt x="763314" y="74930"/>
                  <a:pt x="768394" y="75565"/>
                </a:cubicBezTo>
                <a:close/>
                <a:moveTo>
                  <a:pt x="725850" y="69851"/>
                </a:moveTo>
                <a:cubicBezTo>
                  <a:pt x="734740" y="72391"/>
                  <a:pt x="737915" y="73026"/>
                  <a:pt x="743630" y="74931"/>
                </a:cubicBezTo>
                <a:cubicBezTo>
                  <a:pt x="748075" y="76836"/>
                  <a:pt x="755695" y="78741"/>
                  <a:pt x="753155" y="83821"/>
                </a:cubicBezTo>
                <a:cubicBezTo>
                  <a:pt x="752520" y="85726"/>
                  <a:pt x="751885" y="86996"/>
                  <a:pt x="750615" y="87631"/>
                </a:cubicBezTo>
                <a:cubicBezTo>
                  <a:pt x="746805" y="90171"/>
                  <a:pt x="741090" y="88901"/>
                  <a:pt x="737280" y="87631"/>
                </a:cubicBezTo>
                <a:cubicBezTo>
                  <a:pt x="732835" y="85726"/>
                  <a:pt x="716960" y="78741"/>
                  <a:pt x="715690" y="76836"/>
                </a:cubicBezTo>
                <a:cubicBezTo>
                  <a:pt x="713785" y="74296"/>
                  <a:pt x="716325" y="72391"/>
                  <a:pt x="718230" y="71121"/>
                </a:cubicBezTo>
                <a:cubicBezTo>
                  <a:pt x="720135" y="69216"/>
                  <a:pt x="723310" y="69216"/>
                  <a:pt x="725850" y="69851"/>
                </a:cubicBezTo>
                <a:close/>
                <a:moveTo>
                  <a:pt x="253410" y="67946"/>
                </a:moveTo>
                <a:cubicBezTo>
                  <a:pt x="257220" y="67311"/>
                  <a:pt x="260395" y="67946"/>
                  <a:pt x="263570" y="69851"/>
                </a:cubicBezTo>
                <a:cubicBezTo>
                  <a:pt x="264205" y="70486"/>
                  <a:pt x="265475" y="71121"/>
                  <a:pt x="266110" y="71756"/>
                </a:cubicBezTo>
                <a:cubicBezTo>
                  <a:pt x="268015" y="73026"/>
                  <a:pt x="269920" y="76201"/>
                  <a:pt x="266745" y="76836"/>
                </a:cubicBezTo>
                <a:cubicBezTo>
                  <a:pt x="263570" y="77471"/>
                  <a:pt x="100375" y="97791"/>
                  <a:pt x="92755" y="97791"/>
                </a:cubicBezTo>
                <a:cubicBezTo>
                  <a:pt x="92755" y="97791"/>
                  <a:pt x="89580" y="97791"/>
                  <a:pt x="88945" y="97791"/>
                </a:cubicBezTo>
                <a:cubicBezTo>
                  <a:pt x="78785" y="97791"/>
                  <a:pt x="58465" y="92076"/>
                  <a:pt x="54655" y="90806"/>
                </a:cubicBezTo>
                <a:cubicBezTo>
                  <a:pt x="52115" y="90171"/>
                  <a:pt x="51480" y="89536"/>
                  <a:pt x="52115" y="86361"/>
                </a:cubicBezTo>
                <a:cubicBezTo>
                  <a:pt x="52750" y="84456"/>
                  <a:pt x="52750" y="81281"/>
                  <a:pt x="55290" y="81281"/>
                </a:cubicBezTo>
                <a:cubicBezTo>
                  <a:pt x="64815" y="81281"/>
                  <a:pt x="252140" y="67946"/>
                  <a:pt x="253410" y="67946"/>
                </a:cubicBezTo>
                <a:close/>
                <a:moveTo>
                  <a:pt x="309924" y="66675"/>
                </a:moveTo>
                <a:cubicBezTo>
                  <a:pt x="313734" y="66040"/>
                  <a:pt x="321989" y="72390"/>
                  <a:pt x="317544" y="77471"/>
                </a:cubicBezTo>
                <a:cubicBezTo>
                  <a:pt x="316274" y="78740"/>
                  <a:pt x="295954" y="88900"/>
                  <a:pt x="294684" y="88900"/>
                </a:cubicBezTo>
                <a:cubicBezTo>
                  <a:pt x="292779" y="89536"/>
                  <a:pt x="291509" y="88900"/>
                  <a:pt x="290239" y="88900"/>
                </a:cubicBezTo>
                <a:cubicBezTo>
                  <a:pt x="288969" y="88900"/>
                  <a:pt x="287064" y="87630"/>
                  <a:pt x="285794" y="86996"/>
                </a:cubicBezTo>
                <a:cubicBezTo>
                  <a:pt x="285159" y="86361"/>
                  <a:pt x="284524" y="85725"/>
                  <a:pt x="284524" y="85090"/>
                </a:cubicBezTo>
                <a:cubicBezTo>
                  <a:pt x="282619" y="83186"/>
                  <a:pt x="281984" y="78740"/>
                  <a:pt x="283889" y="76836"/>
                </a:cubicBezTo>
                <a:cubicBezTo>
                  <a:pt x="285794" y="74296"/>
                  <a:pt x="303574" y="67946"/>
                  <a:pt x="309924" y="66675"/>
                </a:cubicBezTo>
                <a:close/>
                <a:moveTo>
                  <a:pt x="519474" y="64770"/>
                </a:moveTo>
                <a:cubicBezTo>
                  <a:pt x="449624" y="64770"/>
                  <a:pt x="393109" y="107315"/>
                  <a:pt x="393109" y="160655"/>
                </a:cubicBezTo>
                <a:cubicBezTo>
                  <a:pt x="393109" y="213995"/>
                  <a:pt x="449624" y="256540"/>
                  <a:pt x="519474" y="256540"/>
                </a:cubicBezTo>
                <a:cubicBezTo>
                  <a:pt x="574719" y="256540"/>
                  <a:pt x="621074" y="230505"/>
                  <a:pt x="638219" y="192405"/>
                </a:cubicBezTo>
                <a:cubicBezTo>
                  <a:pt x="640759" y="186690"/>
                  <a:pt x="642664" y="181610"/>
                  <a:pt x="643934" y="175895"/>
                </a:cubicBezTo>
                <a:cubicBezTo>
                  <a:pt x="645204" y="170815"/>
                  <a:pt x="645839" y="165735"/>
                  <a:pt x="645839" y="160020"/>
                </a:cubicBezTo>
                <a:cubicBezTo>
                  <a:pt x="645839" y="159385"/>
                  <a:pt x="645839" y="158750"/>
                  <a:pt x="645839" y="158115"/>
                </a:cubicBezTo>
                <a:cubicBezTo>
                  <a:pt x="645839" y="151130"/>
                  <a:pt x="644569" y="143510"/>
                  <a:pt x="642029" y="136525"/>
                </a:cubicBezTo>
                <a:cubicBezTo>
                  <a:pt x="628059" y="95250"/>
                  <a:pt x="578529" y="64770"/>
                  <a:pt x="519474" y="64770"/>
                </a:cubicBezTo>
                <a:close/>
                <a:moveTo>
                  <a:pt x="774109" y="60961"/>
                </a:moveTo>
                <a:cubicBezTo>
                  <a:pt x="779189" y="60961"/>
                  <a:pt x="900474" y="70486"/>
                  <a:pt x="937304" y="72391"/>
                </a:cubicBezTo>
                <a:cubicBezTo>
                  <a:pt x="947464" y="73025"/>
                  <a:pt x="956989" y="73025"/>
                  <a:pt x="967149" y="73661"/>
                </a:cubicBezTo>
                <a:cubicBezTo>
                  <a:pt x="973499" y="73661"/>
                  <a:pt x="987469" y="73025"/>
                  <a:pt x="988739" y="73025"/>
                </a:cubicBezTo>
                <a:cubicBezTo>
                  <a:pt x="993184" y="72391"/>
                  <a:pt x="992549" y="74931"/>
                  <a:pt x="991914" y="77471"/>
                </a:cubicBezTo>
                <a:cubicBezTo>
                  <a:pt x="991914" y="80646"/>
                  <a:pt x="991279" y="82550"/>
                  <a:pt x="988104" y="83821"/>
                </a:cubicBezTo>
                <a:cubicBezTo>
                  <a:pt x="979849" y="86996"/>
                  <a:pt x="965244" y="91441"/>
                  <a:pt x="961434" y="91441"/>
                </a:cubicBezTo>
                <a:cubicBezTo>
                  <a:pt x="943654" y="91441"/>
                  <a:pt x="926509" y="89536"/>
                  <a:pt x="909364" y="87631"/>
                </a:cubicBezTo>
                <a:cubicBezTo>
                  <a:pt x="898569" y="86361"/>
                  <a:pt x="777284" y="69216"/>
                  <a:pt x="773474" y="68581"/>
                </a:cubicBezTo>
                <a:cubicBezTo>
                  <a:pt x="772204" y="68581"/>
                  <a:pt x="771569" y="67946"/>
                  <a:pt x="770934" y="67311"/>
                </a:cubicBezTo>
                <a:cubicBezTo>
                  <a:pt x="769029" y="64771"/>
                  <a:pt x="770934" y="60961"/>
                  <a:pt x="774109" y="60961"/>
                </a:cubicBezTo>
                <a:close/>
                <a:moveTo>
                  <a:pt x="509314" y="59690"/>
                </a:moveTo>
                <a:cubicBezTo>
                  <a:pt x="509949" y="59690"/>
                  <a:pt x="511219" y="59690"/>
                  <a:pt x="511854" y="59690"/>
                </a:cubicBezTo>
                <a:cubicBezTo>
                  <a:pt x="514394" y="59690"/>
                  <a:pt x="516934" y="59690"/>
                  <a:pt x="519474" y="59690"/>
                </a:cubicBezTo>
                <a:cubicBezTo>
                  <a:pt x="522014" y="59690"/>
                  <a:pt x="524554" y="59690"/>
                  <a:pt x="527094" y="59690"/>
                </a:cubicBezTo>
                <a:cubicBezTo>
                  <a:pt x="527729" y="59690"/>
                  <a:pt x="528999" y="59690"/>
                  <a:pt x="529634" y="59690"/>
                </a:cubicBezTo>
                <a:cubicBezTo>
                  <a:pt x="531539" y="60325"/>
                  <a:pt x="532809" y="60325"/>
                  <a:pt x="534714" y="60325"/>
                </a:cubicBezTo>
                <a:cubicBezTo>
                  <a:pt x="535349" y="60325"/>
                  <a:pt x="536619" y="60325"/>
                  <a:pt x="537254" y="60325"/>
                </a:cubicBezTo>
                <a:cubicBezTo>
                  <a:pt x="539159" y="60325"/>
                  <a:pt x="540429" y="60960"/>
                  <a:pt x="542334" y="60960"/>
                </a:cubicBezTo>
                <a:cubicBezTo>
                  <a:pt x="542969" y="61595"/>
                  <a:pt x="544239" y="61595"/>
                  <a:pt x="544874" y="61595"/>
                </a:cubicBezTo>
                <a:cubicBezTo>
                  <a:pt x="546779" y="61595"/>
                  <a:pt x="548049" y="62230"/>
                  <a:pt x="549954" y="62230"/>
                </a:cubicBezTo>
                <a:cubicBezTo>
                  <a:pt x="551224" y="62865"/>
                  <a:pt x="551859" y="62865"/>
                  <a:pt x="552494" y="62865"/>
                </a:cubicBezTo>
                <a:cubicBezTo>
                  <a:pt x="554399" y="62865"/>
                  <a:pt x="556939" y="63500"/>
                  <a:pt x="558844" y="64135"/>
                </a:cubicBezTo>
                <a:cubicBezTo>
                  <a:pt x="558844" y="64135"/>
                  <a:pt x="559479" y="64135"/>
                  <a:pt x="559479" y="64135"/>
                </a:cubicBezTo>
                <a:cubicBezTo>
                  <a:pt x="562019" y="64770"/>
                  <a:pt x="563924" y="65405"/>
                  <a:pt x="566464" y="66040"/>
                </a:cubicBezTo>
                <a:cubicBezTo>
                  <a:pt x="567099" y="66040"/>
                  <a:pt x="567734" y="66675"/>
                  <a:pt x="568369" y="66675"/>
                </a:cubicBezTo>
                <a:cubicBezTo>
                  <a:pt x="570274" y="66675"/>
                  <a:pt x="571544" y="67310"/>
                  <a:pt x="573449" y="67945"/>
                </a:cubicBezTo>
                <a:cubicBezTo>
                  <a:pt x="574084" y="67945"/>
                  <a:pt x="574719" y="68580"/>
                  <a:pt x="575354" y="68580"/>
                </a:cubicBezTo>
                <a:cubicBezTo>
                  <a:pt x="576624" y="69215"/>
                  <a:pt x="578529" y="69850"/>
                  <a:pt x="579799" y="70485"/>
                </a:cubicBezTo>
                <a:cubicBezTo>
                  <a:pt x="580434" y="70485"/>
                  <a:pt x="581069" y="71120"/>
                  <a:pt x="581704" y="71120"/>
                </a:cubicBezTo>
                <a:cubicBezTo>
                  <a:pt x="582974" y="71755"/>
                  <a:pt x="584879" y="72390"/>
                  <a:pt x="586149" y="73025"/>
                </a:cubicBezTo>
                <a:cubicBezTo>
                  <a:pt x="586784" y="73025"/>
                  <a:pt x="587419" y="73660"/>
                  <a:pt x="588054" y="73660"/>
                </a:cubicBezTo>
                <a:cubicBezTo>
                  <a:pt x="589959" y="74930"/>
                  <a:pt x="591864" y="75565"/>
                  <a:pt x="593769" y="76835"/>
                </a:cubicBezTo>
                <a:cubicBezTo>
                  <a:pt x="596309" y="77470"/>
                  <a:pt x="598214" y="78740"/>
                  <a:pt x="600119" y="80010"/>
                </a:cubicBezTo>
                <a:cubicBezTo>
                  <a:pt x="600119" y="80645"/>
                  <a:pt x="600754" y="80645"/>
                  <a:pt x="600754" y="80645"/>
                </a:cubicBezTo>
                <a:cubicBezTo>
                  <a:pt x="602659" y="81915"/>
                  <a:pt x="603929" y="82550"/>
                  <a:pt x="605834" y="83820"/>
                </a:cubicBezTo>
                <a:cubicBezTo>
                  <a:pt x="606469" y="83820"/>
                  <a:pt x="606469" y="84455"/>
                  <a:pt x="607104" y="84455"/>
                </a:cubicBezTo>
                <a:cubicBezTo>
                  <a:pt x="609009" y="85725"/>
                  <a:pt x="610279" y="86360"/>
                  <a:pt x="611549" y="87630"/>
                </a:cubicBezTo>
                <a:cubicBezTo>
                  <a:pt x="612184" y="88265"/>
                  <a:pt x="612184" y="88265"/>
                  <a:pt x="612819" y="88900"/>
                </a:cubicBezTo>
                <a:cubicBezTo>
                  <a:pt x="614089" y="90170"/>
                  <a:pt x="615359" y="90805"/>
                  <a:pt x="616629" y="92075"/>
                </a:cubicBezTo>
                <a:cubicBezTo>
                  <a:pt x="617264" y="92075"/>
                  <a:pt x="617264" y="92710"/>
                  <a:pt x="617899" y="92710"/>
                </a:cubicBezTo>
                <a:cubicBezTo>
                  <a:pt x="619169" y="93980"/>
                  <a:pt x="621074" y="95250"/>
                  <a:pt x="622344" y="96520"/>
                </a:cubicBezTo>
                <a:cubicBezTo>
                  <a:pt x="623614" y="97790"/>
                  <a:pt x="625519" y="99695"/>
                  <a:pt x="626789" y="100965"/>
                </a:cubicBezTo>
                <a:cubicBezTo>
                  <a:pt x="631869" y="106045"/>
                  <a:pt x="636314" y="111760"/>
                  <a:pt x="640124" y="118110"/>
                </a:cubicBezTo>
                <a:cubicBezTo>
                  <a:pt x="640759" y="119380"/>
                  <a:pt x="641394" y="120015"/>
                  <a:pt x="642029" y="121285"/>
                </a:cubicBezTo>
                <a:cubicBezTo>
                  <a:pt x="642029" y="121920"/>
                  <a:pt x="642664" y="121920"/>
                  <a:pt x="642664" y="122555"/>
                </a:cubicBezTo>
                <a:cubicBezTo>
                  <a:pt x="643299" y="123825"/>
                  <a:pt x="643934" y="125095"/>
                  <a:pt x="644569" y="126365"/>
                </a:cubicBezTo>
                <a:cubicBezTo>
                  <a:pt x="644569" y="127000"/>
                  <a:pt x="645204" y="127000"/>
                  <a:pt x="645204" y="127635"/>
                </a:cubicBezTo>
                <a:cubicBezTo>
                  <a:pt x="645839" y="128905"/>
                  <a:pt x="646474" y="130175"/>
                  <a:pt x="647109" y="131445"/>
                </a:cubicBezTo>
                <a:cubicBezTo>
                  <a:pt x="647744" y="131445"/>
                  <a:pt x="647744" y="132080"/>
                  <a:pt x="647744" y="132080"/>
                </a:cubicBezTo>
                <a:cubicBezTo>
                  <a:pt x="651554" y="141605"/>
                  <a:pt x="653459" y="151765"/>
                  <a:pt x="653459" y="162560"/>
                </a:cubicBezTo>
                <a:cubicBezTo>
                  <a:pt x="653459" y="173355"/>
                  <a:pt x="651554" y="183515"/>
                  <a:pt x="647744" y="193040"/>
                </a:cubicBezTo>
                <a:cubicBezTo>
                  <a:pt x="647109" y="193040"/>
                  <a:pt x="647109" y="193675"/>
                  <a:pt x="647109" y="193675"/>
                </a:cubicBezTo>
                <a:cubicBezTo>
                  <a:pt x="646474" y="194945"/>
                  <a:pt x="645839" y="196215"/>
                  <a:pt x="645204" y="197485"/>
                </a:cubicBezTo>
                <a:cubicBezTo>
                  <a:pt x="645204" y="198120"/>
                  <a:pt x="645204" y="198120"/>
                  <a:pt x="645204" y="198120"/>
                </a:cubicBezTo>
                <a:cubicBezTo>
                  <a:pt x="644569" y="199390"/>
                  <a:pt x="643934" y="200660"/>
                  <a:pt x="643299" y="201930"/>
                </a:cubicBezTo>
                <a:cubicBezTo>
                  <a:pt x="643299" y="202565"/>
                  <a:pt x="642664" y="202565"/>
                  <a:pt x="642664" y="203200"/>
                </a:cubicBezTo>
                <a:cubicBezTo>
                  <a:pt x="642029" y="203835"/>
                  <a:pt x="641394" y="205105"/>
                  <a:pt x="640759" y="205740"/>
                </a:cubicBezTo>
                <a:cubicBezTo>
                  <a:pt x="640759" y="205740"/>
                  <a:pt x="640124" y="206375"/>
                  <a:pt x="640124" y="207010"/>
                </a:cubicBezTo>
                <a:cubicBezTo>
                  <a:pt x="639489" y="207645"/>
                  <a:pt x="638854" y="208915"/>
                  <a:pt x="638219" y="209550"/>
                </a:cubicBezTo>
                <a:cubicBezTo>
                  <a:pt x="638219" y="210185"/>
                  <a:pt x="637584" y="210185"/>
                  <a:pt x="637584" y="210820"/>
                </a:cubicBezTo>
                <a:cubicBezTo>
                  <a:pt x="636314" y="212090"/>
                  <a:pt x="635679" y="213360"/>
                  <a:pt x="634409" y="214630"/>
                </a:cubicBezTo>
                <a:cubicBezTo>
                  <a:pt x="633774" y="215265"/>
                  <a:pt x="633139" y="215265"/>
                  <a:pt x="633139" y="215900"/>
                </a:cubicBezTo>
                <a:cubicBezTo>
                  <a:pt x="632504" y="216535"/>
                  <a:pt x="631869" y="217805"/>
                  <a:pt x="631234" y="218440"/>
                </a:cubicBezTo>
                <a:cubicBezTo>
                  <a:pt x="630599" y="218440"/>
                  <a:pt x="630599" y="219075"/>
                  <a:pt x="629964" y="219710"/>
                </a:cubicBezTo>
                <a:cubicBezTo>
                  <a:pt x="629329" y="220980"/>
                  <a:pt x="628694" y="221615"/>
                  <a:pt x="628059" y="222250"/>
                </a:cubicBezTo>
                <a:cubicBezTo>
                  <a:pt x="627424" y="222250"/>
                  <a:pt x="627424" y="222885"/>
                  <a:pt x="626789" y="223520"/>
                </a:cubicBezTo>
                <a:cubicBezTo>
                  <a:pt x="626154" y="224155"/>
                  <a:pt x="624884" y="225425"/>
                  <a:pt x="624249" y="226060"/>
                </a:cubicBezTo>
                <a:cubicBezTo>
                  <a:pt x="624249" y="226695"/>
                  <a:pt x="623614" y="226695"/>
                  <a:pt x="622979" y="227330"/>
                </a:cubicBezTo>
                <a:cubicBezTo>
                  <a:pt x="621709" y="227965"/>
                  <a:pt x="621074" y="229235"/>
                  <a:pt x="619804" y="229870"/>
                </a:cubicBezTo>
                <a:cubicBezTo>
                  <a:pt x="619169" y="230505"/>
                  <a:pt x="618534" y="230505"/>
                  <a:pt x="617899" y="231140"/>
                </a:cubicBezTo>
                <a:cubicBezTo>
                  <a:pt x="616629" y="231775"/>
                  <a:pt x="615994" y="232410"/>
                  <a:pt x="615359" y="233045"/>
                </a:cubicBezTo>
                <a:cubicBezTo>
                  <a:pt x="614724" y="233680"/>
                  <a:pt x="614089" y="233680"/>
                  <a:pt x="613454" y="234315"/>
                </a:cubicBezTo>
                <a:cubicBezTo>
                  <a:pt x="612819" y="234950"/>
                  <a:pt x="611549" y="235585"/>
                  <a:pt x="610914" y="236220"/>
                </a:cubicBezTo>
                <a:cubicBezTo>
                  <a:pt x="610279" y="236855"/>
                  <a:pt x="609644" y="236855"/>
                  <a:pt x="609009" y="237490"/>
                </a:cubicBezTo>
                <a:cubicBezTo>
                  <a:pt x="607739" y="238125"/>
                  <a:pt x="606469" y="239395"/>
                  <a:pt x="605199" y="240030"/>
                </a:cubicBezTo>
                <a:cubicBezTo>
                  <a:pt x="604564" y="240665"/>
                  <a:pt x="603929" y="240665"/>
                  <a:pt x="603294" y="241300"/>
                </a:cubicBezTo>
                <a:cubicBezTo>
                  <a:pt x="602659" y="241300"/>
                  <a:pt x="601389" y="241935"/>
                  <a:pt x="600754" y="242570"/>
                </a:cubicBezTo>
                <a:cubicBezTo>
                  <a:pt x="599484" y="243205"/>
                  <a:pt x="598849" y="243205"/>
                  <a:pt x="598214" y="243840"/>
                </a:cubicBezTo>
                <a:cubicBezTo>
                  <a:pt x="597579" y="244475"/>
                  <a:pt x="596309" y="244475"/>
                  <a:pt x="595674" y="245110"/>
                </a:cubicBezTo>
                <a:cubicBezTo>
                  <a:pt x="594404" y="245745"/>
                  <a:pt x="593769" y="245745"/>
                  <a:pt x="593134" y="246380"/>
                </a:cubicBezTo>
                <a:cubicBezTo>
                  <a:pt x="592499" y="247015"/>
                  <a:pt x="591229" y="247015"/>
                  <a:pt x="590594" y="247650"/>
                </a:cubicBezTo>
                <a:cubicBezTo>
                  <a:pt x="589959" y="248285"/>
                  <a:pt x="588689" y="248920"/>
                  <a:pt x="587419" y="249555"/>
                </a:cubicBezTo>
                <a:cubicBezTo>
                  <a:pt x="586149" y="249555"/>
                  <a:pt x="585514" y="250190"/>
                  <a:pt x="584244" y="250825"/>
                </a:cubicBezTo>
                <a:cubicBezTo>
                  <a:pt x="583609" y="251460"/>
                  <a:pt x="582339" y="251460"/>
                  <a:pt x="581704" y="252095"/>
                </a:cubicBezTo>
                <a:cubicBezTo>
                  <a:pt x="581069" y="252730"/>
                  <a:pt x="579799" y="252730"/>
                  <a:pt x="579164" y="253365"/>
                </a:cubicBezTo>
                <a:cubicBezTo>
                  <a:pt x="578529" y="254000"/>
                  <a:pt x="577259" y="254000"/>
                  <a:pt x="576624" y="254635"/>
                </a:cubicBezTo>
                <a:cubicBezTo>
                  <a:pt x="575989" y="254635"/>
                  <a:pt x="574719" y="255270"/>
                  <a:pt x="574084" y="255270"/>
                </a:cubicBezTo>
                <a:cubicBezTo>
                  <a:pt x="573449" y="255270"/>
                  <a:pt x="572179" y="255905"/>
                  <a:pt x="571544" y="255905"/>
                </a:cubicBezTo>
                <a:cubicBezTo>
                  <a:pt x="569639" y="255905"/>
                  <a:pt x="568369" y="256540"/>
                  <a:pt x="566464" y="257175"/>
                </a:cubicBezTo>
                <a:cubicBezTo>
                  <a:pt x="565194" y="257175"/>
                  <a:pt x="563924" y="257810"/>
                  <a:pt x="562654" y="257810"/>
                </a:cubicBezTo>
                <a:cubicBezTo>
                  <a:pt x="561384" y="257810"/>
                  <a:pt x="560749" y="258445"/>
                  <a:pt x="560114" y="258445"/>
                </a:cubicBezTo>
                <a:cubicBezTo>
                  <a:pt x="558844" y="258445"/>
                  <a:pt x="558209" y="259080"/>
                  <a:pt x="556939" y="259080"/>
                </a:cubicBezTo>
                <a:cubicBezTo>
                  <a:pt x="556304" y="259080"/>
                  <a:pt x="555034" y="259715"/>
                  <a:pt x="554399" y="259715"/>
                </a:cubicBezTo>
                <a:cubicBezTo>
                  <a:pt x="553129" y="259715"/>
                  <a:pt x="552494" y="260350"/>
                  <a:pt x="551224" y="260350"/>
                </a:cubicBezTo>
                <a:cubicBezTo>
                  <a:pt x="549954" y="260350"/>
                  <a:pt x="549319" y="260985"/>
                  <a:pt x="548049" y="260985"/>
                </a:cubicBezTo>
                <a:cubicBezTo>
                  <a:pt x="546779" y="260985"/>
                  <a:pt x="546144" y="261620"/>
                  <a:pt x="544874" y="261620"/>
                </a:cubicBezTo>
                <a:cubicBezTo>
                  <a:pt x="543604" y="262255"/>
                  <a:pt x="542969" y="262255"/>
                  <a:pt x="541699" y="262255"/>
                </a:cubicBezTo>
                <a:cubicBezTo>
                  <a:pt x="540429" y="262890"/>
                  <a:pt x="539794" y="262890"/>
                  <a:pt x="538524" y="262890"/>
                </a:cubicBezTo>
                <a:cubicBezTo>
                  <a:pt x="537889" y="262890"/>
                  <a:pt x="536619" y="263525"/>
                  <a:pt x="536619" y="265430"/>
                </a:cubicBezTo>
                <a:cubicBezTo>
                  <a:pt x="535984" y="265430"/>
                  <a:pt x="534714" y="265430"/>
                  <a:pt x="534079" y="265430"/>
                </a:cubicBezTo>
                <a:cubicBezTo>
                  <a:pt x="532174" y="265430"/>
                  <a:pt x="530904" y="265430"/>
                  <a:pt x="529634" y="265430"/>
                </a:cubicBezTo>
                <a:cubicBezTo>
                  <a:pt x="528364" y="265430"/>
                  <a:pt x="527729" y="265430"/>
                  <a:pt x="527094" y="265430"/>
                </a:cubicBezTo>
                <a:cubicBezTo>
                  <a:pt x="525189" y="265430"/>
                  <a:pt x="523284" y="265430"/>
                  <a:pt x="520744" y="265430"/>
                </a:cubicBezTo>
                <a:cubicBezTo>
                  <a:pt x="518839" y="265430"/>
                  <a:pt x="516299" y="265430"/>
                  <a:pt x="514394" y="265430"/>
                </a:cubicBezTo>
                <a:cubicBezTo>
                  <a:pt x="513759" y="265430"/>
                  <a:pt x="512489" y="265430"/>
                  <a:pt x="511854" y="265430"/>
                </a:cubicBezTo>
                <a:cubicBezTo>
                  <a:pt x="510584" y="265430"/>
                  <a:pt x="509314" y="265430"/>
                  <a:pt x="508044" y="265430"/>
                </a:cubicBezTo>
                <a:cubicBezTo>
                  <a:pt x="506774" y="264795"/>
                  <a:pt x="505504" y="264795"/>
                  <a:pt x="504234" y="264795"/>
                </a:cubicBezTo>
                <a:cubicBezTo>
                  <a:pt x="503599" y="264795"/>
                  <a:pt x="502329" y="264795"/>
                  <a:pt x="501694" y="264795"/>
                </a:cubicBezTo>
                <a:cubicBezTo>
                  <a:pt x="499789" y="264795"/>
                  <a:pt x="498519" y="264160"/>
                  <a:pt x="497249" y="264160"/>
                </a:cubicBezTo>
                <a:cubicBezTo>
                  <a:pt x="496614" y="264160"/>
                  <a:pt x="495979" y="264160"/>
                  <a:pt x="495344" y="264160"/>
                </a:cubicBezTo>
                <a:cubicBezTo>
                  <a:pt x="494074" y="264160"/>
                  <a:pt x="492169" y="263525"/>
                  <a:pt x="490899" y="263525"/>
                </a:cubicBezTo>
                <a:cubicBezTo>
                  <a:pt x="490264" y="263525"/>
                  <a:pt x="490264" y="263525"/>
                  <a:pt x="489629" y="263525"/>
                </a:cubicBezTo>
                <a:cubicBezTo>
                  <a:pt x="487724" y="262890"/>
                  <a:pt x="486454" y="262890"/>
                  <a:pt x="484549" y="262255"/>
                </a:cubicBezTo>
                <a:cubicBezTo>
                  <a:pt x="484549" y="262255"/>
                  <a:pt x="483914" y="262255"/>
                  <a:pt x="483914" y="262255"/>
                </a:cubicBezTo>
                <a:cubicBezTo>
                  <a:pt x="482009" y="261620"/>
                  <a:pt x="480739" y="261620"/>
                  <a:pt x="478834" y="260985"/>
                </a:cubicBezTo>
                <a:cubicBezTo>
                  <a:pt x="478199" y="260985"/>
                  <a:pt x="478199" y="260985"/>
                  <a:pt x="478199" y="260985"/>
                </a:cubicBezTo>
                <a:cubicBezTo>
                  <a:pt x="476294" y="260985"/>
                  <a:pt x="474389" y="260350"/>
                  <a:pt x="472484" y="259715"/>
                </a:cubicBezTo>
                <a:cubicBezTo>
                  <a:pt x="466769" y="257810"/>
                  <a:pt x="460419" y="255905"/>
                  <a:pt x="454704" y="253365"/>
                </a:cubicBezTo>
                <a:cubicBezTo>
                  <a:pt x="448989" y="250825"/>
                  <a:pt x="443909" y="248285"/>
                  <a:pt x="438829" y="245110"/>
                </a:cubicBezTo>
                <a:cubicBezTo>
                  <a:pt x="438829" y="244475"/>
                  <a:pt x="438194" y="244475"/>
                  <a:pt x="438194" y="244475"/>
                </a:cubicBezTo>
                <a:cubicBezTo>
                  <a:pt x="437559" y="243840"/>
                  <a:pt x="436289" y="243205"/>
                  <a:pt x="435019" y="242570"/>
                </a:cubicBezTo>
                <a:cubicBezTo>
                  <a:pt x="431209" y="240665"/>
                  <a:pt x="428034" y="238125"/>
                  <a:pt x="424859" y="235585"/>
                </a:cubicBezTo>
                <a:cubicBezTo>
                  <a:pt x="424224" y="235585"/>
                  <a:pt x="424224" y="234950"/>
                  <a:pt x="423589" y="234950"/>
                </a:cubicBezTo>
                <a:cubicBezTo>
                  <a:pt x="422954" y="234315"/>
                  <a:pt x="421684" y="233680"/>
                  <a:pt x="421049" y="233045"/>
                </a:cubicBezTo>
                <a:cubicBezTo>
                  <a:pt x="420414" y="232410"/>
                  <a:pt x="420414" y="232410"/>
                  <a:pt x="419779" y="231775"/>
                </a:cubicBezTo>
                <a:cubicBezTo>
                  <a:pt x="417239" y="229870"/>
                  <a:pt x="414699" y="227330"/>
                  <a:pt x="412159" y="224790"/>
                </a:cubicBezTo>
                <a:cubicBezTo>
                  <a:pt x="411524" y="224790"/>
                  <a:pt x="411524" y="224155"/>
                  <a:pt x="410889" y="223520"/>
                </a:cubicBezTo>
                <a:cubicBezTo>
                  <a:pt x="410254" y="222885"/>
                  <a:pt x="409619" y="222250"/>
                  <a:pt x="408984" y="221615"/>
                </a:cubicBezTo>
                <a:cubicBezTo>
                  <a:pt x="408349" y="220980"/>
                  <a:pt x="408349" y="220345"/>
                  <a:pt x="407714" y="219710"/>
                </a:cubicBezTo>
                <a:cubicBezTo>
                  <a:pt x="407079" y="219075"/>
                  <a:pt x="406444" y="218440"/>
                  <a:pt x="405809" y="217805"/>
                </a:cubicBezTo>
                <a:cubicBezTo>
                  <a:pt x="405174" y="216535"/>
                  <a:pt x="404539" y="215900"/>
                  <a:pt x="403904" y="215265"/>
                </a:cubicBezTo>
                <a:cubicBezTo>
                  <a:pt x="403269" y="214630"/>
                  <a:pt x="402634" y="213360"/>
                  <a:pt x="401999" y="212725"/>
                </a:cubicBezTo>
                <a:cubicBezTo>
                  <a:pt x="401364" y="212090"/>
                  <a:pt x="400729" y="210820"/>
                  <a:pt x="400094" y="210185"/>
                </a:cubicBezTo>
                <a:cubicBezTo>
                  <a:pt x="399459" y="209550"/>
                  <a:pt x="399459" y="208915"/>
                  <a:pt x="398824" y="208280"/>
                </a:cubicBezTo>
                <a:cubicBezTo>
                  <a:pt x="398189" y="207010"/>
                  <a:pt x="398189" y="206375"/>
                  <a:pt x="397554" y="205740"/>
                </a:cubicBezTo>
                <a:cubicBezTo>
                  <a:pt x="396919" y="205105"/>
                  <a:pt x="396919" y="204470"/>
                  <a:pt x="396284" y="203835"/>
                </a:cubicBezTo>
                <a:cubicBezTo>
                  <a:pt x="396284" y="202565"/>
                  <a:pt x="395649" y="201295"/>
                  <a:pt x="395014" y="200660"/>
                </a:cubicBezTo>
                <a:cubicBezTo>
                  <a:pt x="395014" y="200025"/>
                  <a:pt x="394379" y="200025"/>
                  <a:pt x="394379" y="199390"/>
                </a:cubicBezTo>
                <a:cubicBezTo>
                  <a:pt x="393744" y="197485"/>
                  <a:pt x="393109" y="196215"/>
                  <a:pt x="392474" y="194945"/>
                </a:cubicBezTo>
                <a:cubicBezTo>
                  <a:pt x="392474" y="194945"/>
                  <a:pt x="392474" y="194310"/>
                  <a:pt x="392474" y="194310"/>
                </a:cubicBezTo>
                <a:cubicBezTo>
                  <a:pt x="391839" y="191770"/>
                  <a:pt x="390569" y="188595"/>
                  <a:pt x="389934" y="186055"/>
                </a:cubicBezTo>
                <a:cubicBezTo>
                  <a:pt x="388029" y="179070"/>
                  <a:pt x="386759" y="171450"/>
                  <a:pt x="386759" y="163830"/>
                </a:cubicBezTo>
                <a:cubicBezTo>
                  <a:pt x="386759" y="154940"/>
                  <a:pt x="388664" y="146050"/>
                  <a:pt x="391204" y="137795"/>
                </a:cubicBezTo>
                <a:cubicBezTo>
                  <a:pt x="391839" y="136525"/>
                  <a:pt x="391839" y="135890"/>
                  <a:pt x="392474" y="134620"/>
                </a:cubicBezTo>
                <a:cubicBezTo>
                  <a:pt x="393109" y="133350"/>
                  <a:pt x="393109" y="132715"/>
                  <a:pt x="393744" y="131445"/>
                </a:cubicBezTo>
                <a:cubicBezTo>
                  <a:pt x="393744" y="131445"/>
                  <a:pt x="393744" y="130810"/>
                  <a:pt x="393744" y="130810"/>
                </a:cubicBezTo>
                <a:cubicBezTo>
                  <a:pt x="393744" y="130175"/>
                  <a:pt x="393744" y="130175"/>
                  <a:pt x="393744" y="130175"/>
                </a:cubicBezTo>
                <a:cubicBezTo>
                  <a:pt x="393744" y="128905"/>
                  <a:pt x="394379" y="128270"/>
                  <a:pt x="395014" y="127000"/>
                </a:cubicBezTo>
                <a:cubicBezTo>
                  <a:pt x="396919" y="123825"/>
                  <a:pt x="398824" y="120650"/>
                  <a:pt x="400729" y="117475"/>
                </a:cubicBezTo>
                <a:cubicBezTo>
                  <a:pt x="401999" y="116205"/>
                  <a:pt x="402634" y="114300"/>
                  <a:pt x="403904" y="113030"/>
                </a:cubicBezTo>
                <a:cubicBezTo>
                  <a:pt x="404539" y="111125"/>
                  <a:pt x="405809" y="109855"/>
                  <a:pt x="407079" y="108585"/>
                </a:cubicBezTo>
                <a:cubicBezTo>
                  <a:pt x="408349" y="107315"/>
                  <a:pt x="409619" y="106045"/>
                  <a:pt x="410889" y="104775"/>
                </a:cubicBezTo>
                <a:cubicBezTo>
                  <a:pt x="419144" y="95885"/>
                  <a:pt x="429304" y="87630"/>
                  <a:pt x="441369" y="81280"/>
                </a:cubicBezTo>
                <a:cubicBezTo>
                  <a:pt x="443274" y="80010"/>
                  <a:pt x="445179" y="78740"/>
                  <a:pt x="447084" y="78105"/>
                </a:cubicBezTo>
                <a:cubicBezTo>
                  <a:pt x="447084" y="77470"/>
                  <a:pt x="447719" y="77470"/>
                  <a:pt x="447719" y="77470"/>
                </a:cubicBezTo>
                <a:cubicBezTo>
                  <a:pt x="448989" y="76835"/>
                  <a:pt x="450894" y="75565"/>
                  <a:pt x="452799" y="74930"/>
                </a:cubicBezTo>
                <a:cubicBezTo>
                  <a:pt x="453434" y="74295"/>
                  <a:pt x="453434" y="74295"/>
                  <a:pt x="454069" y="74295"/>
                </a:cubicBezTo>
                <a:cubicBezTo>
                  <a:pt x="455974" y="73025"/>
                  <a:pt x="457879" y="72390"/>
                  <a:pt x="459784" y="71755"/>
                </a:cubicBezTo>
                <a:cubicBezTo>
                  <a:pt x="459784" y="71120"/>
                  <a:pt x="460419" y="71120"/>
                  <a:pt x="460419" y="71120"/>
                </a:cubicBezTo>
                <a:cubicBezTo>
                  <a:pt x="466769" y="68580"/>
                  <a:pt x="473754" y="66675"/>
                  <a:pt x="480739" y="64770"/>
                </a:cubicBezTo>
                <a:cubicBezTo>
                  <a:pt x="481374" y="64135"/>
                  <a:pt x="482009" y="64135"/>
                  <a:pt x="482644" y="64135"/>
                </a:cubicBezTo>
                <a:cubicBezTo>
                  <a:pt x="484549" y="63500"/>
                  <a:pt x="485819" y="62865"/>
                  <a:pt x="487724" y="62865"/>
                </a:cubicBezTo>
                <a:cubicBezTo>
                  <a:pt x="488359" y="62230"/>
                  <a:pt x="489629" y="62230"/>
                  <a:pt x="490264" y="62230"/>
                </a:cubicBezTo>
                <a:cubicBezTo>
                  <a:pt x="491534" y="62230"/>
                  <a:pt x="493439" y="61595"/>
                  <a:pt x="494709" y="61595"/>
                </a:cubicBezTo>
                <a:cubicBezTo>
                  <a:pt x="495344" y="60960"/>
                  <a:pt x="496614" y="60960"/>
                  <a:pt x="497249" y="60960"/>
                </a:cubicBezTo>
                <a:cubicBezTo>
                  <a:pt x="498519" y="60960"/>
                  <a:pt x="500424" y="60325"/>
                  <a:pt x="501694" y="60325"/>
                </a:cubicBezTo>
                <a:cubicBezTo>
                  <a:pt x="502329" y="60325"/>
                  <a:pt x="503599" y="60325"/>
                  <a:pt x="504234" y="60325"/>
                </a:cubicBezTo>
                <a:cubicBezTo>
                  <a:pt x="506139" y="59690"/>
                  <a:pt x="507409" y="59690"/>
                  <a:pt x="509314" y="59690"/>
                </a:cubicBezTo>
                <a:close/>
                <a:moveTo>
                  <a:pt x="731565" y="50800"/>
                </a:moveTo>
                <a:cubicBezTo>
                  <a:pt x="733470" y="50800"/>
                  <a:pt x="741090" y="52705"/>
                  <a:pt x="748075" y="53975"/>
                </a:cubicBezTo>
                <a:cubicBezTo>
                  <a:pt x="755695" y="55245"/>
                  <a:pt x="760775" y="57150"/>
                  <a:pt x="762045" y="57786"/>
                </a:cubicBezTo>
                <a:cubicBezTo>
                  <a:pt x="764585" y="59690"/>
                  <a:pt x="765220" y="62230"/>
                  <a:pt x="763950" y="66040"/>
                </a:cubicBezTo>
                <a:cubicBezTo>
                  <a:pt x="763315" y="69215"/>
                  <a:pt x="760140" y="70486"/>
                  <a:pt x="756330" y="69850"/>
                </a:cubicBezTo>
                <a:cubicBezTo>
                  <a:pt x="751885" y="69215"/>
                  <a:pt x="748075" y="68580"/>
                  <a:pt x="744265" y="67311"/>
                </a:cubicBezTo>
                <a:cubicBezTo>
                  <a:pt x="741090" y="66675"/>
                  <a:pt x="729025" y="63500"/>
                  <a:pt x="727120" y="61595"/>
                </a:cubicBezTo>
                <a:cubicBezTo>
                  <a:pt x="725215" y="59690"/>
                  <a:pt x="725850" y="57150"/>
                  <a:pt x="726485" y="54611"/>
                </a:cubicBezTo>
                <a:cubicBezTo>
                  <a:pt x="727755" y="52070"/>
                  <a:pt x="729660" y="50165"/>
                  <a:pt x="731565" y="50800"/>
                </a:cubicBezTo>
                <a:close/>
                <a:moveTo>
                  <a:pt x="299764" y="50165"/>
                </a:moveTo>
                <a:cubicBezTo>
                  <a:pt x="301669" y="50165"/>
                  <a:pt x="304209" y="50165"/>
                  <a:pt x="305479" y="52070"/>
                </a:cubicBezTo>
                <a:cubicBezTo>
                  <a:pt x="306749" y="53975"/>
                  <a:pt x="308019" y="55880"/>
                  <a:pt x="306114" y="57785"/>
                </a:cubicBezTo>
                <a:cubicBezTo>
                  <a:pt x="304844" y="59690"/>
                  <a:pt x="287699" y="64770"/>
                  <a:pt x="280714" y="66675"/>
                </a:cubicBezTo>
                <a:cubicBezTo>
                  <a:pt x="276904" y="67945"/>
                  <a:pt x="269919" y="64770"/>
                  <a:pt x="269284" y="62865"/>
                </a:cubicBezTo>
                <a:cubicBezTo>
                  <a:pt x="268649" y="62230"/>
                  <a:pt x="268649" y="60960"/>
                  <a:pt x="268649" y="59690"/>
                </a:cubicBezTo>
                <a:cubicBezTo>
                  <a:pt x="269284" y="57150"/>
                  <a:pt x="271824" y="55880"/>
                  <a:pt x="274364" y="55245"/>
                </a:cubicBezTo>
                <a:cubicBezTo>
                  <a:pt x="275634" y="54610"/>
                  <a:pt x="297859" y="50165"/>
                  <a:pt x="299764" y="50165"/>
                </a:cubicBezTo>
                <a:close/>
                <a:moveTo>
                  <a:pt x="1014139" y="47625"/>
                </a:moveTo>
                <a:cubicBezTo>
                  <a:pt x="1016679" y="47625"/>
                  <a:pt x="1017950" y="49530"/>
                  <a:pt x="1018585" y="51436"/>
                </a:cubicBezTo>
                <a:cubicBezTo>
                  <a:pt x="1020489" y="55880"/>
                  <a:pt x="1019854" y="57150"/>
                  <a:pt x="1018585" y="57786"/>
                </a:cubicBezTo>
                <a:cubicBezTo>
                  <a:pt x="1017314" y="58420"/>
                  <a:pt x="996360" y="66040"/>
                  <a:pt x="986835" y="66040"/>
                </a:cubicBezTo>
                <a:cubicBezTo>
                  <a:pt x="937304" y="66040"/>
                  <a:pt x="889679" y="62230"/>
                  <a:pt x="842054" y="59055"/>
                </a:cubicBezTo>
                <a:cubicBezTo>
                  <a:pt x="835704" y="58420"/>
                  <a:pt x="828720" y="57786"/>
                  <a:pt x="822370" y="57150"/>
                </a:cubicBezTo>
                <a:cubicBezTo>
                  <a:pt x="813479" y="56515"/>
                  <a:pt x="788079" y="54611"/>
                  <a:pt x="784904" y="54611"/>
                </a:cubicBezTo>
                <a:cubicBezTo>
                  <a:pt x="783000" y="54611"/>
                  <a:pt x="773475" y="54611"/>
                  <a:pt x="776015" y="51436"/>
                </a:cubicBezTo>
                <a:cubicBezTo>
                  <a:pt x="777920" y="49530"/>
                  <a:pt x="783000" y="49530"/>
                  <a:pt x="785540" y="49530"/>
                </a:cubicBezTo>
                <a:cubicBezTo>
                  <a:pt x="789350" y="49530"/>
                  <a:pt x="793159" y="49530"/>
                  <a:pt x="796970" y="49530"/>
                </a:cubicBezTo>
                <a:cubicBezTo>
                  <a:pt x="802050" y="49530"/>
                  <a:pt x="931590" y="50165"/>
                  <a:pt x="932225" y="50165"/>
                </a:cubicBezTo>
                <a:cubicBezTo>
                  <a:pt x="945559" y="50165"/>
                  <a:pt x="1010964" y="47625"/>
                  <a:pt x="1014139" y="47625"/>
                </a:cubicBezTo>
                <a:close/>
                <a:moveTo>
                  <a:pt x="31794" y="47625"/>
                </a:moveTo>
                <a:cubicBezTo>
                  <a:pt x="33064" y="47625"/>
                  <a:pt x="245154" y="48895"/>
                  <a:pt x="259759" y="49530"/>
                </a:cubicBezTo>
                <a:cubicBezTo>
                  <a:pt x="260394" y="49530"/>
                  <a:pt x="260394" y="50165"/>
                  <a:pt x="261029" y="50165"/>
                </a:cubicBezTo>
                <a:cubicBezTo>
                  <a:pt x="261665" y="50165"/>
                  <a:pt x="262299" y="51436"/>
                  <a:pt x="262934" y="52070"/>
                </a:cubicBezTo>
                <a:cubicBezTo>
                  <a:pt x="262934" y="52705"/>
                  <a:pt x="262934" y="53975"/>
                  <a:pt x="262934" y="55245"/>
                </a:cubicBezTo>
                <a:cubicBezTo>
                  <a:pt x="262299" y="57150"/>
                  <a:pt x="261665" y="59690"/>
                  <a:pt x="260394" y="60325"/>
                </a:cubicBezTo>
                <a:cubicBezTo>
                  <a:pt x="258490" y="62230"/>
                  <a:pt x="61640" y="69850"/>
                  <a:pt x="56559" y="69850"/>
                </a:cubicBezTo>
                <a:cubicBezTo>
                  <a:pt x="50209" y="69850"/>
                  <a:pt x="30524" y="62230"/>
                  <a:pt x="26714" y="60325"/>
                </a:cubicBezTo>
                <a:cubicBezTo>
                  <a:pt x="24174" y="58420"/>
                  <a:pt x="25444" y="55880"/>
                  <a:pt x="27349" y="52705"/>
                </a:cubicBezTo>
                <a:cubicBezTo>
                  <a:pt x="28619" y="50165"/>
                  <a:pt x="30524" y="47625"/>
                  <a:pt x="31794" y="47625"/>
                </a:cubicBezTo>
                <a:close/>
                <a:moveTo>
                  <a:pt x="676319" y="40006"/>
                </a:moveTo>
                <a:cubicBezTo>
                  <a:pt x="680129" y="40006"/>
                  <a:pt x="684574" y="40006"/>
                  <a:pt x="689019" y="40006"/>
                </a:cubicBezTo>
                <a:cubicBezTo>
                  <a:pt x="690924" y="40006"/>
                  <a:pt x="693464" y="40006"/>
                  <a:pt x="695369" y="40006"/>
                </a:cubicBezTo>
                <a:lnTo>
                  <a:pt x="715054" y="40006"/>
                </a:lnTo>
                <a:cubicBezTo>
                  <a:pt x="717594" y="40006"/>
                  <a:pt x="720134" y="40006"/>
                  <a:pt x="722674" y="40006"/>
                </a:cubicBezTo>
                <a:cubicBezTo>
                  <a:pt x="723944" y="40006"/>
                  <a:pt x="725849" y="40006"/>
                  <a:pt x="725849" y="43181"/>
                </a:cubicBezTo>
                <a:cubicBezTo>
                  <a:pt x="725849" y="45721"/>
                  <a:pt x="723944" y="47626"/>
                  <a:pt x="719499" y="48261"/>
                </a:cubicBezTo>
                <a:cubicBezTo>
                  <a:pt x="716324" y="47626"/>
                  <a:pt x="709974" y="41911"/>
                  <a:pt x="707434" y="46991"/>
                </a:cubicBezTo>
                <a:cubicBezTo>
                  <a:pt x="704894" y="51436"/>
                  <a:pt x="718864" y="52706"/>
                  <a:pt x="718229" y="57151"/>
                </a:cubicBezTo>
                <a:cubicBezTo>
                  <a:pt x="717594" y="60961"/>
                  <a:pt x="716324" y="61596"/>
                  <a:pt x="713149" y="61596"/>
                </a:cubicBezTo>
                <a:cubicBezTo>
                  <a:pt x="711879" y="61596"/>
                  <a:pt x="708704" y="59691"/>
                  <a:pt x="707434" y="59056"/>
                </a:cubicBezTo>
                <a:cubicBezTo>
                  <a:pt x="704259" y="57786"/>
                  <a:pt x="696639" y="51436"/>
                  <a:pt x="694099" y="56516"/>
                </a:cubicBezTo>
                <a:cubicBezTo>
                  <a:pt x="691559" y="60961"/>
                  <a:pt x="710609" y="67311"/>
                  <a:pt x="709974" y="71121"/>
                </a:cubicBezTo>
                <a:cubicBezTo>
                  <a:pt x="709974" y="74296"/>
                  <a:pt x="706164" y="76836"/>
                  <a:pt x="703624" y="76201"/>
                </a:cubicBezTo>
                <a:cubicBezTo>
                  <a:pt x="700449" y="75566"/>
                  <a:pt x="692829" y="67311"/>
                  <a:pt x="687114" y="66041"/>
                </a:cubicBezTo>
                <a:cubicBezTo>
                  <a:pt x="685209" y="66041"/>
                  <a:pt x="683939" y="66041"/>
                  <a:pt x="682669" y="67311"/>
                </a:cubicBezTo>
                <a:cubicBezTo>
                  <a:pt x="677589" y="72391"/>
                  <a:pt x="697274" y="80646"/>
                  <a:pt x="696004" y="83821"/>
                </a:cubicBezTo>
                <a:cubicBezTo>
                  <a:pt x="694734" y="88901"/>
                  <a:pt x="690289" y="90171"/>
                  <a:pt x="683939" y="85091"/>
                </a:cubicBezTo>
                <a:cubicBezTo>
                  <a:pt x="680129" y="82551"/>
                  <a:pt x="675684" y="77471"/>
                  <a:pt x="672509" y="81281"/>
                </a:cubicBezTo>
                <a:cubicBezTo>
                  <a:pt x="668699" y="86361"/>
                  <a:pt x="679494" y="92076"/>
                  <a:pt x="680129" y="93981"/>
                </a:cubicBezTo>
                <a:cubicBezTo>
                  <a:pt x="682034" y="98426"/>
                  <a:pt x="676954" y="102871"/>
                  <a:pt x="673779" y="102236"/>
                </a:cubicBezTo>
                <a:cubicBezTo>
                  <a:pt x="670604" y="101601"/>
                  <a:pt x="666159" y="89536"/>
                  <a:pt x="661714" y="93981"/>
                </a:cubicBezTo>
                <a:cubicBezTo>
                  <a:pt x="657904" y="96521"/>
                  <a:pt x="666159" y="104141"/>
                  <a:pt x="665524" y="107316"/>
                </a:cubicBezTo>
                <a:cubicBezTo>
                  <a:pt x="664889" y="109856"/>
                  <a:pt x="657904" y="113666"/>
                  <a:pt x="654729" y="111126"/>
                </a:cubicBezTo>
                <a:cubicBezTo>
                  <a:pt x="653459" y="110491"/>
                  <a:pt x="653459" y="107951"/>
                  <a:pt x="654094" y="104776"/>
                </a:cubicBezTo>
                <a:cubicBezTo>
                  <a:pt x="654729" y="102236"/>
                  <a:pt x="654729" y="100331"/>
                  <a:pt x="654729" y="97791"/>
                </a:cubicBezTo>
                <a:lnTo>
                  <a:pt x="654729" y="97156"/>
                </a:lnTo>
                <a:lnTo>
                  <a:pt x="654729" y="96521"/>
                </a:lnTo>
                <a:cubicBezTo>
                  <a:pt x="653459" y="89536"/>
                  <a:pt x="650284" y="83821"/>
                  <a:pt x="647109" y="78106"/>
                </a:cubicBezTo>
                <a:lnTo>
                  <a:pt x="646474" y="76836"/>
                </a:lnTo>
                <a:lnTo>
                  <a:pt x="646474" y="76201"/>
                </a:lnTo>
                <a:cubicBezTo>
                  <a:pt x="643934" y="72391"/>
                  <a:pt x="642029" y="68581"/>
                  <a:pt x="640124" y="64136"/>
                </a:cubicBezTo>
                <a:cubicBezTo>
                  <a:pt x="638854" y="60326"/>
                  <a:pt x="636949" y="56516"/>
                  <a:pt x="637584" y="53976"/>
                </a:cubicBezTo>
                <a:cubicBezTo>
                  <a:pt x="639489" y="45086"/>
                  <a:pt x="652824" y="40641"/>
                  <a:pt x="676319" y="40006"/>
                </a:cubicBezTo>
                <a:close/>
                <a:moveTo>
                  <a:pt x="309924" y="39371"/>
                </a:moveTo>
                <a:cubicBezTo>
                  <a:pt x="310559" y="39371"/>
                  <a:pt x="311195" y="39371"/>
                  <a:pt x="311829" y="39371"/>
                </a:cubicBezTo>
                <a:cubicBezTo>
                  <a:pt x="316274" y="39371"/>
                  <a:pt x="320084" y="39371"/>
                  <a:pt x="324529" y="39371"/>
                </a:cubicBezTo>
                <a:cubicBezTo>
                  <a:pt x="328974" y="39371"/>
                  <a:pt x="332784" y="39371"/>
                  <a:pt x="337229" y="39371"/>
                </a:cubicBezTo>
                <a:cubicBezTo>
                  <a:pt x="341040" y="39371"/>
                  <a:pt x="344215" y="39371"/>
                  <a:pt x="348024" y="39371"/>
                </a:cubicBezTo>
                <a:cubicBezTo>
                  <a:pt x="353104" y="39371"/>
                  <a:pt x="357549" y="39371"/>
                  <a:pt x="361359" y="39371"/>
                </a:cubicBezTo>
                <a:cubicBezTo>
                  <a:pt x="385490" y="40006"/>
                  <a:pt x="398824" y="44451"/>
                  <a:pt x="400729" y="53341"/>
                </a:cubicBezTo>
                <a:cubicBezTo>
                  <a:pt x="401365" y="56516"/>
                  <a:pt x="399459" y="60326"/>
                  <a:pt x="398190" y="63501"/>
                </a:cubicBezTo>
                <a:cubicBezTo>
                  <a:pt x="396284" y="67946"/>
                  <a:pt x="394379" y="71756"/>
                  <a:pt x="391840" y="76201"/>
                </a:cubicBezTo>
                <a:lnTo>
                  <a:pt x="391840" y="76836"/>
                </a:lnTo>
                <a:lnTo>
                  <a:pt x="391204" y="78106"/>
                </a:lnTo>
                <a:cubicBezTo>
                  <a:pt x="388029" y="83821"/>
                  <a:pt x="384854" y="89536"/>
                  <a:pt x="383584" y="97156"/>
                </a:cubicBezTo>
                <a:cubicBezTo>
                  <a:pt x="383584" y="100331"/>
                  <a:pt x="383584" y="102871"/>
                  <a:pt x="384220" y="105411"/>
                </a:cubicBezTo>
                <a:cubicBezTo>
                  <a:pt x="384220" y="106681"/>
                  <a:pt x="384220" y="107951"/>
                  <a:pt x="383584" y="109221"/>
                </a:cubicBezTo>
                <a:cubicBezTo>
                  <a:pt x="381679" y="111126"/>
                  <a:pt x="379140" y="111761"/>
                  <a:pt x="376599" y="110491"/>
                </a:cubicBezTo>
                <a:cubicBezTo>
                  <a:pt x="375965" y="109856"/>
                  <a:pt x="375329" y="109856"/>
                  <a:pt x="374695" y="109221"/>
                </a:cubicBezTo>
                <a:cubicBezTo>
                  <a:pt x="374059" y="108586"/>
                  <a:pt x="372790" y="107951"/>
                  <a:pt x="372790" y="106681"/>
                </a:cubicBezTo>
                <a:cubicBezTo>
                  <a:pt x="371520" y="101601"/>
                  <a:pt x="381045" y="94616"/>
                  <a:pt x="375965" y="92076"/>
                </a:cubicBezTo>
                <a:cubicBezTo>
                  <a:pt x="370884" y="90171"/>
                  <a:pt x="368979" y="99061"/>
                  <a:pt x="366440" y="100966"/>
                </a:cubicBezTo>
                <a:cubicBezTo>
                  <a:pt x="365170" y="101601"/>
                  <a:pt x="364534" y="102236"/>
                  <a:pt x="363265" y="102236"/>
                </a:cubicBezTo>
                <a:cubicBezTo>
                  <a:pt x="359454" y="102236"/>
                  <a:pt x="355645" y="100331"/>
                  <a:pt x="358184" y="95886"/>
                </a:cubicBezTo>
                <a:cubicBezTo>
                  <a:pt x="358820" y="94616"/>
                  <a:pt x="360724" y="92711"/>
                  <a:pt x="361995" y="91441"/>
                </a:cubicBezTo>
                <a:cubicBezTo>
                  <a:pt x="363899" y="90171"/>
                  <a:pt x="366440" y="87631"/>
                  <a:pt x="367709" y="85726"/>
                </a:cubicBezTo>
                <a:cubicBezTo>
                  <a:pt x="368979" y="84456"/>
                  <a:pt x="368979" y="81916"/>
                  <a:pt x="368345" y="80011"/>
                </a:cubicBezTo>
                <a:cubicBezTo>
                  <a:pt x="368345" y="78741"/>
                  <a:pt x="366440" y="78741"/>
                  <a:pt x="365170" y="78106"/>
                </a:cubicBezTo>
                <a:cubicBezTo>
                  <a:pt x="360090" y="76201"/>
                  <a:pt x="351834" y="90806"/>
                  <a:pt x="348659" y="92076"/>
                </a:cubicBezTo>
                <a:cubicBezTo>
                  <a:pt x="348024" y="92711"/>
                  <a:pt x="347390" y="92711"/>
                  <a:pt x="346754" y="92711"/>
                </a:cubicBezTo>
                <a:cubicBezTo>
                  <a:pt x="343579" y="92711"/>
                  <a:pt x="341674" y="90171"/>
                  <a:pt x="341040" y="87631"/>
                </a:cubicBezTo>
                <a:cubicBezTo>
                  <a:pt x="340404" y="84456"/>
                  <a:pt x="344215" y="81916"/>
                  <a:pt x="346120" y="80011"/>
                </a:cubicBezTo>
                <a:cubicBezTo>
                  <a:pt x="348024" y="78741"/>
                  <a:pt x="349295" y="77471"/>
                  <a:pt x="350565" y="76201"/>
                </a:cubicBezTo>
                <a:cubicBezTo>
                  <a:pt x="352470" y="74931"/>
                  <a:pt x="354374" y="73661"/>
                  <a:pt x="356279" y="71756"/>
                </a:cubicBezTo>
                <a:cubicBezTo>
                  <a:pt x="357549" y="71121"/>
                  <a:pt x="358184" y="69216"/>
                  <a:pt x="357549" y="67311"/>
                </a:cubicBezTo>
                <a:cubicBezTo>
                  <a:pt x="356915" y="65406"/>
                  <a:pt x="355645" y="64136"/>
                  <a:pt x="354374" y="64136"/>
                </a:cubicBezTo>
                <a:cubicBezTo>
                  <a:pt x="353104" y="63501"/>
                  <a:pt x="351834" y="63501"/>
                  <a:pt x="350565" y="64136"/>
                </a:cubicBezTo>
                <a:cubicBezTo>
                  <a:pt x="348024" y="64771"/>
                  <a:pt x="346754" y="66041"/>
                  <a:pt x="344215" y="68581"/>
                </a:cubicBezTo>
                <a:cubicBezTo>
                  <a:pt x="337865" y="75566"/>
                  <a:pt x="328974" y="83186"/>
                  <a:pt x="325165" y="74931"/>
                </a:cubicBezTo>
                <a:cubicBezTo>
                  <a:pt x="324529" y="73661"/>
                  <a:pt x="325799" y="69851"/>
                  <a:pt x="326434" y="69216"/>
                </a:cubicBezTo>
                <a:cubicBezTo>
                  <a:pt x="328340" y="66676"/>
                  <a:pt x="345484" y="59056"/>
                  <a:pt x="341674" y="53976"/>
                </a:cubicBezTo>
                <a:cubicBezTo>
                  <a:pt x="337229" y="47626"/>
                  <a:pt x="327070" y="57151"/>
                  <a:pt x="323895" y="58421"/>
                </a:cubicBezTo>
                <a:cubicBezTo>
                  <a:pt x="322624" y="59056"/>
                  <a:pt x="316274" y="65406"/>
                  <a:pt x="313099" y="58421"/>
                </a:cubicBezTo>
                <a:cubicBezTo>
                  <a:pt x="310559" y="52706"/>
                  <a:pt x="326434" y="50166"/>
                  <a:pt x="323259" y="45721"/>
                </a:cubicBezTo>
                <a:cubicBezTo>
                  <a:pt x="320720" y="41911"/>
                  <a:pt x="314370" y="48261"/>
                  <a:pt x="309924" y="48261"/>
                </a:cubicBezTo>
                <a:cubicBezTo>
                  <a:pt x="306115" y="48261"/>
                  <a:pt x="305479" y="44451"/>
                  <a:pt x="306115" y="41911"/>
                </a:cubicBezTo>
                <a:cubicBezTo>
                  <a:pt x="306749" y="40006"/>
                  <a:pt x="308020" y="39371"/>
                  <a:pt x="309924" y="39371"/>
                </a:cubicBezTo>
                <a:close/>
                <a:moveTo>
                  <a:pt x="768395" y="36196"/>
                </a:moveTo>
                <a:cubicBezTo>
                  <a:pt x="772205" y="36831"/>
                  <a:pt x="769665" y="43815"/>
                  <a:pt x="767760" y="46356"/>
                </a:cubicBezTo>
                <a:cubicBezTo>
                  <a:pt x="765220" y="49531"/>
                  <a:pt x="741090" y="45086"/>
                  <a:pt x="736645" y="43181"/>
                </a:cubicBezTo>
                <a:cubicBezTo>
                  <a:pt x="735375" y="43181"/>
                  <a:pt x="734740" y="41911"/>
                  <a:pt x="734740" y="41275"/>
                </a:cubicBezTo>
                <a:cubicBezTo>
                  <a:pt x="734740" y="40006"/>
                  <a:pt x="736010" y="39371"/>
                  <a:pt x="737915" y="38736"/>
                </a:cubicBezTo>
                <a:cubicBezTo>
                  <a:pt x="744900" y="35561"/>
                  <a:pt x="763950" y="36196"/>
                  <a:pt x="768395" y="36196"/>
                </a:cubicBezTo>
                <a:close/>
                <a:moveTo>
                  <a:pt x="267380" y="36196"/>
                </a:moveTo>
                <a:cubicBezTo>
                  <a:pt x="273730" y="36196"/>
                  <a:pt x="276905" y="36831"/>
                  <a:pt x="283255" y="36831"/>
                </a:cubicBezTo>
                <a:cubicBezTo>
                  <a:pt x="294685" y="37466"/>
                  <a:pt x="300400" y="36196"/>
                  <a:pt x="301035" y="41276"/>
                </a:cubicBezTo>
                <a:cubicBezTo>
                  <a:pt x="301670" y="44451"/>
                  <a:pt x="295955" y="44451"/>
                  <a:pt x="283890" y="46356"/>
                </a:cubicBezTo>
                <a:cubicBezTo>
                  <a:pt x="276905" y="47626"/>
                  <a:pt x="270555" y="48896"/>
                  <a:pt x="268015" y="45721"/>
                </a:cubicBezTo>
                <a:cubicBezTo>
                  <a:pt x="266110" y="43181"/>
                  <a:pt x="263570" y="36196"/>
                  <a:pt x="267380" y="36196"/>
                </a:cubicBezTo>
                <a:close/>
                <a:moveTo>
                  <a:pt x="516934" y="14606"/>
                </a:moveTo>
                <a:cubicBezTo>
                  <a:pt x="544240" y="14606"/>
                  <a:pt x="570275" y="19686"/>
                  <a:pt x="594404" y="28576"/>
                </a:cubicBezTo>
                <a:cubicBezTo>
                  <a:pt x="593770" y="29846"/>
                  <a:pt x="593134" y="31751"/>
                  <a:pt x="593134" y="33656"/>
                </a:cubicBezTo>
                <a:cubicBezTo>
                  <a:pt x="592500" y="41911"/>
                  <a:pt x="598215" y="48261"/>
                  <a:pt x="602025" y="52706"/>
                </a:cubicBezTo>
                <a:lnTo>
                  <a:pt x="602659" y="53976"/>
                </a:lnTo>
                <a:cubicBezTo>
                  <a:pt x="605834" y="57786"/>
                  <a:pt x="609645" y="61596"/>
                  <a:pt x="613454" y="64771"/>
                </a:cubicBezTo>
                <a:cubicBezTo>
                  <a:pt x="615995" y="66676"/>
                  <a:pt x="618534" y="69216"/>
                  <a:pt x="620440" y="71121"/>
                </a:cubicBezTo>
                <a:cubicBezTo>
                  <a:pt x="620440" y="71121"/>
                  <a:pt x="621075" y="71756"/>
                  <a:pt x="621709" y="72391"/>
                </a:cubicBezTo>
                <a:cubicBezTo>
                  <a:pt x="626790" y="77471"/>
                  <a:pt x="636950" y="86996"/>
                  <a:pt x="633775" y="92711"/>
                </a:cubicBezTo>
                <a:cubicBezTo>
                  <a:pt x="633140" y="92711"/>
                  <a:pt x="633140" y="93346"/>
                  <a:pt x="633140" y="93346"/>
                </a:cubicBezTo>
                <a:cubicBezTo>
                  <a:pt x="633140" y="93981"/>
                  <a:pt x="632504" y="93981"/>
                  <a:pt x="632504" y="94616"/>
                </a:cubicBezTo>
                <a:cubicBezTo>
                  <a:pt x="606470" y="68581"/>
                  <a:pt x="565195" y="51436"/>
                  <a:pt x="518840" y="51436"/>
                </a:cubicBezTo>
                <a:cubicBezTo>
                  <a:pt x="473120" y="51436"/>
                  <a:pt x="431845" y="68581"/>
                  <a:pt x="405809" y="94616"/>
                </a:cubicBezTo>
                <a:cubicBezTo>
                  <a:pt x="405809" y="93981"/>
                  <a:pt x="405175" y="93981"/>
                  <a:pt x="405175" y="93346"/>
                </a:cubicBezTo>
                <a:cubicBezTo>
                  <a:pt x="404540" y="93346"/>
                  <a:pt x="404540" y="92711"/>
                  <a:pt x="404540" y="92711"/>
                </a:cubicBezTo>
                <a:cubicBezTo>
                  <a:pt x="401365" y="86996"/>
                  <a:pt x="411525" y="77471"/>
                  <a:pt x="416604" y="72391"/>
                </a:cubicBezTo>
                <a:cubicBezTo>
                  <a:pt x="417240" y="71756"/>
                  <a:pt x="417240" y="71756"/>
                  <a:pt x="417875" y="71121"/>
                </a:cubicBezTo>
                <a:cubicBezTo>
                  <a:pt x="420415" y="69216"/>
                  <a:pt x="422320" y="66676"/>
                  <a:pt x="424859" y="64771"/>
                </a:cubicBezTo>
                <a:cubicBezTo>
                  <a:pt x="428670" y="61596"/>
                  <a:pt x="432479" y="57786"/>
                  <a:pt x="435654" y="53976"/>
                </a:cubicBezTo>
                <a:lnTo>
                  <a:pt x="436925" y="52706"/>
                </a:lnTo>
                <a:cubicBezTo>
                  <a:pt x="440734" y="48261"/>
                  <a:pt x="446450" y="41911"/>
                  <a:pt x="445815" y="33656"/>
                </a:cubicBezTo>
                <a:cubicBezTo>
                  <a:pt x="445815" y="31116"/>
                  <a:pt x="445179" y="28576"/>
                  <a:pt x="443909" y="26671"/>
                </a:cubicBezTo>
                <a:cubicBezTo>
                  <a:pt x="466770" y="19051"/>
                  <a:pt x="491534" y="14606"/>
                  <a:pt x="516934" y="14606"/>
                </a:cubicBezTo>
                <a:close/>
                <a:moveTo>
                  <a:pt x="369614" y="12065"/>
                </a:moveTo>
                <a:cubicBezTo>
                  <a:pt x="382314" y="12065"/>
                  <a:pt x="396284" y="12700"/>
                  <a:pt x="408984" y="15875"/>
                </a:cubicBezTo>
                <a:cubicBezTo>
                  <a:pt x="414699" y="17780"/>
                  <a:pt x="420414" y="19050"/>
                  <a:pt x="426129" y="21590"/>
                </a:cubicBezTo>
                <a:cubicBezTo>
                  <a:pt x="431844" y="24130"/>
                  <a:pt x="438194" y="27305"/>
                  <a:pt x="438829" y="34290"/>
                </a:cubicBezTo>
                <a:cubicBezTo>
                  <a:pt x="439464" y="40640"/>
                  <a:pt x="434384" y="45720"/>
                  <a:pt x="430574" y="50165"/>
                </a:cubicBezTo>
                <a:cubicBezTo>
                  <a:pt x="425494" y="55880"/>
                  <a:pt x="419144" y="61595"/>
                  <a:pt x="413429" y="67310"/>
                </a:cubicBezTo>
                <a:cubicBezTo>
                  <a:pt x="406444" y="74295"/>
                  <a:pt x="393109" y="86995"/>
                  <a:pt x="398824" y="97790"/>
                </a:cubicBezTo>
                <a:cubicBezTo>
                  <a:pt x="398824" y="97790"/>
                  <a:pt x="400094" y="99695"/>
                  <a:pt x="400729" y="100965"/>
                </a:cubicBezTo>
                <a:cubicBezTo>
                  <a:pt x="397554" y="104140"/>
                  <a:pt x="395014" y="107950"/>
                  <a:pt x="392474" y="111760"/>
                </a:cubicBezTo>
                <a:cubicBezTo>
                  <a:pt x="391839" y="109855"/>
                  <a:pt x="390569" y="107950"/>
                  <a:pt x="389934" y="106680"/>
                </a:cubicBezTo>
                <a:cubicBezTo>
                  <a:pt x="388664" y="103505"/>
                  <a:pt x="388664" y="100330"/>
                  <a:pt x="388664" y="97155"/>
                </a:cubicBezTo>
                <a:cubicBezTo>
                  <a:pt x="389934" y="90805"/>
                  <a:pt x="393109" y="85090"/>
                  <a:pt x="396284" y="79375"/>
                </a:cubicBezTo>
                <a:cubicBezTo>
                  <a:pt x="398824" y="74930"/>
                  <a:pt x="401364" y="70485"/>
                  <a:pt x="403269" y="66040"/>
                </a:cubicBezTo>
                <a:cubicBezTo>
                  <a:pt x="405174" y="61595"/>
                  <a:pt x="407714" y="57150"/>
                  <a:pt x="406444" y="52070"/>
                </a:cubicBezTo>
                <a:cubicBezTo>
                  <a:pt x="402634" y="35560"/>
                  <a:pt x="375329" y="33655"/>
                  <a:pt x="361994" y="33655"/>
                </a:cubicBezTo>
                <a:cubicBezTo>
                  <a:pt x="358184" y="33655"/>
                  <a:pt x="353739" y="33655"/>
                  <a:pt x="349294" y="33655"/>
                </a:cubicBezTo>
                <a:cubicBezTo>
                  <a:pt x="346119" y="33655"/>
                  <a:pt x="342309" y="33655"/>
                  <a:pt x="339134" y="33655"/>
                </a:cubicBezTo>
                <a:lnTo>
                  <a:pt x="338499" y="33655"/>
                </a:lnTo>
                <a:cubicBezTo>
                  <a:pt x="334054" y="33655"/>
                  <a:pt x="330244" y="33655"/>
                  <a:pt x="325799" y="33655"/>
                </a:cubicBezTo>
                <a:cubicBezTo>
                  <a:pt x="321989" y="33655"/>
                  <a:pt x="318814" y="33655"/>
                  <a:pt x="315004" y="33655"/>
                </a:cubicBezTo>
                <a:cubicBezTo>
                  <a:pt x="311194" y="33655"/>
                  <a:pt x="308019" y="33655"/>
                  <a:pt x="304209" y="33655"/>
                </a:cubicBezTo>
                <a:cubicBezTo>
                  <a:pt x="304209" y="33655"/>
                  <a:pt x="304209" y="33655"/>
                  <a:pt x="303574" y="33655"/>
                </a:cubicBezTo>
                <a:cubicBezTo>
                  <a:pt x="295319" y="33655"/>
                  <a:pt x="257854" y="30480"/>
                  <a:pt x="248329" y="29845"/>
                </a:cubicBezTo>
                <a:cubicBezTo>
                  <a:pt x="248329" y="29845"/>
                  <a:pt x="247694" y="29845"/>
                  <a:pt x="247694" y="29845"/>
                </a:cubicBezTo>
                <a:cubicBezTo>
                  <a:pt x="246424" y="29845"/>
                  <a:pt x="245154" y="29845"/>
                  <a:pt x="245154" y="29845"/>
                </a:cubicBezTo>
                <a:cubicBezTo>
                  <a:pt x="220389" y="27940"/>
                  <a:pt x="195624" y="24130"/>
                  <a:pt x="170224" y="23495"/>
                </a:cubicBezTo>
                <a:cubicBezTo>
                  <a:pt x="169589" y="23495"/>
                  <a:pt x="168319" y="23495"/>
                  <a:pt x="167684" y="23495"/>
                </a:cubicBezTo>
                <a:cubicBezTo>
                  <a:pt x="149269" y="23495"/>
                  <a:pt x="130854" y="23495"/>
                  <a:pt x="112439" y="25400"/>
                </a:cubicBezTo>
                <a:cubicBezTo>
                  <a:pt x="110534" y="25400"/>
                  <a:pt x="109264" y="26035"/>
                  <a:pt x="107994" y="26035"/>
                </a:cubicBezTo>
                <a:cubicBezTo>
                  <a:pt x="110534" y="29845"/>
                  <a:pt x="114979" y="29845"/>
                  <a:pt x="118789" y="29845"/>
                </a:cubicBezTo>
                <a:cubicBezTo>
                  <a:pt x="124504" y="29210"/>
                  <a:pt x="172764" y="28575"/>
                  <a:pt x="191179" y="30480"/>
                </a:cubicBezTo>
                <a:cubicBezTo>
                  <a:pt x="211499" y="33020"/>
                  <a:pt x="231819" y="35560"/>
                  <a:pt x="252139" y="39370"/>
                </a:cubicBezTo>
                <a:cubicBezTo>
                  <a:pt x="253409" y="39370"/>
                  <a:pt x="254679" y="39370"/>
                  <a:pt x="255949" y="40005"/>
                </a:cubicBezTo>
                <a:cubicBezTo>
                  <a:pt x="255949" y="40005"/>
                  <a:pt x="256584" y="40640"/>
                  <a:pt x="257219" y="40640"/>
                </a:cubicBezTo>
                <a:cubicBezTo>
                  <a:pt x="258489" y="40640"/>
                  <a:pt x="259124" y="41275"/>
                  <a:pt x="259124" y="42545"/>
                </a:cubicBezTo>
                <a:cubicBezTo>
                  <a:pt x="258489" y="44450"/>
                  <a:pt x="219119" y="41275"/>
                  <a:pt x="181019" y="40640"/>
                </a:cubicBezTo>
                <a:cubicBezTo>
                  <a:pt x="142919" y="39370"/>
                  <a:pt x="68624" y="39370"/>
                  <a:pt x="42589" y="39370"/>
                </a:cubicBezTo>
                <a:cubicBezTo>
                  <a:pt x="34969" y="39370"/>
                  <a:pt x="32429" y="37465"/>
                  <a:pt x="23539" y="35560"/>
                </a:cubicBezTo>
                <a:cubicBezTo>
                  <a:pt x="22269" y="34925"/>
                  <a:pt x="679" y="24130"/>
                  <a:pt x="44" y="23495"/>
                </a:cubicBezTo>
                <a:cubicBezTo>
                  <a:pt x="-591" y="22860"/>
                  <a:pt x="5759" y="15240"/>
                  <a:pt x="8299" y="13970"/>
                </a:cubicBezTo>
                <a:cubicBezTo>
                  <a:pt x="8934" y="13335"/>
                  <a:pt x="9569" y="13335"/>
                  <a:pt x="10204" y="13335"/>
                </a:cubicBezTo>
                <a:cubicBezTo>
                  <a:pt x="11474" y="12700"/>
                  <a:pt x="12744" y="12700"/>
                  <a:pt x="14649" y="12700"/>
                </a:cubicBezTo>
                <a:lnTo>
                  <a:pt x="33064" y="14605"/>
                </a:lnTo>
                <a:cubicBezTo>
                  <a:pt x="44494" y="15875"/>
                  <a:pt x="55924" y="15875"/>
                  <a:pt x="67354" y="16510"/>
                </a:cubicBezTo>
                <a:cubicBezTo>
                  <a:pt x="90214" y="17780"/>
                  <a:pt x="113709" y="15240"/>
                  <a:pt x="136569" y="13970"/>
                </a:cubicBezTo>
                <a:cubicBezTo>
                  <a:pt x="139109" y="13335"/>
                  <a:pt x="142284" y="13335"/>
                  <a:pt x="144824" y="13335"/>
                </a:cubicBezTo>
                <a:cubicBezTo>
                  <a:pt x="151809" y="12700"/>
                  <a:pt x="197529" y="12065"/>
                  <a:pt x="212134" y="13335"/>
                </a:cubicBezTo>
                <a:cubicBezTo>
                  <a:pt x="222294" y="13970"/>
                  <a:pt x="231819" y="14605"/>
                  <a:pt x="240709" y="15240"/>
                </a:cubicBezTo>
                <a:cubicBezTo>
                  <a:pt x="241979" y="15240"/>
                  <a:pt x="243884" y="15240"/>
                  <a:pt x="245154" y="15240"/>
                </a:cubicBezTo>
                <a:cubicBezTo>
                  <a:pt x="259759" y="16510"/>
                  <a:pt x="274364" y="17145"/>
                  <a:pt x="288969" y="17145"/>
                </a:cubicBezTo>
                <a:cubicBezTo>
                  <a:pt x="304209" y="17145"/>
                  <a:pt x="318814" y="16510"/>
                  <a:pt x="333419" y="14605"/>
                </a:cubicBezTo>
                <a:cubicBezTo>
                  <a:pt x="345484" y="13335"/>
                  <a:pt x="357549" y="12065"/>
                  <a:pt x="369614" y="12065"/>
                </a:cubicBezTo>
                <a:close/>
                <a:moveTo>
                  <a:pt x="667429" y="11431"/>
                </a:moveTo>
                <a:cubicBezTo>
                  <a:pt x="679494" y="11431"/>
                  <a:pt x="691559" y="12701"/>
                  <a:pt x="703624" y="13971"/>
                </a:cubicBezTo>
                <a:cubicBezTo>
                  <a:pt x="718229" y="15876"/>
                  <a:pt x="733469" y="16511"/>
                  <a:pt x="748074" y="16511"/>
                </a:cubicBezTo>
                <a:cubicBezTo>
                  <a:pt x="762679" y="15876"/>
                  <a:pt x="777284" y="15241"/>
                  <a:pt x="791889" y="14606"/>
                </a:cubicBezTo>
                <a:cubicBezTo>
                  <a:pt x="793159" y="14606"/>
                  <a:pt x="795064" y="14606"/>
                  <a:pt x="796334" y="14606"/>
                </a:cubicBezTo>
                <a:cubicBezTo>
                  <a:pt x="805859" y="13971"/>
                  <a:pt x="815384" y="13336"/>
                  <a:pt x="824909" y="12701"/>
                </a:cubicBezTo>
                <a:cubicBezTo>
                  <a:pt x="840149" y="11431"/>
                  <a:pt x="885234" y="12066"/>
                  <a:pt x="892219" y="12701"/>
                </a:cubicBezTo>
                <a:cubicBezTo>
                  <a:pt x="894759" y="13336"/>
                  <a:pt x="897934" y="13336"/>
                  <a:pt x="900474" y="13336"/>
                </a:cubicBezTo>
                <a:cubicBezTo>
                  <a:pt x="923334" y="14606"/>
                  <a:pt x="946829" y="17146"/>
                  <a:pt x="969689" y="15876"/>
                </a:cubicBezTo>
                <a:cubicBezTo>
                  <a:pt x="981119" y="15241"/>
                  <a:pt x="992549" y="14606"/>
                  <a:pt x="1003979" y="13971"/>
                </a:cubicBezTo>
                <a:lnTo>
                  <a:pt x="1022394" y="12066"/>
                </a:lnTo>
                <a:cubicBezTo>
                  <a:pt x="1023664" y="12066"/>
                  <a:pt x="1025569" y="12066"/>
                  <a:pt x="1026839" y="12701"/>
                </a:cubicBezTo>
                <a:cubicBezTo>
                  <a:pt x="1027474" y="12701"/>
                  <a:pt x="1028109" y="13336"/>
                  <a:pt x="1028744" y="13336"/>
                </a:cubicBezTo>
                <a:cubicBezTo>
                  <a:pt x="1031284" y="13971"/>
                  <a:pt x="1037634" y="21591"/>
                  <a:pt x="1035729" y="23496"/>
                </a:cubicBezTo>
                <a:cubicBezTo>
                  <a:pt x="1035094" y="24131"/>
                  <a:pt x="1013504" y="34926"/>
                  <a:pt x="1012234" y="35561"/>
                </a:cubicBezTo>
                <a:cubicBezTo>
                  <a:pt x="1004614" y="38101"/>
                  <a:pt x="1002709" y="40006"/>
                  <a:pt x="995089" y="40006"/>
                </a:cubicBezTo>
                <a:cubicBezTo>
                  <a:pt x="969054" y="40006"/>
                  <a:pt x="895394" y="40006"/>
                  <a:pt x="856659" y="41276"/>
                </a:cubicBezTo>
                <a:cubicBezTo>
                  <a:pt x="817924" y="42546"/>
                  <a:pt x="778554" y="45086"/>
                  <a:pt x="778554" y="43181"/>
                </a:cubicBezTo>
                <a:cubicBezTo>
                  <a:pt x="778554" y="42546"/>
                  <a:pt x="779824" y="41911"/>
                  <a:pt x="780459" y="41276"/>
                </a:cubicBezTo>
                <a:cubicBezTo>
                  <a:pt x="781094" y="40641"/>
                  <a:pt x="781094" y="40641"/>
                  <a:pt x="781729" y="40641"/>
                </a:cubicBezTo>
                <a:cubicBezTo>
                  <a:pt x="782999" y="40641"/>
                  <a:pt x="784269" y="40006"/>
                  <a:pt x="785539" y="40006"/>
                </a:cubicBezTo>
                <a:cubicBezTo>
                  <a:pt x="805859" y="36196"/>
                  <a:pt x="826179" y="33656"/>
                  <a:pt x="846499" y="31751"/>
                </a:cubicBezTo>
                <a:cubicBezTo>
                  <a:pt x="864914" y="29846"/>
                  <a:pt x="913809" y="31116"/>
                  <a:pt x="918889" y="31116"/>
                </a:cubicBezTo>
                <a:cubicBezTo>
                  <a:pt x="923334" y="31751"/>
                  <a:pt x="927779" y="31116"/>
                  <a:pt x="929684" y="27306"/>
                </a:cubicBezTo>
                <a:cubicBezTo>
                  <a:pt x="928414" y="26671"/>
                  <a:pt x="926509" y="26671"/>
                  <a:pt x="925239" y="26671"/>
                </a:cubicBezTo>
                <a:cubicBezTo>
                  <a:pt x="906824" y="24766"/>
                  <a:pt x="888409" y="24766"/>
                  <a:pt x="869994" y="24766"/>
                </a:cubicBezTo>
                <a:cubicBezTo>
                  <a:pt x="868724" y="24766"/>
                  <a:pt x="868089" y="24766"/>
                  <a:pt x="867454" y="24766"/>
                </a:cubicBezTo>
                <a:cubicBezTo>
                  <a:pt x="842689" y="25401"/>
                  <a:pt x="817924" y="28576"/>
                  <a:pt x="792524" y="31116"/>
                </a:cubicBezTo>
                <a:cubicBezTo>
                  <a:pt x="792524" y="31116"/>
                  <a:pt x="791254" y="31116"/>
                  <a:pt x="789984" y="31116"/>
                </a:cubicBezTo>
                <a:cubicBezTo>
                  <a:pt x="789984" y="31116"/>
                  <a:pt x="789349" y="31116"/>
                  <a:pt x="789349" y="31116"/>
                </a:cubicBezTo>
                <a:cubicBezTo>
                  <a:pt x="779824" y="31751"/>
                  <a:pt x="742359" y="34926"/>
                  <a:pt x="734104" y="34926"/>
                </a:cubicBezTo>
                <a:cubicBezTo>
                  <a:pt x="734104" y="34926"/>
                  <a:pt x="733469" y="34926"/>
                  <a:pt x="733469" y="34926"/>
                </a:cubicBezTo>
                <a:cubicBezTo>
                  <a:pt x="729659" y="34926"/>
                  <a:pt x="726484" y="34926"/>
                  <a:pt x="722674" y="34926"/>
                </a:cubicBezTo>
                <a:cubicBezTo>
                  <a:pt x="718864" y="34926"/>
                  <a:pt x="715689" y="34926"/>
                  <a:pt x="711879" y="34926"/>
                </a:cubicBezTo>
                <a:cubicBezTo>
                  <a:pt x="707434" y="34926"/>
                  <a:pt x="703624" y="34926"/>
                  <a:pt x="699179" y="34926"/>
                </a:cubicBezTo>
                <a:cubicBezTo>
                  <a:pt x="699179" y="34926"/>
                  <a:pt x="698544" y="34926"/>
                  <a:pt x="698544" y="34926"/>
                </a:cubicBezTo>
                <a:cubicBezTo>
                  <a:pt x="695369" y="34926"/>
                  <a:pt x="691559" y="34926"/>
                  <a:pt x="688384" y="34926"/>
                </a:cubicBezTo>
                <a:cubicBezTo>
                  <a:pt x="684574" y="34926"/>
                  <a:pt x="680129" y="34926"/>
                  <a:pt x="675684" y="34926"/>
                </a:cubicBezTo>
                <a:cubicBezTo>
                  <a:pt x="662349" y="34926"/>
                  <a:pt x="635044" y="36196"/>
                  <a:pt x="631234" y="53341"/>
                </a:cubicBezTo>
                <a:cubicBezTo>
                  <a:pt x="630599" y="58421"/>
                  <a:pt x="632504" y="62866"/>
                  <a:pt x="634409" y="67311"/>
                </a:cubicBezTo>
                <a:cubicBezTo>
                  <a:pt x="636314" y="71756"/>
                  <a:pt x="638854" y="75566"/>
                  <a:pt x="641394" y="80011"/>
                </a:cubicBezTo>
                <a:cubicBezTo>
                  <a:pt x="644569" y="85726"/>
                  <a:pt x="647744" y="91441"/>
                  <a:pt x="649014" y="97791"/>
                </a:cubicBezTo>
                <a:cubicBezTo>
                  <a:pt x="649649" y="100966"/>
                  <a:pt x="649014" y="104141"/>
                  <a:pt x="647744" y="107316"/>
                </a:cubicBezTo>
                <a:cubicBezTo>
                  <a:pt x="647109" y="109221"/>
                  <a:pt x="645839" y="111126"/>
                  <a:pt x="645204" y="113031"/>
                </a:cubicBezTo>
                <a:cubicBezTo>
                  <a:pt x="642664" y="108586"/>
                  <a:pt x="640124" y="105411"/>
                  <a:pt x="636949" y="101601"/>
                </a:cubicBezTo>
                <a:cubicBezTo>
                  <a:pt x="637584" y="100331"/>
                  <a:pt x="639489" y="97791"/>
                  <a:pt x="639489" y="97791"/>
                </a:cubicBezTo>
                <a:cubicBezTo>
                  <a:pt x="645204" y="86996"/>
                  <a:pt x="631234" y="74296"/>
                  <a:pt x="624884" y="67311"/>
                </a:cubicBezTo>
                <a:cubicBezTo>
                  <a:pt x="619169" y="61596"/>
                  <a:pt x="612819" y="56516"/>
                  <a:pt x="607739" y="50166"/>
                </a:cubicBezTo>
                <a:cubicBezTo>
                  <a:pt x="603929" y="45721"/>
                  <a:pt x="598849" y="40641"/>
                  <a:pt x="599484" y="34291"/>
                </a:cubicBezTo>
                <a:cubicBezTo>
                  <a:pt x="600119" y="27306"/>
                  <a:pt x="606469" y="24131"/>
                  <a:pt x="612184" y="21591"/>
                </a:cubicBezTo>
                <a:cubicBezTo>
                  <a:pt x="612184" y="20956"/>
                  <a:pt x="612819" y="20956"/>
                  <a:pt x="612819" y="20956"/>
                </a:cubicBezTo>
                <a:cubicBezTo>
                  <a:pt x="613454" y="20321"/>
                  <a:pt x="614724" y="20321"/>
                  <a:pt x="615359" y="19686"/>
                </a:cubicBezTo>
                <a:cubicBezTo>
                  <a:pt x="615359" y="19051"/>
                  <a:pt x="615359" y="19051"/>
                  <a:pt x="615994" y="19051"/>
                </a:cubicBezTo>
                <a:cubicBezTo>
                  <a:pt x="619804" y="17146"/>
                  <a:pt x="623614" y="15876"/>
                  <a:pt x="628059" y="15241"/>
                </a:cubicBezTo>
                <a:cubicBezTo>
                  <a:pt x="640759" y="12066"/>
                  <a:pt x="654094" y="11431"/>
                  <a:pt x="667429" y="11431"/>
                </a:cubicBezTo>
                <a:close/>
                <a:moveTo>
                  <a:pt x="518204" y="0"/>
                </a:moveTo>
                <a:cubicBezTo>
                  <a:pt x="549319" y="0"/>
                  <a:pt x="579799" y="5715"/>
                  <a:pt x="607104" y="17145"/>
                </a:cubicBezTo>
                <a:cubicBezTo>
                  <a:pt x="604564" y="18415"/>
                  <a:pt x="601389" y="20320"/>
                  <a:pt x="599484" y="22225"/>
                </a:cubicBezTo>
                <a:cubicBezTo>
                  <a:pt x="574719" y="12700"/>
                  <a:pt x="546779" y="7620"/>
                  <a:pt x="518204" y="7620"/>
                </a:cubicBezTo>
                <a:cubicBezTo>
                  <a:pt x="490899" y="7620"/>
                  <a:pt x="464229" y="12700"/>
                  <a:pt x="440734" y="20955"/>
                </a:cubicBezTo>
                <a:cubicBezTo>
                  <a:pt x="438194" y="18415"/>
                  <a:pt x="435019" y="17145"/>
                  <a:pt x="432479" y="15875"/>
                </a:cubicBezTo>
                <a:cubicBezTo>
                  <a:pt x="458514" y="5715"/>
                  <a:pt x="487089" y="0"/>
                  <a:pt x="518204"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57" name="PORSCHE">
            <a:extLst>
              <a:ext uri="{FF2B5EF4-FFF2-40B4-BE49-F238E27FC236}">
                <a16:creationId xmlns:a16="http://schemas.microsoft.com/office/drawing/2014/main" id="{CA7E4799-B040-A996-3846-170E81DB325C}"/>
              </a:ext>
            </a:extLst>
          </p:cNvPr>
          <p:cNvSpPr/>
          <p:nvPr userDrawn="1"/>
        </p:nvSpPr>
        <p:spPr>
          <a:xfrm>
            <a:off x="8996068" y="3050112"/>
            <a:ext cx="550059" cy="736847"/>
          </a:xfrm>
          <a:custGeom>
            <a:avLst/>
            <a:gdLst>
              <a:gd name="connsiteX0" fmla="*/ 310989 w 550059"/>
              <a:gd name="connsiteY0" fmla="*/ 57403 h 736847"/>
              <a:gd name="connsiteX1" fmla="*/ 310989 w 550059"/>
              <a:gd name="connsiteY1" fmla="*/ 66688 h 736847"/>
              <a:gd name="connsiteX2" fmla="*/ 309957 w 550059"/>
              <a:gd name="connsiteY2" fmla="*/ 72730 h 736847"/>
              <a:gd name="connsiteX3" fmla="*/ 302072 w 550059"/>
              <a:gd name="connsiteY3" fmla="*/ 75310 h 736847"/>
              <a:gd name="connsiteX4" fmla="*/ 246069 w 550059"/>
              <a:gd name="connsiteY4" fmla="*/ 75383 h 736847"/>
              <a:gd name="connsiteX5" fmla="*/ 246069 w 550059"/>
              <a:gd name="connsiteY5" fmla="*/ 67867 h 736847"/>
              <a:gd name="connsiteX6" fmla="*/ 298830 w 550059"/>
              <a:gd name="connsiteY6" fmla="*/ 67720 h 736847"/>
              <a:gd name="connsiteX7" fmla="*/ 300967 w 550059"/>
              <a:gd name="connsiteY7" fmla="*/ 65656 h 736847"/>
              <a:gd name="connsiteX8" fmla="*/ 300967 w 550059"/>
              <a:gd name="connsiteY8" fmla="*/ 57624 h 736847"/>
              <a:gd name="connsiteX9" fmla="*/ 298830 w 550059"/>
              <a:gd name="connsiteY9" fmla="*/ 55414 h 736847"/>
              <a:gd name="connsiteX10" fmla="*/ 253291 w 550059"/>
              <a:gd name="connsiteY10" fmla="*/ 55340 h 736847"/>
              <a:gd name="connsiteX11" fmla="*/ 247469 w 550059"/>
              <a:gd name="connsiteY11" fmla="*/ 54603 h 736847"/>
              <a:gd name="connsiteX12" fmla="*/ 244374 w 550059"/>
              <a:gd name="connsiteY12" fmla="*/ 46718 h 736847"/>
              <a:gd name="connsiteX13" fmla="*/ 244374 w 550059"/>
              <a:gd name="connsiteY13" fmla="*/ 37655 h 736847"/>
              <a:gd name="connsiteX14" fmla="*/ 245406 w 550059"/>
              <a:gd name="connsiteY14" fmla="*/ 31539 h 736847"/>
              <a:gd name="connsiteX15" fmla="*/ 253364 w 550059"/>
              <a:gd name="connsiteY15" fmla="*/ 28370 h 736847"/>
              <a:gd name="connsiteX16" fmla="*/ 309294 w 550059"/>
              <a:gd name="connsiteY16" fmla="*/ 28812 h 736847"/>
              <a:gd name="connsiteX17" fmla="*/ 309294 w 550059"/>
              <a:gd name="connsiteY17" fmla="*/ 36328 h 736847"/>
              <a:gd name="connsiteX18" fmla="*/ 256533 w 550059"/>
              <a:gd name="connsiteY18" fmla="*/ 35591 h 736847"/>
              <a:gd name="connsiteX19" fmla="*/ 254396 w 550059"/>
              <a:gd name="connsiteY19" fmla="*/ 37728 h 736847"/>
              <a:gd name="connsiteX20" fmla="*/ 254396 w 550059"/>
              <a:gd name="connsiteY20" fmla="*/ 45613 h 736847"/>
              <a:gd name="connsiteX21" fmla="*/ 256533 w 550059"/>
              <a:gd name="connsiteY21" fmla="*/ 47750 h 736847"/>
              <a:gd name="connsiteX22" fmla="*/ 301925 w 550059"/>
              <a:gd name="connsiteY22" fmla="*/ 47971 h 736847"/>
              <a:gd name="connsiteX23" fmla="*/ 310989 w 550059"/>
              <a:gd name="connsiteY23" fmla="*/ 57403 h 736847"/>
              <a:gd name="connsiteX24" fmla="*/ 323663 w 550059"/>
              <a:gd name="connsiteY24" fmla="*/ 30286 h 736847"/>
              <a:gd name="connsiteX25" fmla="*/ 320642 w 550059"/>
              <a:gd name="connsiteY25" fmla="*/ 38097 h 736847"/>
              <a:gd name="connsiteX26" fmla="*/ 320642 w 550059"/>
              <a:gd name="connsiteY26" fmla="*/ 66983 h 736847"/>
              <a:gd name="connsiteX27" fmla="*/ 329706 w 550059"/>
              <a:gd name="connsiteY27" fmla="*/ 76636 h 736847"/>
              <a:gd name="connsiteX28" fmla="*/ 382614 w 550059"/>
              <a:gd name="connsiteY28" fmla="*/ 82236 h 736847"/>
              <a:gd name="connsiteX29" fmla="*/ 382614 w 550059"/>
              <a:gd name="connsiteY29" fmla="*/ 73246 h 736847"/>
              <a:gd name="connsiteX30" fmla="*/ 333169 w 550059"/>
              <a:gd name="connsiteY30" fmla="*/ 67867 h 736847"/>
              <a:gd name="connsiteX31" fmla="*/ 331106 w 550059"/>
              <a:gd name="connsiteY31" fmla="*/ 65656 h 736847"/>
              <a:gd name="connsiteX32" fmla="*/ 331106 w 550059"/>
              <a:gd name="connsiteY32" fmla="*/ 41118 h 736847"/>
              <a:gd name="connsiteX33" fmla="*/ 333316 w 550059"/>
              <a:gd name="connsiteY33" fmla="*/ 39055 h 736847"/>
              <a:gd name="connsiteX34" fmla="*/ 382614 w 550059"/>
              <a:gd name="connsiteY34" fmla="*/ 44360 h 736847"/>
              <a:gd name="connsiteX35" fmla="*/ 382614 w 550059"/>
              <a:gd name="connsiteY35" fmla="*/ 35297 h 736847"/>
              <a:gd name="connsiteX36" fmla="*/ 329485 w 550059"/>
              <a:gd name="connsiteY36" fmla="*/ 29696 h 736847"/>
              <a:gd name="connsiteX37" fmla="*/ 323663 w 550059"/>
              <a:gd name="connsiteY37" fmla="*/ 30286 h 736847"/>
              <a:gd name="connsiteX38" fmla="*/ 161475 w 550059"/>
              <a:gd name="connsiteY38" fmla="*/ 73983 h 736847"/>
              <a:gd name="connsiteX39" fmla="*/ 152338 w 550059"/>
              <a:gd name="connsiteY39" fmla="*/ 84594 h 736847"/>
              <a:gd name="connsiteX40" fmla="*/ 107904 w 550059"/>
              <a:gd name="connsiteY40" fmla="*/ 93216 h 736847"/>
              <a:gd name="connsiteX41" fmla="*/ 100166 w 550059"/>
              <a:gd name="connsiteY41" fmla="*/ 92258 h 736847"/>
              <a:gd name="connsiteX42" fmla="*/ 99208 w 550059"/>
              <a:gd name="connsiteY42" fmla="*/ 86584 h 736847"/>
              <a:gd name="connsiteX43" fmla="*/ 99135 w 550059"/>
              <a:gd name="connsiteY43" fmla="*/ 57698 h 736847"/>
              <a:gd name="connsiteX44" fmla="*/ 108346 w 550059"/>
              <a:gd name="connsiteY44" fmla="*/ 46276 h 736847"/>
              <a:gd name="connsiteX45" fmla="*/ 152632 w 550059"/>
              <a:gd name="connsiteY45" fmla="*/ 37655 h 736847"/>
              <a:gd name="connsiteX46" fmla="*/ 160443 w 550059"/>
              <a:gd name="connsiteY46" fmla="*/ 39276 h 736847"/>
              <a:gd name="connsiteX47" fmla="*/ 161401 w 550059"/>
              <a:gd name="connsiteY47" fmla="*/ 45024 h 736847"/>
              <a:gd name="connsiteX48" fmla="*/ 161475 w 550059"/>
              <a:gd name="connsiteY48" fmla="*/ 73983 h 736847"/>
              <a:gd name="connsiteX49" fmla="*/ 152632 w 550059"/>
              <a:gd name="connsiteY49" fmla="*/ 73541 h 736847"/>
              <a:gd name="connsiteX50" fmla="*/ 152559 w 550059"/>
              <a:gd name="connsiteY50" fmla="*/ 49003 h 736847"/>
              <a:gd name="connsiteX51" fmla="*/ 150274 w 550059"/>
              <a:gd name="connsiteY51" fmla="*/ 47087 h 736847"/>
              <a:gd name="connsiteX52" fmla="*/ 109893 w 550059"/>
              <a:gd name="connsiteY52" fmla="*/ 54972 h 736847"/>
              <a:gd name="connsiteX53" fmla="*/ 107977 w 550059"/>
              <a:gd name="connsiteY53" fmla="*/ 57330 h 736847"/>
              <a:gd name="connsiteX54" fmla="*/ 108051 w 550059"/>
              <a:gd name="connsiteY54" fmla="*/ 81868 h 736847"/>
              <a:gd name="connsiteX55" fmla="*/ 110409 w 550059"/>
              <a:gd name="connsiteY55" fmla="*/ 83710 h 736847"/>
              <a:gd name="connsiteX56" fmla="*/ 150643 w 550059"/>
              <a:gd name="connsiteY56" fmla="*/ 75899 h 736847"/>
              <a:gd name="connsiteX57" fmla="*/ 152632 w 550059"/>
              <a:gd name="connsiteY57" fmla="*/ 73541 h 736847"/>
              <a:gd name="connsiteX58" fmla="*/ 330885 w 550059"/>
              <a:gd name="connsiteY58" fmla="*/ 286795 h 736847"/>
              <a:gd name="connsiteX59" fmla="*/ 328232 w 550059"/>
              <a:gd name="connsiteY59" fmla="*/ 286795 h 736847"/>
              <a:gd name="connsiteX60" fmla="*/ 328232 w 550059"/>
              <a:gd name="connsiteY60" fmla="*/ 263878 h 736847"/>
              <a:gd name="connsiteX61" fmla="*/ 335453 w 550059"/>
              <a:gd name="connsiteY61" fmla="*/ 263878 h 736847"/>
              <a:gd name="connsiteX62" fmla="*/ 342012 w 550059"/>
              <a:gd name="connsiteY62" fmla="*/ 270879 h 736847"/>
              <a:gd name="connsiteX63" fmla="*/ 337369 w 550059"/>
              <a:gd name="connsiteY63" fmla="*/ 277289 h 736847"/>
              <a:gd name="connsiteX64" fmla="*/ 342675 w 550059"/>
              <a:gd name="connsiteY64" fmla="*/ 286722 h 736847"/>
              <a:gd name="connsiteX65" fmla="*/ 339654 w 550059"/>
              <a:gd name="connsiteY65" fmla="*/ 286722 h 736847"/>
              <a:gd name="connsiteX66" fmla="*/ 334643 w 550059"/>
              <a:gd name="connsiteY66" fmla="*/ 277584 h 736847"/>
              <a:gd name="connsiteX67" fmla="*/ 330958 w 550059"/>
              <a:gd name="connsiteY67" fmla="*/ 277584 h 736847"/>
              <a:gd name="connsiteX68" fmla="*/ 330885 w 550059"/>
              <a:gd name="connsiteY68" fmla="*/ 286795 h 736847"/>
              <a:gd name="connsiteX69" fmla="*/ 330885 w 550059"/>
              <a:gd name="connsiteY69" fmla="*/ 286795 h 736847"/>
              <a:gd name="connsiteX70" fmla="*/ 330885 w 550059"/>
              <a:gd name="connsiteY70" fmla="*/ 275447 h 736847"/>
              <a:gd name="connsiteX71" fmla="*/ 335380 w 550059"/>
              <a:gd name="connsiteY71" fmla="*/ 275447 h 736847"/>
              <a:gd name="connsiteX72" fmla="*/ 339285 w 550059"/>
              <a:gd name="connsiteY72" fmla="*/ 270879 h 736847"/>
              <a:gd name="connsiteX73" fmla="*/ 335453 w 550059"/>
              <a:gd name="connsiteY73" fmla="*/ 266310 h 736847"/>
              <a:gd name="connsiteX74" fmla="*/ 330885 w 550059"/>
              <a:gd name="connsiteY74" fmla="*/ 266310 h 736847"/>
              <a:gd name="connsiteX75" fmla="*/ 330885 w 550059"/>
              <a:gd name="connsiteY75" fmla="*/ 275447 h 736847"/>
              <a:gd name="connsiteX76" fmla="*/ 253954 w 550059"/>
              <a:gd name="connsiteY76" fmla="*/ 286795 h 736847"/>
              <a:gd name="connsiteX77" fmla="*/ 256607 w 550059"/>
              <a:gd name="connsiteY77" fmla="*/ 286795 h 736847"/>
              <a:gd name="connsiteX78" fmla="*/ 256607 w 550059"/>
              <a:gd name="connsiteY78" fmla="*/ 266310 h 736847"/>
              <a:gd name="connsiteX79" fmla="*/ 263091 w 550059"/>
              <a:gd name="connsiteY79" fmla="*/ 266310 h 736847"/>
              <a:gd name="connsiteX80" fmla="*/ 263091 w 550059"/>
              <a:gd name="connsiteY80" fmla="*/ 263878 h 736847"/>
              <a:gd name="connsiteX81" fmla="*/ 247396 w 550059"/>
              <a:gd name="connsiteY81" fmla="*/ 263878 h 736847"/>
              <a:gd name="connsiteX82" fmla="*/ 247396 w 550059"/>
              <a:gd name="connsiteY82" fmla="*/ 266310 h 736847"/>
              <a:gd name="connsiteX83" fmla="*/ 253954 w 550059"/>
              <a:gd name="connsiteY83" fmla="*/ 266310 h 736847"/>
              <a:gd name="connsiteX84" fmla="*/ 253954 w 550059"/>
              <a:gd name="connsiteY84" fmla="*/ 286795 h 736847"/>
              <a:gd name="connsiteX85" fmla="*/ 253954 w 550059"/>
              <a:gd name="connsiteY85" fmla="*/ 286795 h 736847"/>
              <a:gd name="connsiteX86" fmla="*/ 225437 w 550059"/>
              <a:gd name="connsiteY86" fmla="*/ 61235 h 736847"/>
              <a:gd name="connsiteX87" fmla="*/ 226321 w 550059"/>
              <a:gd name="connsiteY87" fmla="*/ 62414 h 736847"/>
              <a:gd name="connsiteX88" fmla="*/ 235016 w 550059"/>
              <a:gd name="connsiteY88" fmla="*/ 75825 h 736847"/>
              <a:gd name="connsiteX89" fmla="*/ 225363 w 550059"/>
              <a:gd name="connsiteY89" fmla="*/ 76415 h 736847"/>
              <a:gd name="connsiteX90" fmla="*/ 220794 w 550059"/>
              <a:gd name="connsiteY90" fmla="*/ 65804 h 736847"/>
              <a:gd name="connsiteX91" fmla="*/ 211583 w 550059"/>
              <a:gd name="connsiteY91" fmla="*/ 64698 h 736847"/>
              <a:gd name="connsiteX92" fmla="*/ 180118 w 550059"/>
              <a:gd name="connsiteY92" fmla="*/ 67941 h 736847"/>
              <a:gd name="connsiteX93" fmla="*/ 180118 w 550059"/>
              <a:gd name="connsiteY93" fmla="*/ 80689 h 736847"/>
              <a:gd name="connsiteX94" fmla="*/ 170465 w 550059"/>
              <a:gd name="connsiteY94" fmla="*/ 81942 h 736847"/>
              <a:gd name="connsiteX95" fmla="*/ 170391 w 550059"/>
              <a:gd name="connsiteY95" fmla="*/ 35076 h 736847"/>
              <a:gd name="connsiteX96" fmla="*/ 226026 w 550059"/>
              <a:gd name="connsiteY96" fmla="*/ 29475 h 736847"/>
              <a:gd name="connsiteX97" fmla="*/ 233911 w 550059"/>
              <a:gd name="connsiteY97" fmla="*/ 31907 h 736847"/>
              <a:gd name="connsiteX98" fmla="*/ 234942 w 550059"/>
              <a:gd name="connsiteY98" fmla="*/ 37876 h 736847"/>
              <a:gd name="connsiteX99" fmla="*/ 234942 w 550059"/>
              <a:gd name="connsiteY99" fmla="*/ 48487 h 736847"/>
              <a:gd name="connsiteX100" fmla="*/ 234648 w 550059"/>
              <a:gd name="connsiteY100" fmla="*/ 53350 h 736847"/>
              <a:gd name="connsiteX101" fmla="*/ 232879 w 550059"/>
              <a:gd name="connsiteY101" fmla="*/ 57182 h 736847"/>
              <a:gd name="connsiteX102" fmla="*/ 226468 w 550059"/>
              <a:gd name="connsiteY102" fmla="*/ 60130 h 736847"/>
              <a:gd name="connsiteX103" fmla="*/ 225437 w 550059"/>
              <a:gd name="connsiteY103" fmla="*/ 61235 h 736847"/>
              <a:gd name="connsiteX104" fmla="*/ 225658 w 550059"/>
              <a:gd name="connsiteY104" fmla="*/ 52540 h 736847"/>
              <a:gd name="connsiteX105" fmla="*/ 225658 w 550059"/>
              <a:gd name="connsiteY105" fmla="*/ 40750 h 736847"/>
              <a:gd name="connsiteX106" fmla="*/ 223447 w 550059"/>
              <a:gd name="connsiteY106" fmla="*/ 38686 h 736847"/>
              <a:gd name="connsiteX107" fmla="*/ 180192 w 550059"/>
              <a:gd name="connsiteY107" fmla="*/ 42813 h 736847"/>
              <a:gd name="connsiteX108" fmla="*/ 180192 w 550059"/>
              <a:gd name="connsiteY108" fmla="*/ 58877 h 736847"/>
              <a:gd name="connsiteX109" fmla="*/ 223521 w 550059"/>
              <a:gd name="connsiteY109" fmla="*/ 54750 h 736847"/>
              <a:gd name="connsiteX110" fmla="*/ 225658 w 550059"/>
              <a:gd name="connsiteY110" fmla="*/ 52540 h 736847"/>
              <a:gd name="connsiteX111" fmla="*/ 51606 w 550059"/>
              <a:gd name="connsiteY111" fmla="*/ 214949 h 736847"/>
              <a:gd name="connsiteX112" fmla="*/ 55585 w 550059"/>
              <a:gd name="connsiteY112" fmla="*/ 215612 h 736847"/>
              <a:gd name="connsiteX113" fmla="*/ 64133 w 550059"/>
              <a:gd name="connsiteY113" fmla="*/ 216791 h 736847"/>
              <a:gd name="connsiteX114" fmla="*/ 65975 w 550059"/>
              <a:gd name="connsiteY114" fmla="*/ 208317 h 736847"/>
              <a:gd name="connsiteX115" fmla="*/ 67522 w 550059"/>
              <a:gd name="connsiteY115" fmla="*/ 204706 h 736847"/>
              <a:gd name="connsiteX116" fmla="*/ 192940 w 550059"/>
              <a:gd name="connsiteY116" fmla="*/ 172726 h 736847"/>
              <a:gd name="connsiteX117" fmla="*/ 224405 w 550059"/>
              <a:gd name="connsiteY117" fmla="*/ 179358 h 736847"/>
              <a:gd name="connsiteX118" fmla="*/ 232658 w 550059"/>
              <a:gd name="connsiteY118" fmla="*/ 179063 h 736847"/>
              <a:gd name="connsiteX119" fmla="*/ 226616 w 550059"/>
              <a:gd name="connsiteY119" fmla="*/ 174273 h 736847"/>
              <a:gd name="connsiteX120" fmla="*/ 216299 w 550059"/>
              <a:gd name="connsiteY120" fmla="*/ 170147 h 736847"/>
              <a:gd name="connsiteX121" fmla="*/ 211878 w 550059"/>
              <a:gd name="connsiteY121" fmla="*/ 168673 h 736847"/>
              <a:gd name="connsiteX122" fmla="*/ 205172 w 550059"/>
              <a:gd name="connsiteY122" fmla="*/ 166462 h 736847"/>
              <a:gd name="connsiteX123" fmla="*/ 203477 w 550059"/>
              <a:gd name="connsiteY123" fmla="*/ 160714 h 736847"/>
              <a:gd name="connsiteX124" fmla="*/ 231847 w 550059"/>
              <a:gd name="connsiteY124" fmla="*/ 144135 h 736847"/>
              <a:gd name="connsiteX125" fmla="*/ 235237 w 550059"/>
              <a:gd name="connsiteY125" fmla="*/ 142587 h 736847"/>
              <a:gd name="connsiteX126" fmla="*/ 231626 w 550059"/>
              <a:gd name="connsiteY126" fmla="*/ 141703 h 736847"/>
              <a:gd name="connsiteX127" fmla="*/ 197656 w 550059"/>
              <a:gd name="connsiteY127" fmla="*/ 157325 h 736847"/>
              <a:gd name="connsiteX128" fmla="*/ 181666 w 550059"/>
              <a:gd name="connsiteY128" fmla="*/ 163588 h 736847"/>
              <a:gd name="connsiteX129" fmla="*/ 170244 w 550059"/>
              <a:gd name="connsiteY129" fmla="*/ 163441 h 736847"/>
              <a:gd name="connsiteX130" fmla="*/ 165454 w 550059"/>
              <a:gd name="connsiteY130" fmla="*/ 157546 h 736847"/>
              <a:gd name="connsiteX131" fmla="*/ 186898 w 550059"/>
              <a:gd name="connsiteY131" fmla="*/ 132123 h 736847"/>
              <a:gd name="connsiteX132" fmla="*/ 189771 w 550059"/>
              <a:gd name="connsiteY132" fmla="*/ 130060 h 736847"/>
              <a:gd name="connsiteX133" fmla="*/ 186382 w 550059"/>
              <a:gd name="connsiteY133" fmla="*/ 129692 h 736847"/>
              <a:gd name="connsiteX134" fmla="*/ 170539 w 550059"/>
              <a:gd name="connsiteY134" fmla="*/ 138092 h 736847"/>
              <a:gd name="connsiteX135" fmla="*/ 158896 w 550059"/>
              <a:gd name="connsiteY135" fmla="*/ 153640 h 736847"/>
              <a:gd name="connsiteX136" fmla="*/ 155801 w 550059"/>
              <a:gd name="connsiteY136" fmla="*/ 159167 h 736847"/>
              <a:gd name="connsiteX137" fmla="*/ 151896 w 550059"/>
              <a:gd name="connsiteY137" fmla="*/ 162851 h 736847"/>
              <a:gd name="connsiteX138" fmla="*/ 144232 w 550059"/>
              <a:gd name="connsiteY138" fmla="*/ 165652 h 736847"/>
              <a:gd name="connsiteX139" fmla="*/ 128610 w 550059"/>
              <a:gd name="connsiteY139" fmla="*/ 168894 h 736847"/>
              <a:gd name="connsiteX140" fmla="*/ 122641 w 550059"/>
              <a:gd name="connsiteY140" fmla="*/ 164473 h 736847"/>
              <a:gd name="connsiteX141" fmla="*/ 134284 w 550059"/>
              <a:gd name="connsiteY141" fmla="*/ 137945 h 736847"/>
              <a:gd name="connsiteX142" fmla="*/ 136863 w 550059"/>
              <a:gd name="connsiteY142" fmla="*/ 135218 h 736847"/>
              <a:gd name="connsiteX143" fmla="*/ 133031 w 550059"/>
              <a:gd name="connsiteY143" fmla="*/ 135808 h 736847"/>
              <a:gd name="connsiteX144" fmla="*/ 121831 w 550059"/>
              <a:gd name="connsiteY144" fmla="*/ 146198 h 736847"/>
              <a:gd name="connsiteX145" fmla="*/ 116157 w 550059"/>
              <a:gd name="connsiteY145" fmla="*/ 160714 h 736847"/>
              <a:gd name="connsiteX146" fmla="*/ 114388 w 550059"/>
              <a:gd name="connsiteY146" fmla="*/ 166978 h 736847"/>
              <a:gd name="connsiteX147" fmla="*/ 111293 w 550059"/>
              <a:gd name="connsiteY147" fmla="*/ 171473 h 736847"/>
              <a:gd name="connsiteX148" fmla="*/ 104072 w 550059"/>
              <a:gd name="connsiteY148" fmla="*/ 175747 h 736847"/>
              <a:gd name="connsiteX149" fmla="*/ 89997 w 550059"/>
              <a:gd name="connsiteY149" fmla="*/ 181126 h 736847"/>
              <a:gd name="connsiteX150" fmla="*/ 83218 w 550059"/>
              <a:gd name="connsiteY150" fmla="*/ 177368 h 736847"/>
              <a:gd name="connsiteX151" fmla="*/ 88818 w 550059"/>
              <a:gd name="connsiteY151" fmla="*/ 152830 h 736847"/>
              <a:gd name="connsiteX152" fmla="*/ 90661 w 550059"/>
              <a:gd name="connsiteY152" fmla="*/ 150030 h 736847"/>
              <a:gd name="connsiteX153" fmla="*/ 87197 w 550059"/>
              <a:gd name="connsiteY153" fmla="*/ 150840 h 736847"/>
              <a:gd name="connsiteX154" fmla="*/ 77102 w 550059"/>
              <a:gd name="connsiteY154" fmla="*/ 172726 h 736847"/>
              <a:gd name="connsiteX155" fmla="*/ 74744 w 550059"/>
              <a:gd name="connsiteY155" fmla="*/ 185179 h 736847"/>
              <a:gd name="connsiteX156" fmla="*/ 68923 w 550059"/>
              <a:gd name="connsiteY156" fmla="*/ 190263 h 736847"/>
              <a:gd name="connsiteX157" fmla="*/ 60154 w 550059"/>
              <a:gd name="connsiteY157" fmla="*/ 194980 h 736847"/>
              <a:gd name="connsiteX158" fmla="*/ 56248 w 550059"/>
              <a:gd name="connsiteY158" fmla="*/ 194537 h 736847"/>
              <a:gd name="connsiteX159" fmla="*/ 47774 w 550059"/>
              <a:gd name="connsiteY159" fmla="*/ 192769 h 736847"/>
              <a:gd name="connsiteX160" fmla="*/ 45711 w 550059"/>
              <a:gd name="connsiteY160" fmla="*/ 200875 h 736847"/>
              <a:gd name="connsiteX161" fmla="*/ 44532 w 550059"/>
              <a:gd name="connsiteY161" fmla="*/ 204854 h 736847"/>
              <a:gd name="connsiteX162" fmla="*/ 42100 w 550059"/>
              <a:gd name="connsiteY162" fmla="*/ 213696 h 736847"/>
              <a:gd name="connsiteX163" fmla="*/ 51606 w 550059"/>
              <a:gd name="connsiteY163" fmla="*/ 214949 h 736847"/>
              <a:gd name="connsiteX164" fmla="*/ 38121 w 550059"/>
              <a:gd name="connsiteY164" fmla="*/ 217012 h 736847"/>
              <a:gd name="connsiteX165" fmla="*/ 40258 w 550059"/>
              <a:gd name="connsiteY165" fmla="*/ 201685 h 736847"/>
              <a:gd name="connsiteX166" fmla="*/ 40405 w 550059"/>
              <a:gd name="connsiteY166" fmla="*/ 201169 h 736847"/>
              <a:gd name="connsiteX167" fmla="*/ 44900 w 550059"/>
              <a:gd name="connsiteY167" fmla="*/ 188348 h 736847"/>
              <a:gd name="connsiteX168" fmla="*/ 58238 w 550059"/>
              <a:gd name="connsiteY168" fmla="*/ 189674 h 736847"/>
              <a:gd name="connsiteX169" fmla="*/ 58827 w 550059"/>
              <a:gd name="connsiteY169" fmla="*/ 189748 h 736847"/>
              <a:gd name="connsiteX170" fmla="*/ 66049 w 550059"/>
              <a:gd name="connsiteY170" fmla="*/ 185842 h 736847"/>
              <a:gd name="connsiteX171" fmla="*/ 71796 w 550059"/>
              <a:gd name="connsiteY171" fmla="*/ 172357 h 736847"/>
              <a:gd name="connsiteX172" fmla="*/ 84839 w 550059"/>
              <a:gd name="connsiteY172" fmla="*/ 147156 h 736847"/>
              <a:gd name="connsiteX173" fmla="*/ 95008 w 550059"/>
              <a:gd name="connsiteY173" fmla="*/ 147008 h 736847"/>
              <a:gd name="connsiteX174" fmla="*/ 91766 w 550059"/>
              <a:gd name="connsiteY174" fmla="*/ 155777 h 736847"/>
              <a:gd name="connsiteX175" fmla="*/ 87787 w 550059"/>
              <a:gd name="connsiteY175" fmla="*/ 175599 h 736847"/>
              <a:gd name="connsiteX176" fmla="*/ 88524 w 550059"/>
              <a:gd name="connsiteY176" fmla="*/ 176042 h 736847"/>
              <a:gd name="connsiteX177" fmla="*/ 101788 w 550059"/>
              <a:gd name="connsiteY177" fmla="*/ 170957 h 736847"/>
              <a:gd name="connsiteX178" fmla="*/ 108198 w 550059"/>
              <a:gd name="connsiteY178" fmla="*/ 166609 h 736847"/>
              <a:gd name="connsiteX179" fmla="*/ 110925 w 550059"/>
              <a:gd name="connsiteY179" fmla="*/ 159462 h 736847"/>
              <a:gd name="connsiteX180" fmla="*/ 117483 w 550059"/>
              <a:gd name="connsiteY180" fmla="*/ 143177 h 736847"/>
              <a:gd name="connsiteX181" fmla="*/ 131115 w 550059"/>
              <a:gd name="connsiteY181" fmla="*/ 131976 h 736847"/>
              <a:gd name="connsiteX182" fmla="*/ 141137 w 550059"/>
              <a:gd name="connsiteY182" fmla="*/ 133081 h 736847"/>
              <a:gd name="connsiteX183" fmla="*/ 136716 w 550059"/>
              <a:gd name="connsiteY183" fmla="*/ 141334 h 736847"/>
              <a:gd name="connsiteX184" fmla="*/ 127505 w 550059"/>
              <a:gd name="connsiteY184" fmla="*/ 162999 h 736847"/>
              <a:gd name="connsiteX185" fmla="*/ 128242 w 550059"/>
              <a:gd name="connsiteY185" fmla="*/ 163588 h 736847"/>
              <a:gd name="connsiteX186" fmla="*/ 142979 w 550059"/>
              <a:gd name="connsiteY186" fmla="*/ 160567 h 736847"/>
              <a:gd name="connsiteX187" fmla="*/ 154254 w 550059"/>
              <a:gd name="connsiteY187" fmla="*/ 151209 h 736847"/>
              <a:gd name="connsiteX188" fmla="*/ 167075 w 550059"/>
              <a:gd name="connsiteY188" fmla="*/ 134555 h 736847"/>
              <a:gd name="connsiteX189" fmla="*/ 185276 w 550059"/>
              <a:gd name="connsiteY189" fmla="*/ 125786 h 736847"/>
              <a:gd name="connsiteX190" fmla="*/ 194856 w 550059"/>
              <a:gd name="connsiteY190" fmla="*/ 128734 h 736847"/>
              <a:gd name="connsiteX191" fmla="*/ 193235 w 550059"/>
              <a:gd name="connsiteY191" fmla="*/ 133008 h 736847"/>
              <a:gd name="connsiteX192" fmla="*/ 188371 w 550059"/>
              <a:gd name="connsiteY192" fmla="*/ 136029 h 736847"/>
              <a:gd name="connsiteX193" fmla="*/ 170465 w 550059"/>
              <a:gd name="connsiteY193" fmla="*/ 157546 h 736847"/>
              <a:gd name="connsiteX194" fmla="*/ 170981 w 550059"/>
              <a:gd name="connsiteY194" fmla="*/ 158283 h 736847"/>
              <a:gd name="connsiteX195" fmla="*/ 181518 w 550059"/>
              <a:gd name="connsiteY195" fmla="*/ 158430 h 736847"/>
              <a:gd name="connsiteX196" fmla="*/ 188371 w 550059"/>
              <a:gd name="connsiteY196" fmla="*/ 157546 h 736847"/>
              <a:gd name="connsiteX197" fmla="*/ 193972 w 550059"/>
              <a:gd name="connsiteY197" fmla="*/ 153567 h 736847"/>
              <a:gd name="connsiteX198" fmla="*/ 231111 w 550059"/>
              <a:gd name="connsiteY198" fmla="*/ 137724 h 736847"/>
              <a:gd name="connsiteX199" fmla="*/ 240322 w 550059"/>
              <a:gd name="connsiteY199" fmla="*/ 142440 h 736847"/>
              <a:gd name="connsiteX200" fmla="*/ 237743 w 550059"/>
              <a:gd name="connsiteY200" fmla="*/ 146419 h 736847"/>
              <a:gd name="connsiteX201" fmla="*/ 232069 w 550059"/>
              <a:gd name="connsiteY201" fmla="*/ 148482 h 736847"/>
              <a:gd name="connsiteX202" fmla="*/ 209299 w 550059"/>
              <a:gd name="connsiteY202" fmla="*/ 161599 h 736847"/>
              <a:gd name="connsiteX203" fmla="*/ 209520 w 550059"/>
              <a:gd name="connsiteY203" fmla="*/ 162483 h 736847"/>
              <a:gd name="connsiteX204" fmla="*/ 221015 w 550059"/>
              <a:gd name="connsiteY204" fmla="*/ 166831 h 736847"/>
              <a:gd name="connsiteX205" fmla="*/ 230079 w 550059"/>
              <a:gd name="connsiteY205" fmla="*/ 170957 h 736847"/>
              <a:gd name="connsiteX206" fmla="*/ 236121 w 550059"/>
              <a:gd name="connsiteY206" fmla="*/ 175526 h 736847"/>
              <a:gd name="connsiteX207" fmla="*/ 237300 w 550059"/>
              <a:gd name="connsiteY207" fmla="*/ 182158 h 736847"/>
              <a:gd name="connsiteX208" fmla="*/ 231332 w 550059"/>
              <a:gd name="connsiteY208" fmla="*/ 185621 h 736847"/>
              <a:gd name="connsiteX209" fmla="*/ 224184 w 550059"/>
              <a:gd name="connsiteY209" fmla="*/ 184442 h 736847"/>
              <a:gd name="connsiteX210" fmla="*/ 192129 w 550059"/>
              <a:gd name="connsiteY210" fmla="*/ 177957 h 736847"/>
              <a:gd name="connsiteX211" fmla="*/ 71354 w 550059"/>
              <a:gd name="connsiteY211" fmla="*/ 208391 h 736847"/>
              <a:gd name="connsiteX212" fmla="*/ 71133 w 550059"/>
              <a:gd name="connsiteY212" fmla="*/ 208980 h 736847"/>
              <a:gd name="connsiteX213" fmla="*/ 66270 w 550059"/>
              <a:gd name="connsiteY213" fmla="*/ 221581 h 736847"/>
              <a:gd name="connsiteX214" fmla="*/ 52932 w 550059"/>
              <a:gd name="connsiteY214" fmla="*/ 220328 h 736847"/>
              <a:gd name="connsiteX215" fmla="*/ 52416 w 550059"/>
              <a:gd name="connsiteY215" fmla="*/ 220255 h 736847"/>
              <a:gd name="connsiteX216" fmla="*/ 38121 w 550059"/>
              <a:gd name="connsiteY216" fmla="*/ 217012 h 736847"/>
              <a:gd name="connsiteX217" fmla="*/ 52637 w 550059"/>
              <a:gd name="connsiteY217" fmla="*/ 218044 h 736847"/>
              <a:gd name="connsiteX218" fmla="*/ 53669 w 550059"/>
              <a:gd name="connsiteY218" fmla="*/ 218191 h 736847"/>
              <a:gd name="connsiteX219" fmla="*/ 65680 w 550059"/>
              <a:gd name="connsiteY219" fmla="*/ 219591 h 736847"/>
              <a:gd name="connsiteX220" fmla="*/ 69217 w 550059"/>
              <a:gd name="connsiteY220" fmla="*/ 208022 h 736847"/>
              <a:gd name="connsiteX221" fmla="*/ 69586 w 550059"/>
              <a:gd name="connsiteY221" fmla="*/ 207064 h 736847"/>
              <a:gd name="connsiteX222" fmla="*/ 192498 w 550059"/>
              <a:gd name="connsiteY222" fmla="*/ 175821 h 736847"/>
              <a:gd name="connsiteX223" fmla="*/ 224921 w 550059"/>
              <a:gd name="connsiteY223" fmla="*/ 182379 h 736847"/>
              <a:gd name="connsiteX224" fmla="*/ 235827 w 550059"/>
              <a:gd name="connsiteY224" fmla="*/ 181052 h 736847"/>
              <a:gd name="connsiteX225" fmla="*/ 229416 w 550059"/>
              <a:gd name="connsiteY225" fmla="*/ 172357 h 736847"/>
              <a:gd name="connsiteX226" fmla="*/ 219320 w 550059"/>
              <a:gd name="connsiteY226" fmla="*/ 167788 h 736847"/>
              <a:gd name="connsiteX227" fmla="*/ 208046 w 550059"/>
              <a:gd name="connsiteY227" fmla="*/ 163588 h 736847"/>
              <a:gd name="connsiteX228" fmla="*/ 207383 w 550059"/>
              <a:gd name="connsiteY228" fmla="*/ 160935 h 736847"/>
              <a:gd name="connsiteX229" fmla="*/ 231700 w 550059"/>
              <a:gd name="connsiteY229" fmla="*/ 146493 h 736847"/>
              <a:gd name="connsiteX230" fmla="*/ 238406 w 550059"/>
              <a:gd name="connsiteY230" fmla="*/ 142366 h 736847"/>
              <a:gd name="connsiteX231" fmla="*/ 231184 w 550059"/>
              <a:gd name="connsiteY231" fmla="*/ 139418 h 736847"/>
              <a:gd name="connsiteX232" fmla="*/ 195298 w 550059"/>
              <a:gd name="connsiteY232" fmla="*/ 154746 h 736847"/>
              <a:gd name="connsiteX233" fmla="*/ 189108 w 550059"/>
              <a:gd name="connsiteY233" fmla="*/ 159167 h 736847"/>
              <a:gd name="connsiteX234" fmla="*/ 181518 w 550059"/>
              <a:gd name="connsiteY234" fmla="*/ 160199 h 736847"/>
              <a:gd name="connsiteX235" fmla="*/ 170981 w 550059"/>
              <a:gd name="connsiteY235" fmla="*/ 160051 h 736847"/>
              <a:gd name="connsiteX236" fmla="*/ 168623 w 550059"/>
              <a:gd name="connsiteY236" fmla="*/ 157104 h 736847"/>
              <a:gd name="connsiteX237" fmla="*/ 187413 w 550059"/>
              <a:gd name="connsiteY237" fmla="*/ 134334 h 736847"/>
              <a:gd name="connsiteX238" fmla="*/ 192793 w 550059"/>
              <a:gd name="connsiteY238" fmla="*/ 129176 h 736847"/>
              <a:gd name="connsiteX239" fmla="*/ 185497 w 550059"/>
              <a:gd name="connsiteY239" fmla="*/ 127628 h 736847"/>
              <a:gd name="connsiteX240" fmla="*/ 165970 w 550059"/>
              <a:gd name="connsiteY240" fmla="*/ 137871 h 736847"/>
              <a:gd name="connsiteX241" fmla="*/ 155801 w 550059"/>
              <a:gd name="connsiteY241" fmla="*/ 152093 h 736847"/>
              <a:gd name="connsiteX242" fmla="*/ 143274 w 550059"/>
              <a:gd name="connsiteY242" fmla="*/ 162409 h 736847"/>
              <a:gd name="connsiteX243" fmla="*/ 128536 w 550059"/>
              <a:gd name="connsiteY243" fmla="*/ 165430 h 736847"/>
              <a:gd name="connsiteX244" fmla="*/ 125515 w 550059"/>
              <a:gd name="connsiteY244" fmla="*/ 163072 h 736847"/>
              <a:gd name="connsiteX245" fmla="*/ 135316 w 550059"/>
              <a:gd name="connsiteY245" fmla="*/ 139934 h 736847"/>
              <a:gd name="connsiteX246" fmla="*/ 139148 w 550059"/>
              <a:gd name="connsiteY246" fmla="*/ 133892 h 736847"/>
              <a:gd name="connsiteX247" fmla="*/ 131779 w 550059"/>
              <a:gd name="connsiteY247" fmla="*/ 133744 h 736847"/>
              <a:gd name="connsiteX248" fmla="*/ 119031 w 550059"/>
              <a:gd name="connsiteY248" fmla="*/ 144282 h 736847"/>
              <a:gd name="connsiteX249" fmla="*/ 112693 w 550059"/>
              <a:gd name="connsiteY249" fmla="*/ 159978 h 736847"/>
              <a:gd name="connsiteX250" fmla="*/ 102451 w 550059"/>
              <a:gd name="connsiteY250" fmla="*/ 172726 h 736847"/>
              <a:gd name="connsiteX251" fmla="*/ 89187 w 550059"/>
              <a:gd name="connsiteY251" fmla="*/ 177810 h 736847"/>
              <a:gd name="connsiteX252" fmla="*/ 85945 w 550059"/>
              <a:gd name="connsiteY252" fmla="*/ 175894 h 736847"/>
              <a:gd name="connsiteX253" fmla="*/ 90218 w 550059"/>
              <a:gd name="connsiteY253" fmla="*/ 154672 h 736847"/>
              <a:gd name="connsiteX254" fmla="*/ 93166 w 550059"/>
              <a:gd name="connsiteY254" fmla="*/ 148040 h 736847"/>
              <a:gd name="connsiteX255" fmla="*/ 85723 w 550059"/>
              <a:gd name="connsiteY255" fmla="*/ 148703 h 736847"/>
              <a:gd name="connsiteX256" fmla="*/ 73639 w 550059"/>
              <a:gd name="connsiteY256" fmla="*/ 172431 h 736847"/>
              <a:gd name="connsiteX257" fmla="*/ 72165 w 550059"/>
              <a:gd name="connsiteY257" fmla="*/ 182084 h 736847"/>
              <a:gd name="connsiteX258" fmla="*/ 67007 w 550059"/>
              <a:gd name="connsiteY258" fmla="*/ 187390 h 736847"/>
              <a:gd name="connsiteX259" fmla="*/ 58901 w 550059"/>
              <a:gd name="connsiteY259" fmla="*/ 191737 h 736847"/>
              <a:gd name="connsiteX260" fmla="*/ 57722 w 550059"/>
              <a:gd name="connsiteY260" fmla="*/ 191590 h 736847"/>
              <a:gd name="connsiteX261" fmla="*/ 46300 w 550059"/>
              <a:gd name="connsiteY261" fmla="*/ 189600 h 736847"/>
              <a:gd name="connsiteX262" fmla="*/ 42395 w 550059"/>
              <a:gd name="connsiteY262" fmla="*/ 201390 h 736847"/>
              <a:gd name="connsiteX263" fmla="*/ 42100 w 550059"/>
              <a:gd name="connsiteY263" fmla="*/ 202422 h 736847"/>
              <a:gd name="connsiteX264" fmla="*/ 39668 w 550059"/>
              <a:gd name="connsiteY264" fmla="*/ 215833 h 736847"/>
              <a:gd name="connsiteX265" fmla="*/ 52637 w 550059"/>
              <a:gd name="connsiteY265" fmla="*/ 218044 h 736847"/>
              <a:gd name="connsiteX266" fmla="*/ 549518 w 550059"/>
              <a:gd name="connsiteY266" fmla="*/ 153788 h 736847"/>
              <a:gd name="connsiteX267" fmla="*/ 546865 w 550059"/>
              <a:gd name="connsiteY267" fmla="*/ 282890 h 736847"/>
              <a:gd name="connsiteX268" fmla="*/ 534780 w 550059"/>
              <a:gd name="connsiteY268" fmla="*/ 429309 h 736847"/>
              <a:gd name="connsiteX269" fmla="*/ 449154 w 550059"/>
              <a:gd name="connsiteY269" fmla="*/ 609993 h 736847"/>
              <a:gd name="connsiteX270" fmla="*/ 282913 w 550059"/>
              <a:gd name="connsiteY270" fmla="*/ 734526 h 736847"/>
              <a:gd name="connsiteX271" fmla="*/ 267292 w 550059"/>
              <a:gd name="connsiteY271" fmla="*/ 734526 h 736847"/>
              <a:gd name="connsiteX272" fmla="*/ 101051 w 550059"/>
              <a:gd name="connsiteY272" fmla="*/ 609993 h 736847"/>
              <a:gd name="connsiteX273" fmla="*/ 15351 w 550059"/>
              <a:gd name="connsiteY273" fmla="*/ 429309 h 736847"/>
              <a:gd name="connsiteX274" fmla="*/ 3266 w 550059"/>
              <a:gd name="connsiteY274" fmla="*/ 282890 h 736847"/>
              <a:gd name="connsiteX275" fmla="*/ 613 w 550059"/>
              <a:gd name="connsiteY275" fmla="*/ 153788 h 736847"/>
              <a:gd name="connsiteX276" fmla="*/ 98 w 550059"/>
              <a:gd name="connsiteY276" fmla="*/ 66614 h 736847"/>
              <a:gd name="connsiteX277" fmla="*/ 12330 w 550059"/>
              <a:gd name="connsiteY277" fmla="*/ 48192 h 736847"/>
              <a:gd name="connsiteX278" fmla="*/ 129273 w 550059"/>
              <a:gd name="connsiteY278" fmla="*/ 13706 h 736847"/>
              <a:gd name="connsiteX279" fmla="*/ 275029 w 550059"/>
              <a:gd name="connsiteY279" fmla="*/ 0 h 736847"/>
              <a:gd name="connsiteX280" fmla="*/ 420784 w 550059"/>
              <a:gd name="connsiteY280" fmla="*/ 13706 h 736847"/>
              <a:gd name="connsiteX281" fmla="*/ 537728 w 550059"/>
              <a:gd name="connsiteY281" fmla="*/ 48192 h 736847"/>
              <a:gd name="connsiteX282" fmla="*/ 549960 w 550059"/>
              <a:gd name="connsiteY282" fmla="*/ 66614 h 736847"/>
              <a:gd name="connsiteX283" fmla="*/ 549518 w 550059"/>
              <a:gd name="connsiteY283" fmla="*/ 153788 h 736847"/>
              <a:gd name="connsiteX284" fmla="*/ 19846 w 550059"/>
              <a:gd name="connsiteY284" fmla="*/ 391801 h 736847"/>
              <a:gd name="connsiteX285" fmla="*/ 171055 w 550059"/>
              <a:gd name="connsiteY285" fmla="*/ 391875 h 736847"/>
              <a:gd name="connsiteX286" fmla="*/ 170244 w 550059"/>
              <a:gd name="connsiteY286" fmla="*/ 338672 h 736847"/>
              <a:gd name="connsiteX287" fmla="*/ 75702 w 550059"/>
              <a:gd name="connsiteY287" fmla="*/ 361073 h 736847"/>
              <a:gd name="connsiteX288" fmla="*/ 75407 w 550059"/>
              <a:gd name="connsiteY288" fmla="*/ 361663 h 736847"/>
              <a:gd name="connsiteX289" fmla="*/ 71059 w 550059"/>
              <a:gd name="connsiteY289" fmla="*/ 371758 h 736847"/>
              <a:gd name="connsiteX290" fmla="*/ 59564 w 550059"/>
              <a:gd name="connsiteY290" fmla="*/ 370358 h 736847"/>
              <a:gd name="connsiteX291" fmla="*/ 59048 w 550059"/>
              <a:gd name="connsiteY291" fmla="*/ 370284 h 736847"/>
              <a:gd name="connsiteX292" fmla="*/ 46890 w 550059"/>
              <a:gd name="connsiteY292" fmla="*/ 366895 h 736847"/>
              <a:gd name="connsiteX293" fmla="*/ 49469 w 550059"/>
              <a:gd name="connsiteY293" fmla="*/ 354294 h 736847"/>
              <a:gd name="connsiteX294" fmla="*/ 49616 w 550059"/>
              <a:gd name="connsiteY294" fmla="*/ 353778 h 736847"/>
              <a:gd name="connsiteX295" fmla="*/ 65385 w 550059"/>
              <a:gd name="connsiteY295" fmla="*/ 345525 h 736847"/>
              <a:gd name="connsiteX296" fmla="*/ 65975 w 550059"/>
              <a:gd name="connsiteY296" fmla="*/ 345599 h 736847"/>
              <a:gd name="connsiteX297" fmla="*/ 69880 w 550059"/>
              <a:gd name="connsiteY297" fmla="*/ 343830 h 736847"/>
              <a:gd name="connsiteX298" fmla="*/ 74081 w 550059"/>
              <a:gd name="connsiteY298" fmla="*/ 337051 h 736847"/>
              <a:gd name="connsiteX299" fmla="*/ 81081 w 550059"/>
              <a:gd name="connsiteY299" fmla="*/ 314797 h 736847"/>
              <a:gd name="connsiteX300" fmla="*/ 90218 w 550059"/>
              <a:gd name="connsiteY300" fmla="*/ 313618 h 736847"/>
              <a:gd name="connsiteX301" fmla="*/ 89555 w 550059"/>
              <a:gd name="connsiteY301" fmla="*/ 320545 h 736847"/>
              <a:gd name="connsiteX302" fmla="*/ 88376 w 550059"/>
              <a:gd name="connsiteY302" fmla="*/ 336314 h 736847"/>
              <a:gd name="connsiteX303" fmla="*/ 89113 w 550059"/>
              <a:gd name="connsiteY303" fmla="*/ 336682 h 736847"/>
              <a:gd name="connsiteX304" fmla="*/ 95524 w 550059"/>
              <a:gd name="connsiteY304" fmla="*/ 334398 h 736847"/>
              <a:gd name="connsiteX305" fmla="*/ 102524 w 550059"/>
              <a:gd name="connsiteY305" fmla="*/ 325040 h 736847"/>
              <a:gd name="connsiteX306" fmla="*/ 108346 w 550059"/>
              <a:gd name="connsiteY306" fmla="*/ 308975 h 736847"/>
              <a:gd name="connsiteX307" fmla="*/ 121536 w 550059"/>
              <a:gd name="connsiteY307" fmla="*/ 296964 h 736847"/>
              <a:gd name="connsiteX308" fmla="*/ 130673 w 550059"/>
              <a:gd name="connsiteY308" fmla="*/ 298364 h 736847"/>
              <a:gd name="connsiteX309" fmla="*/ 126694 w 550059"/>
              <a:gd name="connsiteY309" fmla="*/ 305291 h 736847"/>
              <a:gd name="connsiteX310" fmla="*/ 117704 w 550059"/>
              <a:gd name="connsiteY310" fmla="*/ 327766 h 736847"/>
              <a:gd name="connsiteX311" fmla="*/ 118367 w 550059"/>
              <a:gd name="connsiteY311" fmla="*/ 328282 h 736847"/>
              <a:gd name="connsiteX312" fmla="*/ 125147 w 550059"/>
              <a:gd name="connsiteY312" fmla="*/ 326734 h 736847"/>
              <a:gd name="connsiteX313" fmla="*/ 131189 w 550059"/>
              <a:gd name="connsiteY313" fmla="*/ 323861 h 736847"/>
              <a:gd name="connsiteX314" fmla="*/ 132958 w 550059"/>
              <a:gd name="connsiteY314" fmla="*/ 321281 h 736847"/>
              <a:gd name="connsiteX315" fmla="*/ 134284 w 550059"/>
              <a:gd name="connsiteY315" fmla="*/ 317965 h 736847"/>
              <a:gd name="connsiteX316" fmla="*/ 142095 w 550059"/>
              <a:gd name="connsiteY316" fmla="*/ 304480 h 736847"/>
              <a:gd name="connsiteX317" fmla="*/ 155359 w 550059"/>
              <a:gd name="connsiteY317" fmla="*/ 296670 h 736847"/>
              <a:gd name="connsiteX318" fmla="*/ 163170 w 550059"/>
              <a:gd name="connsiteY318" fmla="*/ 299175 h 736847"/>
              <a:gd name="connsiteX319" fmla="*/ 159043 w 550059"/>
              <a:gd name="connsiteY319" fmla="*/ 305512 h 736847"/>
              <a:gd name="connsiteX320" fmla="*/ 147695 w 550059"/>
              <a:gd name="connsiteY320" fmla="*/ 322903 h 736847"/>
              <a:gd name="connsiteX321" fmla="*/ 148285 w 550059"/>
              <a:gd name="connsiteY321" fmla="*/ 323492 h 736847"/>
              <a:gd name="connsiteX322" fmla="*/ 156022 w 550059"/>
              <a:gd name="connsiteY322" fmla="*/ 323124 h 736847"/>
              <a:gd name="connsiteX323" fmla="*/ 170244 w 550059"/>
              <a:gd name="connsiteY323" fmla="*/ 318850 h 736847"/>
              <a:gd name="connsiteX324" fmla="*/ 170391 w 550059"/>
              <a:gd name="connsiteY324" fmla="*/ 261373 h 736847"/>
              <a:gd name="connsiteX325" fmla="*/ 72975 w 550059"/>
              <a:gd name="connsiteY325" fmla="*/ 286058 h 736847"/>
              <a:gd name="connsiteX326" fmla="*/ 72681 w 550059"/>
              <a:gd name="connsiteY326" fmla="*/ 286648 h 736847"/>
              <a:gd name="connsiteX327" fmla="*/ 68038 w 550059"/>
              <a:gd name="connsiteY327" fmla="*/ 297996 h 736847"/>
              <a:gd name="connsiteX328" fmla="*/ 55364 w 550059"/>
              <a:gd name="connsiteY328" fmla="*/ 296227 h 736847"/>
              <a:gd name="connsiteX329" fmla="*/ 54848 w 550059"/>
              <a:gd name="connsiteY329" fmla="*/ 296154 h 736847"/>
              <a:gd name="connsiteX330" fmla="*/ 41437 w 550059"/>
              <a:gd name="connsiteY330" fmla="*/ 292396 h 736847"/>
              <a:gd name="connsiteX331" fmla="*/ 44237 w 550059"/>
              <a:gd name="connsiteY331" fmla="*/ 278542 h 736847"/>
              <a:gd name="connsiteX332" fmla="*/ 44384 w 550059"/>
              <a:gd name="connsiteY332" fmla="*/ 278026 h 736847"/>
              <a:gd name="connsiteX333" fmla="*/ 61554 w 550059"/>
              <a:gd name="connsiteY333" fmla="*/ 269036 h 736847"/>
              <a:gd name="connsiteX334" fmla="*/ 62143 w 550059"/>
              <a:gd name="connsiteY334" fmla="*/ 269110 h 736847"/>
              <a:gd name="connsiteX335" fmla="*/ 64796 w 550059"/>
              <a:gd name="connsiteY335" fmla="*/ 267784 h 736847"/>
              <a:gd name="connsiteX336" fmla="*/ 68333 w 550059"/>
              <a:gd name="connsiteY336" fmla="*/ 261078 h 736847"/>
              <a:gd name="connsiteX337" fmla="*/ 76144 w 550059"/>
              <a:gd name="connsiteY337" fmla="*/ 234403 h 736847"/>
              <a:gd name="connsiteX338" fmla="*/ 85429 w 550059"/>
              <a:gd name="connsiteY338" fmla="*/ 233003 h 736847"/>
              <a:gd name="connsiteX339" fmla="*/ 84618 w 550059"/>
              <a:gd name="connsiteY339" fmla="*/ 240224 h 736847"/>
              <a:gd name="connsiteX340" fmla="*/ 83144 w 550059"/>
              <a:gd name="connsiteY340" fmla="*/ 259162 h 736847"/>
              <a:gd name="connsiteX341" fmla="*/ 83881 w 550059"/>
              <a:gd name="connsiteY341" fmla="*/ 259531 h 736847"/>
              <a:gd name="connsiteX342" fmla="*/ 92798 w 550059"/>
              <a:gd name="connsiteY342" fmla="*/ 256141 h 736847"/>
              <a:gd name="connsiteX343" fmla="*/ 99135 w 550059"/>
              <a:gd name="connsiteY343" fmla="*/ 247446 h 736847"/>
              <a:gd name="connsiteX344" fmla="*/ 114978 w 550059"/>
              <a:gd name="connsiteY344" fmla="*/ 218486 h 736847"/>
              <a:gd name="connsiteX345" fmla="*/ 124852 w 550059"/>
              <a:gd name="connsiteY345" fmla="*/ 218412 h 736847"/>
              <a:gd name="connsiteX346" fmla="*/ 121168 w 550059"/>
              <a:gd name="connsiteY346" fmla="*/ 227181 h 736847"/>
              <a:gd name="connsiteX347" fmla="*/ 115272 w 550059"/>
              <a:gd name="connsiteY347" fmla="*/ 249067 h 736847"/>
              <a:gd name="connsiteX348" fmla="*/ 115936 w 550059"/>
              <a:gd name="connsiteY348" fmla="*/ 249509 h 736847"/>
              <a:gd name="connsiteX349" fmla="*/ 125220 w 550059"/>
              <a:gd name="connsiteY349" fmla="*/ 247446 h 736847"/>
              <a:gd name="connsiteX350" fmla="*/ 134063 w 550059"/>
              <a:gd name="connsiteY350" fmla="*/ 238308 h 736847"/>
              <a:gd name="connsiteX351" fmla="*/ 158380 w 550059"/>
              <a:gd name="connsiteY351" fmla="*/ 211707 h 736847"/>
              <a:gd name="connsiteX352" fmla="*/ 168254 w 550059"/>
              <a:gd name="connsiteY352" fmla="*/ 213844 h 736847"/>
              <a:gd name="connsiteX353" fmla="*/ 162359 w 550059"/>
              <a:gd name="connsiteY353" fmla="*/ 221213 h 736847"/>
              <a:gd name="connsiteX354" fmla="*/ 149832 w 550059"/>
              <a:gd name="connsiteY354" fmla="*/ 243909 h 736847"/>
              <a:gd name="connsiteX355" fmla="*/ 150422 w 550059"/>
              <a:gd name="connsiteY355" fmla="*/ 244498 h 736847"/>
              <a:gd name="connsiteX356" fmla="*/ 158012 w 550059"/>
              <a:gd name="connsiteY356" fmla="*/ 244277 h 736847"/>
              <a:gd name="connsiteX357" fmla="*/ 169654 w 550059"/>
              <a:gd name="connsiteY357" fmla="*/ 238529 h 736847"/>
              <a:gd name="connsiteX358" fmla="*/ 199498 w 550059"/>
              <a:gd name="connsiteY358" fmla="*/ 222686 h 736847"/>
              <a:gd name="connsiteX359" fmla="*/ 207604 w 550059"/>
              <a:gd name="connsiteY359" fmla="*/ 227402 h 736847"/>
              <a:gd name="connsiteX360" fmla="*/ 200825 w 550059"/>
              <a:gd name="connsiteY360" fmla="*/ 232561 h 736847"/>
              <a:gd name="connsiteX361" fmla="*/ 186013 w 550059"/>
              <a:gd name="connsiteY361" fmla="*/ 242582 h 736847"/>
              <a:gd name="connsiteX362" fmla="*/ 271197 w 550059"/>
              <a:gd name="connsiteY362" fmla="*/ 242582 h 736847"/>
              <a:gd name="connsiteX363" fmla="*/ 271197 w 550059"/>
              <a:gd name="connsiteY363" fmla="*/ 99700 h 736847"/>
              <a:gd name="connsiteX364" fmla="*/ 221826 w 550059"/>
              <a:gd name="connsiteY364" fmla="*/ 101543 h 736847"/>
              <a:gd name="connsiteX365" fmla="*/ 184318 w 550059"/>
              <a:gd name="connsiteY365" fmla="*/ 105080 h 736847"/>
              <a:gd name="connsiteX366" fmla="*/ 140842 w 550059"/>
              <a:gd name="connsiteY366" fmla="*/ 111564 h 736847"/>
              <a:gd name="connsiteX367" fmla="*/ 10856 w 550059"/>
              <a:gd name="connsiteY367" fmla="*/ 150914 h 736847"/>
              <a:gd name="connsiteX368" fmla="*/ 13509 w 550059"/>
              <a:gd name="connsiteY368" fmla="*/ 282669 h 736847"/>
              <a:gd name="connsiteX369" fmla="*/ 19846 w 550059"/>
              <a:gd name="connsiteY369" fmla="*/ 391801 h 736847"/>
              <a:gd name="connsiteX370" fmla="*/ 202519 w 550059"/>
              <a:gd name="connsiteY370" fmla="*/ 227623 h 736847"/>
              <a:gd name="connsiteX371" fmla="*/ 199719 w 550059"/>
              <a:gd name="connsiteY371" fmla="*/ 229024 h 736847"/>
              <a:gd name="connsiteX372" fmla="*/ 179823 w 550059"/>
              <a:gd name="connsiteY372" fmla="*/ 242951 h 736847"/>
              <a:gd name="connsiteX373" fmla="*/ 183434 w 550059"/>
              <a:gd name="connsiteY373" fmla="*/ 242951 h 736847"/>
              <a:gd name="connsiteX374" fmla="*/ 200014 w 550059"/>
              <a:gd name="connsiteY374" fmla="*/ 231161 h 736847"/>
              <a:gd name="connsiteX375" fmla="*/ 205246 w 550059"/>
              <a:gd name="connsiteY375" fmla="*/ 227476 h 736847"/>
              <a:gd name="connsiteX376" fmla="*/ 199204 w 550059"/>
              <a:gd name="connsiteY376" fmla="*/ 224823 h 736847"/>
              <a:gd name="connsiteX377" fmla="*/ 170760 w 550059"/>
              <a:gd name="connsiteY377" fmla="*/ 240003 h 736847"/>
              <a:gd name="connsiteX378" fmla="*/ 157864 w 550059"/>
              <a:gd name="connsiteY378" fmla="*/ 246414 h 736847"/>
              <a:gd name="connsiteX379" fmla="*/ 149611 w 550059"/>
              <a:gd name="connsiteY379" fmla="*/ 246635 h 736847"/>
              <a:gd name="connsiteX380" fmla="*/ 148064 w 550059"/>
              <a:gd name="connsiteY380" fmla="*/ 246267 h 736847"/>
              <a:gd name="connsiteX381" fmla="*/ 147695 w 550059"/>
              <a:gd name="connsiteY381" fmla="*/ 244719 h 736847"/>
              <a:gd name="connsiteX382" fmla="*/ 161107 w 550059"/>
              <a:gd name="connsiteY382" fmla="*/ 219960 h 736847"/>
              <a:gd name="connsiteX383" fmla="*/ 166044 w 550059"/>
              <a:gd name="connsiteY383" fmla="*/ 214581 h 736847"/>
              <a:gd name="connsiteX384" fmla="*/ 158675 w 550059"/>
              <a:gd name="connsiteY384" fmla="*/ 213770 h 736847"/>
              <a:gd name="connsiteX385" fmla="*/ 135684 w 550059"/>
              <a:gd name="connsiteY385" fmla="*/ 239119 h 736847"/>
              <a:gd name="connsiteX386" fmla="*/ 134358 w 550059"/>
              <a:gd name="connsiteY386" fmla="*/ 242730 h 736847"/>
              <a:gd name="connsiteX387" fmla="*/ 132368 w 550059"/>
              <a:gd name="connsiteY387" fmla="*/ 245898 h 736847"/>
              <a:gd name="connsiteX388" fmla="*/ 125589 w 550059"/>
              <a:gd name="connsiteY388" fmla="*/ 249435 h 736847"/>
              <a:gd name="connsiteX389" fmla="*/ 115641 w 550059"/>
              <a:gd name="connsiteY389" fmla="*/ 251646 h 736847"/>
              <a:gd name="connsiteX390" fmla="*/ 114093 w 550059"/>
              <a:gd name="connsiteY390" fmla="*/ 251572 h 736847"/>
              <a:gd name="connsiteX391" fmla="*/ 113430 w 550059"/>
              <a:gd name="connsiteY391" fmla="*/ 250098 h 736847"/>
              <a:gd name="connsiteX392" fmla="*/ 119694 w 550059"/>
              <a:gd name="connsiteY392" fmla="*/ 226150 h 736847"/>
              <a:gd name="connsiteX393" fmla="*/ 123157 w 550059"/>
              <a:gd name="connsiteY393" fmla="*/ 219665 h 736847"/>
              <a:gd name="connsiteX394" fmla="*/ 115862 w 550059"/>
              <a:gd name="connsiteY394" fmla="*/ 220255 h 736847"/>
              <a:gd name="connsiteX395" fmla="*/ 100977 w 550059"/>
              <a:gd name="connsiteY395" fmla="*/ 247814 h 736847"/>
              <a:gd name="connsiteX396" fmla="*/ 99061 w 550059"/>
              <a:gd name="connsiteY396" fmla="*/ 254299 h 736847"/>
              <a:gd name="connsiteX397" fmla="*/ 93534 w 550059"/>
              <a:gd name="connsiteY397" fmla="*/ 258057 h 736847"/>
              <a:gd name="connsiteX398" fmla="*/ 84029 w 550059"/>
              <a:gd name="connsiteY398" fmla="*/ 261668 h 736847"/>
              <a:gd name="connsiteX399" fmla="*/ 81597 w 550059"/>
              <a:gd name="connsiteY399" fmla="*/ 260489 h 736847"/>
              <a:gd name="connsiteX400" fmla="*/ 82923 w 550059"/>
              <a:gd name="connsiteY400" fmla="*/ 239635 h 736847"/>
              <a:gd name="connsiteX401" fmla="*/ 83660 w 550059"/>
              <a:gd name="connsiteY401" fmla="*/ 234182 h 736847"/>
              <a:gd name="connsiteX402" fmla="*/ 77397 w 550059"/>
              <a:gd name="connsiteY402" fmla="*/ 235803 h 736847"/>
              <a:gd name="connsiteX403" fmla="*/ 70175 w 550059"/>
              <a:gd name="connsiteY403" fmla="*/ 261004 h 736847"/>
              <a:gd name="connsiteX404" fmla="*/ 65680 w 550059"/>
              <a:gd name="connsiteY404" fmla="*/ 269479 h 736847"/>
              <a:gd name="connsiteX405" fmla="*/ 62069 w 550059"/>
              <a:gd name="connsiteY405" fmla="*/ 271321 h 736847"/>
              <a:gd name="connsiteX406" fmla="*/ 61038 w 550059"/>
              <a:gd name="connsiteY406" fmla="*/ 271173 h 736847"/>
              <a:gd name="connsiteX407" fmla="*/ 46448 w 550059"/>
              <a:gd name="connsiteY407" fmla="*/ 278616 h 736847"/>
              <a:gd name="connsiteX408" fmla="*/ 46153 w 550059"/>
              <a:gd name="connsiteY408" fmla="*/ 279500 h 736847"/>
              <a:gd name="connsiteX409" fmla="*/ 43058 w 550059"/>
              <a:gd name="connsiteY409" fmla="*/ 291585 h 736847"/>
              <a:gd name="connsiteX410" fmla="*/ 55069 w 550059"/>
              <a:gd name="connsiteY410" fmla="*/ 294311 h 736847"/>
              <a:gd name="connsiteX411" fmla="*/ 56027 w 550059"/>
              <a:gd name="connsiteY411" fmla="*/ 294533 h 736847"/>
              <a:gd name="connsiteX412" fmla="*/ 67301 w 550059"/>
              <a:gd name="connsiteY412" fmla="*/ 296596 h 736847"/>
              <a:gd name="connsiteX413" fmla="*/ 70617 w 550059"/>
              <a:gd name="connsiteY413" fmla="*/ 286279 h 736847"/>
              <a:gd name="connsiteX414" fmla="*/ 71059 w 550059"/>
              <a:gd name="connsiteY414" fmla="*/ 285248 h 736847"/>
              <a:gd name="connsiteX415" fmla="*/ 170465 w 550059"/>
              <a:gd name="connsiteY415" fmla="*/ 259752 h 736847"/>
              <a:gd name="connsiteX416" fmla="*/ 170465 w 550059"/>
              <a:gd name="connsiteY416" fmla="*/ 256804 h 736847"/>
              <a:gd name="connsiteX417" fmla="*/ 68407 w 550059"/>
              <a:gd name="connsiteY417" fmla="*/ 283332 h 736847"/>
              <a:gd name="connsiteX418" fmla="*/ 67228 w 550059"/>
              <a:gd name="connsiteY418" fmla="*/ 286353 h 736847"/>
              <a:gd name="connsiteX419" fmla="*/ 65312 w 550059"/>
              <a:gd name="connsiteY419" fmla="*/ 293869 h 736847"/>
              <a:gd name="connsiteX420" fmla="*/ 57648 w 550059"/>
              <a:gd name="connsiteY420" fmla="*/ 292175 h 736847"/>
              <a:gd name="connsiteX421" fmla="*/ 53890 w 550059"/>
              <a:gd name="connsiteY421" fmla="*/ 291438 h 736847"/>
              <a:gd name="connsiteX422" fmla="*/ 45490 w 550059"/>
              <a:gd name="connsiteY422" fmla="*/ 289890 h 736847"/>
              <a:gd name="connsiteX423" fmla="*/ 47995 w 550059"/>
              <a:gd name="connsiteY423" fmla="*/ 281932 h 736847"/>
              <a:gd name="connsiteX424" fmla="*/ 49248 w 550059"/>
              <a:gd name="connsiteY424" fmla="*/ 278100 h 736847"/>
              <a:gd name="connsiteX425" fmla="*/ 51679 w 550059"/>
              <a:gd name="connsiteY425" fmla="*/ 271837 h 736847"/>
              <a:gd name="connsiteX426" fmla="*/ 59196 w 550059"/>
              <a:gd name="connsiteY426" fmla="*/ 273900 h 736847"/>
              <a:gd name="connsiteX427" fmla="*/ 62364 w 550059"/>
              <a:gd name="connsiteY427" fmla="*/ 274563 h 736847"/>
              <a:gd name="connsiteX428" fmla="*/ 67154 w 550059"/>
              <a:gd name="connsiteY428" fmla="*/ 272205 h 736847"/>
              <a:gd name="connsiteX429" fmla="*/ 73196 w 550059"/>
              <a:gd name="connsiteY429" fmla="*/ 260931 h 736847"/>
              <a:gd name="connsiteX430" fmla="*/ 79239 w 550059"/>
              <a:gd name="connsiteY430" fmla="*/ 237350 h 736847"/>
              <a:gd name="connsiteX431" fmla="*/ 81523 w 550059"/>
              <a:gd name="connsiteY431" fmla="*/ 236319 h 736847"/>
              <a:gd name="connsiteX432" fmla="*/ 81007 w 550059"/>
              <a:gd name="connsiteY432" fmla="*/ 238603 h 736847"/>
              <a:gd name="connsiteX433" fmla="*/ 79018 w 550059"/>
              <a:gd name="connsiteY433" fmla="*/ 261741 h 736847"/>
              <a:gd name="connsiteX434" fmla="*/ 84765 w 550059"/>
              <a:gd name="connsiteY434" fmla="*/ 264541 h 736847"/>
              <a:gd name="connsiteX435" fmla="*/ 92798 w 550059"/>
              <a:gd name="connsiteY435" fmla="*/ 261594 h 736847"/>
              <a:gd name="connsiteX436" fmla="*/ 94640 w 550059"/>
              <a:gd name="connsiteY436" fmla="*/ 260857 h 736847"/>
              <a:gd name="connsiteX437" fmla="*/ 100608 w 550059"/>
              <a:gd name="connsiteY437" fmla="*/ 257394 h 736847"/>
              <a:gd name="connsiteX438" fmla="*/ 102967 w 550059"/>
              <a:gd name="connsiteY438" fmla="*/ 253562 h 736847"/>
              <a:gd name="connsiteX439" fmla="*/ 103998 w 550059"/>
              <a:gd name="connsiteY439" fmla="*/ 248330 h 736847"/>
              <a:gd name="connsiteX440" fmla="*/ 117188 w 550059"/>
              <a:gd name="connsiteY440" fmla="*/ 222244 h 736847"/>
              <a:gd name="connsiteX441" fmla="*/ 120578 w 550059"/>
              <a:gd name="connsiteY441" fmla="*/ 221434 h 736847"/>
              <a:gd name="connsiteX442" fmla="*/ 118515 w 550059"/>
              <a:gd name="connsiteY442" fmla="*/ 224381 h 736847"/>
              <a:gd name="connsiteX443" fmla="*/ 110777 w 550059"/>
              <a:gd name="connsiteY443" fmla="*/ 251056 h 736847"/>
              <a:gd name="connsiteX444" fmla="*/ 116009 w 550059"/>
              <a:gd name="connsiteY444" fmla="*/ 254667 h 736847"/>
              <a:gd name="connsiteX445" fmla="*/ 126547 w 550059"/>
              <a:gd name="connsiteY445" fmla="*/ 252309 h 736847"/>
              <a:gd name="connsiteX446" fmla="*/ 133474 w 550059"/>
              <a:gd name="connsiteY446" fmla="*/ 249288 h 736847"/>
              <a:gd name="connsiteX447" fmla="*/ 136642 w 550059"/>
              <a:gd name="connsiteY447" fmla="*/ 245530 h 736847"/>
              <a:gd name="connsiteX448" fmla="*/ 138779 w 550059"/>
              <a:gd name="connsiteY448" fmla="*/ 240150 h 736847"/>
              <a:gd name="connsiteX449" fmla="*/ 159780 w 550059"/>
              <a:gd name="connsiteY449" fmla="*/ 215612 h 736847"/>
              <a:gd name="connsiteX450" fmla="*/ 163612 w 550059"/>
              <a:gd name="connsiteY450" fmla="*/ 215318 h 736847"/>
              <a:gd name="connsiteX451" fmla="*/ 160738 w 550059"/>
              <a:gd name="connsiteY451" fmla="*/ 217897 h 736847"/>
              <a:gd name="connsiteX452" fmla="*/ 145116 w 550059"/>
              <a:gd name="connsiteY452" fmla="*/ 245161 h 736847"/>
              <a:gd name="connsiteX453" fmla="*/ 149611 w 550059"/>
              <a:gd name="connsiteY453" fmla="*/ 249730 h 736847"/>
              <a:gd name="connsiteX454" fmla="*/ 158380 w 550059"/>
              <a:gd name="connsiteY454" fmla="*/ 249435 h 736847"/>
              <a:gd name="connsiteX455" fmla="*/ 170760 w 550059"/>
              <a:gd name="connsiteY455" fmla="*/ 244940 h 736847"/>
              <a:gd name="connsiteX456" fmla="*/ 173413 w 550059"/>
              <a:gd name="connsiteY456" fmla="*/ 242066 h 736847"/>
              <a:gd name="connsiteX457" fmla="*/ 199793 w 550059"/>
              <a:gd name="connsiteY457" fmla="*/ 226887 h 736847"/>
              <a:gd name="connsiteX458" fmla="*/ 202519 w 550059"/>
              <a:gd name="connsiteY458" fmla="*/ 227623 h 736847"/>
              <a:gd name="connsiteX459" fmla="*/ 80713 w 550059"/>
              <a:gd name="connsiteY459" fmla="*/ 541610 h 736847"/>
              <a:gd name="connsiteX460" fmla="*/ 85576 w 550059"/>
              <a:gd name="connsiteY460" fmla="*/ 533651 h 736847"/>
              <a:gd name="connsiteX461" fmla="*/ 81302 w 550059"/>
              <a:gd name="connsiteY461" fmla="*/ 525693 h 736847"/>
              <a:gd name="connsiteX462" fmla="*/ 72386 w 550059"/>
              <a:gd name="connsiteY462" fmla="*/ 525693 h 736847"/>
              <a:gd name="connsiteX463" fmla="*/ 67522 w 550059"/>
              <a:gd name="connsiteY463" fmla="*/ 533799 h 736847"/>
              <a:gd name="connsiteX464" fmla="*/ 71649 w 550059"/>
              <a:gd name="connsiteY464" fmla="*/ 541683 h 736847"/>
              <a:gd name="connsiteX465" fmla="*/ 80713 w 550059"/>
              <a:gd name="connsiteY465" fmla="*/ 541610 h 736847"/>
              <a:gd name="connsiteX466" fmla="*/ 88745 w 550059"/>
              <a:gd name="connsiteY466" fmla="*/ 512724 h 736847"/>
              <a:gd name="connsiteX467" fmla="*/ 97587 w 550059"/>
              <a:gd name="connsiteY467" fmla="*/ 512724 h 736847"/>
              <a:gd name="connsiteX468" fmla="*/ 102009 w 550059"/>
              <a:gd name="connsiteY468" fmla="*/ 504766 h 736847"/>
              <a:gd name="connsiteX469" fmla="*/ 97514 w 550059"/>
              <a:gd name="connsiteY469" fmla="*/ 496734 h 736847"/>
              <a:gd name="connsiteX470" fmla="*/ 88671 w 550059"/>
              <a:gd name="connsiteY470" fmla="*/ 496734 h 736847"/>
              <a:gd name="connsiteX471" fmla="*/ 84250 w 550059"/>
              <a:gd name="connsiteY471" fmla="*/ 504692 h 736847"/>
              <a:gd name="connsiteX472" fmla="*/ 88745 w 550059"/>
              <a:gd name="connsiteY472" fmla="*/ 512724 h 736847"/>
              <a:gd name="connsiteX473" fmla="*/ 81597 w 550059"/>
              <a:gd name="connsiteY473" fmla="*/ 506313 h 736847"/>
              <a:gd name="connsiteX474" fmla="*/ 72754 w 550059"/>
              <a:gd name="connsiteY474" fmla="*/ 506313 h 736847"/>
              <a:gd name="connsiteX475" fmla="*/ 68186 w 550059"/>
              <a:gd name="connsiteY475" fmla="*/ 514271 h 736847"/>
              <a:gd name="connsiteX476" fmla="*/ 72460 w 550059"/>
              <a:gd name="connsiteY476" fmla="*/ 522230 h 736847"/>
              <a:gd name="connsiteX477" fmla="*/ 81376 w 550059"/>
              <a:gd name="connsiteY477" fmla="*/ 522230 h 736847"/>
              <a:gd name="connsiteX478" fmla="*/ 85945 w 550059"/>
              <a:gd name="connsiteY478" fmla="*/ 514271 h 736847"/>
              <a:gd name="connsiteX479" fmla="*/ 81597 w 550059"/>
              <a:gd name="connsiteY479" fmla="*/ 506313 h 736847"/>
              <a:gd name="connsiteX480" fmla="*/ 120357 w 550059"/>
              <a:gd name="connsiteY480" fmla="*/ 477427 h 736847"/>
              <a:gd name="connsiteX481" fmla="*/ 116083 w 550059"/>
              <a:gd name="connsiteY481" fmla="*/ 485386 h 736847"/>
              <a:gd name="connsiteX482" fmla="*/ 120652 w 550059"/>
              <a:gd name="connsiteY482" fmla="*/ 493418 h 736847"/>
              <a:gd name="connsiteX483" fmla="*/ 129494 w 550059"/>
              <a:gd name="connsiteY483" fmla="*/ 493418 h 736847"/>
              <a:gd name="connsiteX484" fmla="*/ 133768 w 550059"/>
              <a:gd name="connsiteY484" fmla="*/ 485459 h 736847"/>
              <a:gd name="connsiteX485" fmla="*/ 129200 w 550059"/>
              <a:gd name="connsiteY485" fmla="*/ 477427 h 736847"/>
              <a:gd name="connsiteX486" fmla="*/ 120357 w 550059"/>
              <a:gd name="connsiteY486" fmla="*/ 477427 h 736847"/>
              <a:gd name="connsiteX487" fmla="*/ 197509 w 550059"/>
              <a:gd name="connsiteY487" fmla="*/ 533651 h 736847"/>
              <a:gd name="connsiteX488" fmla="*/ 202077 w 550059"/>
              <a:gd name="connsiteY488" fmla="*/ 541610 h 736847"/>
              <a:gd name="connsiteX489" fmla="*/ 210994 w 550059"/>
              <a:gd name="connsiteY489" fmla="*/ 541610 h 736847"/>
              <a:gd name="connsiteX490" fmla="*/ 215341 w 550059"/>
              <a:gd name="connsiteY490" fmla="*/ 533651 h 736847"/>
              <a:gd name="connsiteX491" fmla="*/ 210773 w 550059"/>
              <a:gd name="connsiteY491" fmla="*/ 525693 h 736847"/>
              <a:gd name="connsiteX492" fmla="*/ 201856 w 550059"/>
              <a:gd name="connsiteY492" fmla="*/ 525693 h 736847"/>
              <a:gd name="connsiteX493" fmla="*/ 197509 w 550059"/>
              <a:gd name="connsiteY493" fmla="*/ 533651 h 736847"/>
              <a:gd name="connsiteX494" fmla="*/ 199056 w 550059"/>
              <a:gd name="connsiteY494" fmla="*/ 524072 h 736847"/>
              <a:gd name="connsiteX495" fmla="*/ 194487 w 550059"/>
              <a:gd name="connsiteY495" fmla="*/ 516114 h 736847"/>
              <a:gd name="connsiteX496" fmla="*/ 185571 w 550059"/>
              <a:gd name="connsiteY496" fmla="*/ 516114 h 736847"/>
              <a:gd name="connsiteX497" fmla="*/ 181224 w 550059"/>
              <a:gd name="connsiteY497" fmla="*/ 524072 h 736847"/>
              <a:gd name="connsiteX498" fmla="*/ 185792 w 550059"/>
              <a:gd name="connsiteY498" fmla="*/ 532030 h 736847"/>
              <a:gd name="connsiteX499" fmla="*/ 194709 w 550059"/>
              <a:gd name="connsiteY499" fmla="*/ 532030 h 736847"/>
              <a:gd name="connsiteX500" fmla="*/ 199056 w 550059"/>
              <a:gd name="connsiteY500" fmla="*/ 524072 h 736847"/>
              <a:gd name="connsiteX501" fmla="*/ 218068 w 550059"/>
              <a:gd name="connsiteY501" fmla="*/ 532030 h 736847"/>
              <a:gd name="connsiteX502" fmla="*/ 226984 w 550059"/>
              <a:gd name="connsiteY502" fmla="*/ 532030 h 736847"/>
              <a:gd name="connsiteX503" fmla="*/ 231332 w 550059"/>
              <a:gd name="connsiteY503" fmla="*/ 524072 h 736847"/>
              <a:gd name="connsiteX504" fmla="*/ 226763 w 550059"/>
              <a:gd name="connsiteY504" fmla="*/ 516114 h 736847"/>
              <a:gd name="connsiteX505" fmla="*/ 217847 w 550059"/>
              <a:gd name="connsiteY505" fmla="*/ 516114 h 736847"/>
              <a:gd name="connsiteX506" fmla="*/ 213499 w 550059"/>
              <a:gd name="connsiteY506" fmla="*/ 524072 h 736847"/>
              <a:gd name="connsiteX507" fmla="*/ 218068 w 550059"/>
              <a:gd name="connsiteY507" fmla="*/ 532030 h 736847"/>
              <a:gd name="connsiteX508" fmla="*/ 215120 w 550059"/>
              <a:gd name="connsiteY508" fmla="*/ 514419 h 736847"/>
              <a:gd name="connsiteX509" fmla="*/ 210552 w 550059"/>
              <a:gd name="connsiteY509" fmla="*/ 506460 h 736847"/>
              <a:gd name="connsiteX510" fmla="*/ 201562 w 550059"/>
              <a:gd name="connsiteY510" fmla="*/ 506460 h 736847"/>
              <a:gd name="connsiteX511" fmla="*/ 197214 w 550059"/>
              <a:gd name="connsiteY511" fmla="*/ 514419 h 736847"/>
              <a:gd name="connsiteX512" fmla="*/ 201783 w 550059"/>
              <a:gd name="connsiteY512" fmla="*/ 522377 h 736847"/>
              <a:gd name="connsiteX513" fmla="*/ 210699 w 550059"/>
              <a:gd name="connsiteY513" fmla="*/ 522377 h 736847"/>
              <a:gd name="connsiteX514" fmla="*/ 215120 w 550059"/>
              <a:gd name="connsiteY514" fmla="*/ 514419 h 736847"/>
              <a:gd name="connsiteX515" fmla="*/ 198761 w 550059"/>
              <a:gd name="connsiteY515" fmla="*/ 504766 h 736847"/>
              <a:gd name="connsiteX516" fmla="*/ 194119 w 550059"/>
              <a:gd name="connsiteY516" fmla="*/ 496807 h 736847"/>
              <a:gd name="connsiteX517" fmla="*/ 185129 w 550059"/>
              <a:gd name="connsiteY517" fmla="*/ 496807 h 736847"/>
              <a:gd name="connsiteX518" fmla="*/ 180781 w 550059"/>
              <a:gd name="connsiteY518" fmla="*/ 504766 h 736847"/>
              <a:gd name="connsiteX519" fmla="*/ 185424 w 550059"/>
              <a:gd name="connsiteY519" fmla="*/ 512724 h 736847"/>
              <a:gd name="connsiteX520" fmla="*/ 194340 w 550059"/>
              <a:gd name="connsiteY520" fmla="*/ 512724 h 736847"/>
              <a:gd name="connsiteX521" fmla="*/ 198761 w 550059"/>
              <a:gd name="connsiteY521" fmla="*/ 504766 h 736847"/>
              <a:gd name="connsiteX522" fmla="*/ 178129 w 550059"/>
              <a:gd name="connsiteY522" fmla="*/ 506387 h 736847"/>
              <a:gd name="connsiteX523" fmla="*/ 169212 w 550059"/>
              <a:gd name="connsiteY523" fmla="*/ 506387 h 736847"/>
              <a:gd name="connsiteX524" fmla="*/ 164865 w 550059"/>
              <a:gd name="connsiteY524" fmla="*/ 514345 h 736847"/>
              <a:gd name="connsiteX525" fmla="*/ 169433 w 550059"/>
              <a:gd name="connsiteY525" fmla="*/ 522303 h 736847"/>
              <a:gd name="connsiteX526" fmla="*/ 178350 w 550059"/>
              <a:gd name="connsiteY526" fmla="*/ 522303 h 736847"/>
              <a:gd name="connsiteX527" fmla="*/ 182697 w 550059"/>
              <a:gd name="connsiteY527" fmla="*/ 514345 h 736847"/>
              <a:gd name="connsiteX528" fmla="*/ 178129 w 550059"/>
              <a:gd name="connsiteY528" fmla="*/ 506387 h 736847"/>
              <a:gd name="connsiteX529" fmla="*/ 166412 w 550059"/>
              <a:gd name="connsiteY529" fmla="*/ 504766 h 736847"/>
              <a:gd name="connsiteX530" fmla="*/ 161770 w 550059"/>
              <a:gd name="connsiteY530" fmla="*/ 496807 h 736847"/>
              <a:gd name="connsiteX531" fmla="*/ 152854 w 550059"/>
              <a:gd name="connsiteY531" fmla="*/ 496807 h 736847"/>
              <a:gd name="connsiteX532" fmla="*/ 148506 w 550059"/>
              <a:gd name="connsiteY532" fmla="*/ 504766 h 736847"/>
              <a:gd name="connsiteX533" fmla="*/ 153075 w 550059"/>
              <a:gd name="connsiteY533" fmla="*/ 512724 h 736847"/>
              <a:gd name="connsiteX534" fmla="*/ 161991 w 550059"/>
              <a:gd name="connsiteY534" fmla="*/ 512724 h 736847"/>
              <a:gd name="connsiteX535" fmla="*/ 166412 w 550059"/>
              <a:gd name="connsiteY535" fmla="*/ 504766 h 736847"/>
              <a:gd name="connsiteX536" fmla="*/ 132589 w 550059"/>
              <a:gd name="connsiteY536" fmla="*/ 514345 h 736847"/>
              <a:gd name="connsiteX537" fmla="*/ 137158 w 550059"/>
              <a:gd name="connsiteY537" fmla="*/ 522303 h 736847"/>
              <a:gd name="connsiteX538" fmla="*/ 146074 w 550059"/>
              <a:gd name="connsiteY538" fmla="*/ 522303 h 736847"/>
              <a:gd name="connsiteX539" fmla="*/ 150422 w 550059"/>
              <a:gd name="connsiteY539" fmla="*/ 514345 h 736847"/>
              <a:gd name="connsiteX540" fmla="*/ 145853 w 550059"/>
              <a:gd name="connsiteY540" fmla="*/ 506387 h 736847"/>
              <a:gd name="connsiteX541" fmla="*/ 136937 w 550059"/>
              <a:gd name="connsiteY541" fmla="*/ 506387 h 736847"/>
              <a:gd name="connsiteX542" fmla="*/ 132589 w 550059"/>
              <a:gd name="connsiteY542" fmla="*/ 514345 h 736847"/>
              <a:gd name="connsiteX543" fmla="*/ 134137 w 550059"/>
              <a:gd name="connsiteY543" fmla="*/ 504766 h 736847"/>
              <a:gd name="connsiteX544" fmla="*/ 129568 w 550059"/>
              <a:gd name="connsiteY544" fmla="*/ 496807 h 736847"/>
              <a:gd name="connsiteX545" fmla="*/ 120725 w 550059"/>
              <a:gd name="connsiteY545" fmla="*/ 496807 h 736847"/>
              <a:gd name="connsiteX546" fmla="*/ 116378 w 550059"/>
              <a:gd name="connsiteY546" fmla="*/ 504766 h 736847"/>
              <a:gd name="connsiteX547" fmla="*/ 120873 w 550059"/>
              <a:gd name="connsiteY547" fmla="*/ 512724 h 736847"/>
              <a:gd name="connsiteX548" fmla="*/ 129789 w 550059"/>
              <a:gd name="connsiteY548" fmla="*/ 512724 h 736847"/>
              <a:gd name="connsiteX549" fmla="*/ 134137 w 550059"/>
              <a:gd name="connsiteY549" fmla="*/ 504766 h 736847"/>
              <a:gd name="connsiteX550" fmla="*/ 150053 w 550059"/>
              <a:gd name="connsiteY550" fmla="*/ 495112 h 736847"/>
              <a:gd name="connsiteX551" fmla="*/ 145485 w 550059"/>
              <a:gd name="connsiteY551" fmla="*/ 487154 h 736847"/>
              <a:gd name="connsiteX552" fmla="*/ 136568 w 550059"/>
              <a:gd name="connsiteY552" fmla="*/ 487154 h 736847"/>
              <a:gd name="connsiteX553" fmla="*/ 132294 w 550059"/>
              <a:gd name="connsiteY553" fmla="*/ 495112 h 736847"/>
              <a:gd name="connsiteX554" fmla="*/ 136863 w 550059"/>
              <a:gd name="connsiteY554" fmla="*/ 503071 h 736847"/>
              <a:gd name="connsiteX555" fmla="*/ 145779 w 550059"/>
              <a:gd name="connsiteY555" fmla="*/ 503071 h 736847"/>
              <a:gd name="connsiteX556" fmla="*/ 150053 w 550059"/>
              <a:gd name="connsiteY556" fmla="*/ 495112 h 736847"/>
              <a:gd name="connsiteX557" fmla="*/ 113357 w 550059"/>
              <a:gd name="connsiteY557" fmla="*/ 487080 h 736847"/>
              <a:gd name="connsiteX558" fmla="*/ 104514 w 550059"/>
              <a:gd name="connsiteY558" fmla="*/ 487080 h 736847"/>
              <a:gd name="connsiteX559" fmla="*/ 100166 w 550059"/>
              <a:gd name="connsiteY559" fmla="*/ 495039 h 736847"/>
              <a:gd name="connsiteX560" fmla="*/ 104661 w 550059"/>
              <a:gd name="connsiteY560" fmla="*/ 502997 h 736847"/>
              <a:gd name="connsiteX561" fmla="*/ 113504 w 550059"/>
              <a:gd name="connsiteY561" fmla="*/ 502997 h 736847"/>
              <a:gd name="connsiteX562" fmla="*/ 117852 w 550059"/>
              <a:gd name="connsiteY562" fmla="*/ 495039 h 736847"/>
              <a:gd name="connsiteX563" fmla="*/ 113357 w 550059"/>
              <a:gd name="connsiteY563" fmla="*/ 487080 h 736847"/>
              <a:gd name="connsiteX564" fmla="*/ 100314 w 550059"/>
              <a:gd name="connsiteY564" fmla="*/ 514345 h 736847"/>
              <a:gd name="connsiteX565" fmla="*/ 104735 w 550059"/>
              <a:gd name="connsiteY565" fmla="*/ 522303 h 736847"/>
              <a:gd name="connsiteX566" fmla="*/ 113651 w 550059"/>
              <a:gd name="connsiteY566" fmla="*/ 522303 h 736847"/>
              <a:gd name="connsiteX567" fmla="*/ 118073 w 550059"/>
              <a:gd name="connsiteY567" fmla="*/ 514345 h 736847"/>
              <a:gd name="connsiteX568" fmla="*/ 113578 w 550059"/>
              <a:gd name="connsiteY568" fmla="*/ 506387 h 736847"/>
              <a:gd name="connsiteX569" fmla="*/ 104735 w 550059"/>
              <a:gd name="connsiteY569" fmla="*/ 506387 h 736847"/>
              <a:gd name="connsiteX570" fmla="*/ 100314 w 550059"/>
              <a:gd name="connsiteY570" fmla="*/ 514345 h 736847"/>
              <a:gd name="connsiteX571" fmla="*/ 116525 w 550059"/>
              <a:gd name="connsiteY571" fmla="*/ 523998 h 736847"/>
              <a:gd name="connsiteX572" fmla="*/ 121020 w 550059"/>
              <a:gd name="connsiteY572" fmla="*/ 531957 h 736847"/>
              <a:gd name="connsiteX573" fmla="*/ 130010 w 550059"/>
              <a:gd name="connsiteY573" fmla="*/ 531957 h 736847"/>
              <a:gd name="connsiteX574" fmla="*/ 134431 w 550059"/>
              <a:gd name="connsiteY574" fmla="*/ 523998 h 736847"/>
              <a:gd name="connsiteX575" fmla="*/ 129863 w 550059"/>
              <a:gd name="connsiteY575" fmla="*/ 516040 h 736847"/>
              <a:gd name="connsiteX576" fmla="*/ 120946 w 550059"/>
              <a:gd name="connsiteY576" fmla="*/ 516040 h 736847"/>
              <a:gd name="connsiteX577" fmla="*/ 116525 w 550059"/>
              <a:gd name="connsiteY577" fmla="*/ 523998 h 736847"/>
              <a:gd name="connsiteX578" fmla="*/ 132737 w 550059"/>
              <a:gd name="connsiteY578" fmla="*/ 533651 h 736847"/>
              <a:gd name="connsiteX579" fmla="*/ 137232 w 550059"/>
              <a:gd name="connsiteY579" fmla="*/ 541610 h 736847"/>
              <a:gd name="connsiteX580" fmla="*/ 146222 w 550059"/>
              <a:gd name="connsiteY580" fmla="*/ 541610 h 736847"/>
              <a:gd name="connsiteX581" fmla="*/ 150643 w 550059"/>
              <a:gd name="connsiteY581" fmla="*/ 533651 h 736847"/>
              <a:gd name="connsiteX582" fmla="*/ 146074 w 550059"/>
              <a:gd name="connsiteY582" fmla="*/ 525693 h 736847"/>
              <a:gd name="connsiteX583" fmla="*/ 137158 w 550059"/>
              <a:gd name="connsiteY583" fmla="*/ 525693 h 736847"/>
              <a:gd name="connsiteX584" fmla="*/ 132737 w 550059"/>
              <a:gd name="connsiteY584" fmla="*/ 533651 h 736847"/>
              <a:gd name="connsiteX585" fmla="*/ 153443 w 550059"/>
              <a:gd name="connsiteY585" fmla="*/ 532030 h 736847"/>
              <a:gd name="connsiteX586" fmla="*/ 162359 w 550059"/>
              <a:gd name="connsiteY586" fmla="*/ 532030 h 736847"/>
              <a:gd name="connsiteX587" fmla="*/ 166707 w 550059"/>
              <a:gd name="connsiteY587" fmla="*/ 524072 h 736847"/>
              <a:gd name="connsiteX588" fmla="*/ 162138 w 550059"/>
              <a:gd name="connsiteY588" fmla="*/ 516114 h 736847"/>
              <a:gd name="connsiteX589" fmla="*/ 153222 w 550059"/>
              <a:gd name="connsiteY589" fmla="*/ 516114 h 736847"/>
              <a:gd name="connsiteX590" fmla="*/ 148874 w 550059"/>
              <a:gd name="connsiteY590" fmla="*/ 524072 h 736847"/>
              <a:gd name="connsiteX591" fmla="*/ 153443 w 550059"/>
              <a:gd name="connsiteY591" fmla="*/ 532030 h 736847"/>
              <a:gd name="connsiteX592" fmla="*/ 165159 w 550059"/>
              <a:gd name="connsiteY592" fmla="*/ 533651 h 736847"/>
              <a:gd name="connsiteX593" fmla="*/ 169728 w 550059"/>
              <a:gd name="connsiteY593" fmla="*/ 541610 h 736847"/>
              <a:gd name="connsiteX594" fmla="*/ 178644 w 550059"/>
              <a:gd name="connsiteY594" fmla="*/ 541610 h 736847"/>
              <a:gd name="connsiteX595" fmla="*/ 182992 w 550059"/>
              <a:gd name="connsiteY595" fmla="*/ 533651 h 736847"/>
              <a:gd name="connsiteX596" fmla="*/ 178423 w 550059"/>
              <a:gd name="connsiteY596" fmla="*/ 525693 h 736847"/>
              <a:gd name="connsiteX597" fmla="*/ 169507 w 550059"/>
              <a:gd name="connsiteY597" fmla="*/ 525693 h 736847"/>
              <a:gd name="connsiteX598" fmla="*/ 165159 w 550059"/>
              <a:gd name="connsiteY598" fmla="*/ 533651 h 736847"/>
              <a:gd name="connsiteX599" fmla="*/ 181445 w 550059"/>
              <a:gd name="connsiteY599" fmla="*/ 543378 h 736847"/>
              <a:gd name="connsiteX600" fmla="*/ 199351 w 550059"/>
              <a:gd name="connsiteY600" fmla="*/ 543378 h 736847"/>
              <a:gd name="connsiteX601" fmla="*/ 194709 w 550059"/>
              <a:gd name="connsiteY601" fmla="*/ 535346 h 736847"/>
              <a:gd name="connsiteX602" fmla="*/ 185792 w 550059"/>
              <a:gd name="connsiteY602" fmla="*/ 535346 h 736847"/>
              <a:gd name="connsiteX603" fmla="*/ 181445 w 550059"/>
              <a:gd name="connsiteY603" fmla="*/ 543378 h 736847"/>
              <a:gd name="connsiteX604" fmla="*/ 213278 w 550059"/>
              <a:gd name="connsiteY604" fmla="*/ 647353 h 736847"/>
              <a:gd name="connsiteX605" fmla="*/ 208562 w 550059"/>
              <a:gd name="connsiteY605" fmla="*/ 639173 h 736847"/>
              <a:gd name="connsiteX606" fmla="*/ 199277 w 550059"/>
              <a:gd name="connsiteY606" fmla="*/ 639173 h 736847"/>
              <a:gd name="connsiteX607" fmla="*/ 194709 w 550059"/>
              <a:gd name="connsiteY607" fmla="*/ 647353 h 736847"/>
              <a:gd name="connsiteX608" fmla="*/ 199425 w 550059"/>
              <a:gd name="connsiteY608" fmla="*/ 655532 h 736847"/>
              <a:gd name="connsiteX609" fmla="*/ 208709 w 550059"/>
              <a:gd name="connsiteY609" fmla="*/ 655532 h 736847"/>
              <a:gd name="connsiteX610" fmla="*/ 213278 w 550059"/>
              <a:gd name="connsiteY610" fmla="*/ 647353 h 736847"/>
              <a:gd name="connsiteX611" fmla="*/ 211509 w 550059"/>
              <a:gd name="connsiteY611" fmla="*/ 657153 h 736847"/>
              <a:gd name="connsiteX612" fmla="*/ 216152 w 550059"/>
              <a:gd name="connsiteY612" fmla="*/ 665333 h 736847"/>
              <a:gd name="connsiteX613" fmla="*/ 225437 w 550059"/>
              <a:gd name="connsiteY613" fmla="*/ 665333 h 736847"/>
              <a:gd name="connsiteX614" fmla="*/ 230005 w 550059"/>
              <a:gd name="connsiteY614" fmla="*/ 657153 h 736847"/>
              <a:gd name="connsiteX615" fmla="*/ 225363 w 550059"/>
              <a:gd name="connsiteY615" fmla="*/ 648974 h 736847"/>
              <a:gd name="connsiteX616" fmla="*/ 216078 w 550059"/>
              <a:gd name="connsiteY616" fmla="*/ 648974 h 736847"/>
              <a:gd name="connsiteX617" fmla="*/ 211509 w 550059"/>
              <a:gd name="connsiteY617" fmla="*/ 657153 h 736847"/>
              <a:gd name="connsiteX618" fmla="*/ 196403 w 550059"/>
              <a:gd name="connsiteY618" fmla="*/ 637478 h 736847"/>
              <a:gd name="connsiteX619" fmla="*/ 191687 w 550059"/>
              <a:gd name="connsiteY619" fmla="*/ 629299 h 736847"/>
              <a:gd name="connsiteX620" fmla="*/ 182403 w 550059"/>
              <a:gd name="connsiteY620" fmla="*/ 629299 h 736847"/>
              <a:gd name="connsiteX621" fmla="*/ 177834 w 550059"/>
              <a:gd name="connsiteY621" fmla="*/ 637478 h 736847"/>
              <a:gd name="connsiteX622" fmla="*/ 182550 w 550059"/>
              <a:gd name="connsiteY622" fmla="*/ 645658 h 736847"/>
              <a:gd name="connsiteX623" fmla="*/ 191835 w 550059"/>
              <a:gd name="connsiteY623" fmla="*/ 645658 h 736847"/>
              <a:gd name="connsiteX624" fmla="*/ 196403 w 550059"/>
              <a:gd name="connsiteY624" fmla="*/ 637478 h 736847"/>
              <a:gd name="connsiteX625" fmla="*/ 175034 w 550059"/>
              <a:gd name="connsiteY625" fmla="*/ 639173 h 736847"/>
              <a:gd name="connsiteX626" fmla="*/ 165749 w 550059"/>
              <a:gd name="connsiteY626" fmla="*/ 639173 h 736847"/>
              <a:gd name="connsiteX627" fmla="*/ 161180 w 550059"/>
              <a:gd name="connsiteY627" fmla="*/ 647353 h 736847"/>
              <a:gd name="connsiteX628" fmla="*/ 165896 w 550059"/>
              <a:gd name="connsiteY628" fmla="*/ 655532 h 736847"/>
              <a:gd name="connsiteX629" fmla="*/ 175181 w 550059"/>
              <a:gd name="connsiteY629" fmla="*/ 655532 h 736847"/>
              <a:gd name="connsiteX630" fmla="*/ 179750 w 550059"/>
              <a:gd name="connsiteY630" fmla="*/ 647353 h 736847"/>
              <a:gd name="connsiteX631" fmla="*/ 175034 w 550059"/>
              <a:gd name="connsiteY631" fmla="*/ 639173 h 736847"/>
              <a:gd name="connsiteX632" fmla="*/ 177981 w 550059"/>
              <a:gd name="connsiteY632" fmla="*/ 657153 h 736847"/>
              <a:gd name="connsiteX633" fmla="*/ 182697 w 550059"/>
              <a:gd name="connsiteY633" fmla="*/ 665333 h 736847"/>
              <a:gd name="connsiteX634" fmla="*/ 191982 w 550059"/>
              <a:gd name="connsiteY634" fmla="*/ 665333 h 736847"/>
              <a:gd name="connsiteX635" fmla="*/ 196551 w 550059"/>
              <a:gd name="connsiteY635" fmla="*/ 657153 h 736847"/>
              <a:gd name="connsiteX636" fmla="*/ 191835 w 550059"/>
              <a:gd name="connsiteY636" fmla="*/ 648974 h 736847"/>
              <a:gd name="connsiteX637" fmla="*/ 182550 w 550059"/>
              <a:gd name="connsiteY637" fmla="*/ 648974 h 736847"/>
              <a:gd name="connsiteX638" fmla="*/ 177981 w 550059"/>
              <a:gd name="connsiteY638" fmla="*/ 657153 h 736847"/>
              <a:gd name="connsiteX639" fmla="*/ 194782 w 550059"/>
              <a:gd name="connsiteY639" fmla="*/ 667027 h 736847"/>
              <a:gd name="connsiteX640" fmla="*/ 199425 w 550059"/>
              <a:gd name="connsiteY640" fmla="*/ 675207 h 736847"/>
              <a:gd name="connsiteX641" fmla="*/ 208709 w 550059"/>
              <a:gd name="connsiteY641" fmla="*/ 675207 h 736847"/>
              <a:gd name="connsiteX642" fmla="*/ 213278 w 550059"/>
              <a:gd name="connsiteY642" fmla="*/ 667027 h 736847"/>
              <a:gd name="connsiteX643" fmla="*/ 208636 w 550059"/>
              <a:gd name="connsiteY643" fmla="*/ 658848 h 736847"/>
              <a:gd name="connsiteX644" fmla="*/ 199351 w 550059"/>
              <a:gd name="connsiteY644" fmla="*/ 658848 h 736847"/>
              <a:gd name="connsiteX645" fmla="*/ 194782 w 550059"/>
              <a:gd name="connsiteY645" fmla="*/ 667027 h 736847"/>
              <a:gd name="connsiteX646" fmla="*/ 211657 w 550059"/>
              <a:gd name="connsiteY646" fmla="*/ 676902 h 736847"/>
              <a:gd name="connsiteX647" fmla="*/ 216299 w 550059"/>
              <a:gd name="connsiteY647" fmla="*/ 685081 h 736847"/>
              <a:gd name="connsiteX648" fmla="*/ 225584 w 550059"/>
              <a:gd name="connsiteY648" fmla="*/ 685081 h 736847"/>
              <a:gd name="connsiteX649" fmla="*/ 230153 w 550059"/>
              <a:gd name="connsiteY649" fmla="*/ 676902 h 736847"/>
              <a:gd name="connsiteX650" fmla="*/ 225510 w 550059"/>
              <a:gd name="connsiteY650" fmla="*/ 668722 h 736847"/>
              <a:gd name="connsiteX651" fmla="*/ 216226 w 550059"/>
              <a:gd name="connsiteY651" fmla="*/ 668722 h 736847"/>
              <a:gd name="connsiteX652" fmla="*/ 211657 w 550059"/>
              <a:gd name="connsiteY652" fmla="*/ 676902 h 736847"/>
              <a:gd name="connsiteX653" fmla="*/ 228458 w 550059"/>
              <a:gd name="connsiteY653" fmla="*/ 686702 h 736847"/>
              <a:gd name="connsiteX654" fmla="*/ 233100 w 550059"/>
              <a:gd name="connsiteY654" fmla="*/ 694882 h 736847"/>
              <a:gd name="connsiteX655" fmla="*/ 242385 w 550059"/>
              <a:gd name="connsiteY655" fmla="*/ 694882 h 736847"/>
              <a:gd name="connsiteX656" fmla="*/ 246954 w 550059"/>
              <a:gd name="connsiteY656" fmla="*/ 686702 h 736847"/>
              <a:gd name="connsiteX657" fmla="*/ 242311 w 550059"/>
              <a:gd name="connsiteY657" fmla="*/ 678523 h 736847"/>
              <a:gd name="connsiteX658" fmla="*/ 233026 w 550059"/>
              <a:gd name="connsiteY658" fmla="*/ 678523 h 736847"/>
              <a:gd name="connsiteX659" fmla="*/ 228458 w 550059"/>
              <a:gd name="connsiteY659" fmla="*/ 686702 h 736847"/>
              <a:gd name="connsiteX660" fmla="*/ 246880 w 550059"/>
              <a:gd name="connsiteY660" fmla="*/ 667027 h 736847"/>
              <a:gd name="connsiteX661" fmla="*/ 242238 w 550059"/>
              <a:gd name="connsiteY661" fmla="*/ 658848 h 736847"/>
              <a:gd name="connsiteX662" fmla="*/ 232953 w 550059"/>
              <a:gd name="connsiteY662" fmla="*/ 658848 h 736847"/>
              <a:gd name="connsiteX663" fmla="*/ 228384 w 550059"/>
              <a:gd name="connsiteY663" fmla="*/ 667027 h 736847"/>
              <a:gd name="connsiteX664" fmla="*/ 233026 w 550059"/>
              <a:gd name="connsiteY664" fmla="*/ 675207 h 736847"/>
              <a:gd name="connsiteX665" fmla="*/ 242311 w 550059"/>
              <a:gd name="connsiteY665" fmla="*/ 675207 h 736847"/>
              <a:gd name="connsiteX666" fmla="*/ 246880 w 550059"/>
              <a:gd name="connsiteY666" fmla="*/ 667027 h 736847"/>
              <a:gd name="connsiteX667" fmla="*/ 246732 w 550059"/>
              <a:gd name="connsiteY667" fmla="*/ 647353 h 736847"/>
              <a:gd name="connsiteX668" fmla="*/ 242016 w 550059"/>
              <a:gd name="connsiteY668" fmla="*/ 639173 h 736847"/>
              <a:gd name="connsiteX669" fmla="*/ 232732 w 550059"/>
              <a:gd name="connsiteY669" fmla="*/ 639173 h 736847"/>
              <a:gd name="connsiteX670" fmla="*/ 228163 w 550059"/>
              <a:gd name="connsiteY670" fmla="*/ 647353 h 736847"/>
              <a:gd name="connsiteX671" fmla="*/ 232805 w 550059"/>
              <a:gd name="connsiteY671" fmla="*/ 655532 h 736847"/>
              <a:gd name="connsiteX672" fmla="*/ 242090 w 550059"/>
              <a:gd name="connsiteY672" fmla="*/ 655532 h 736847"/>
              <a:gd name="connsiteX673" fmla="*/ 246732 w 550059"/>
              <a:gd name="connsiteY673" fmla="*/ 647353 h 736847"/>
              <a:gd name="connsiteX674" fmla="*/ 229932 w 550059"/>
              <a:gd name="connsiteY674" fmla="*/ 637478 h 736847"/>
              <a:gd name="connsiteX675" fmla="*/ 225216 w 550059"/>
              <a:gd name="connsiteY675" fmla="*/ 629299 h 736847"/>
              <a:gd name="connsiteX676" fmla="*/ 215931 w 550059"/>
              <a:gd name="connsiteY676" fmla="*/ 629299 h 736847"/>
              <a:gd name="connsiteX677" fmla="*/ 211362 w 550059"/>
              <a:gd name="connsiteY677" fmla="*/ 637478 h 736847"/>
              <a:gd name="connsiteX678" fmla="*/ 216078 w 550059"/>
              <a:gd name="connsiteY678" fmla="*/ 645658 h 736847"/>
              <a:gd name="connsiteX679" fmla="*/ 225363 w 550059"/>
              <a:gd name="connsiteY679" fmla="*/ 645658 h 736847"/>
              <a:gd name="connsiteX680" fmla="*/ 229932 w 550059"/>
              <a:gd name="connsiteY680" fmla="*/ 637478 h 736847"/>
              <a:gd name="connsiteX681" fmla="*/ 213425 w 550059"/>
              <a:gd name="connsiteY681" fmla="*/ 627088 h 736847"/>
              <a:gd name="connsiteX682" fmla="*/ 194266 w 550059"/>
              <a:gd name="connsiteY682" fmla="*/ 627088 h 736847"/>
              <a:gd name="connsiteX683" fmla="*/ 199277 w 550059"/>
              <a:gd name="connsiteY683" fmla="*/ 635784 h 736847"/>
              <a:gd name="connsiteX684" fmla="*/ 208562 w 550059"/>
              <a:gd name="connsiteY684" fmla="*/ 635784 h 736847"/>
              <a:gd name="connsiteX685" fmla="*/ 213425 w 550059"/>
              <a:gd name="connsiteY685" fmla="*/ 627088 h 736847"/>
              <a:gd name="connsiteX686" fmla="*/ 231626 w 550059"/>
              <a:gd name="connsiteY686" fmla="*/ 543378 h 736847"/>
              <a:gd name="connsiteX687" fmla="*/ 227058 w 550059"/>
              <a:gd name="connsiteY687" fmla="*/ 535346 h 736847"/>
              <a:gd name="connsiteX688" fmla="*/ 218141 w 550059"/>
              <a:gd name="connsiteY688" fmla="*/ 535346 h 736847"/>
              <a:gd name="connsiteX689" fmla="*/ 213794 w 550059"/>
              <a:gd name="connsiteY689" fmla="*/ 543378 h 736847"/>
              <a:gd name="connsiteX690" fmla="*/ 231626 w 550059"/>
              <a:gd name="connsiteY690" fmla="*/ 543378 h 736847"/>
              <a:gd name="connsiteX691" fmla="*/ 234353 w 550059"/>
              <a:gd name="connsiteY691" fmla="*/ 541683 h 736847"/>
              <a:gd name="connsiteX692" fmla="*/ 243269 w 550059"/>
              <a:gd name="connsiteY692" fmla="*/ 541683 h 736847"/>
              <a:gd name="connsiteX693" fmla="*/ 247690 w 550059"/>
              <a:gd name="connsiteY693" fmla="*/ 533725 h 736847"/>
              <a:gd name="connsiteX694" fmla="*/ 243195 w 550059"/>
              <a:gd name="connsiteY694" fmla="*/ 525767 h 736847"/>
              <a:gd name="connsiteX695" fmla="*/ 234279 w 550059"/>
              <a:gd name="connsiteY695" fmla="*/ 525767 h 736847"/>
              <a:gd name="connsiteX696" fmla="*/ 229932 w 550059"/>
              <a:gd name="connsiteY696" fmla="*/ 533725 h 736847"/>
              <a:gd name="connsiteX697" fmla="*/ 234353 w 550059"/>
              <a:gd name="connsiteY697" fmla="*/ 541683 h 736847"/>
              <a:gd name="connsiteX698" fmla="*/ 247469 w 550059"/>
              <a:gd name="connsiteY698" fmla="*/ 514419 h 736847"/>
              <a:gd name="connsiteX699" fmla="*/ 242901 w 550059"/>
              <a:gd name="connsiteY699" fmla="*/ 506460 h 736847"/>
              <a:gd name="connsiteX700" fmla="*/ 233911 w 550059"/>
              <a:gd name="connsiteY700" fmla="*/ 506460 h 736847"/>
              <a:gd name="connsiteX701" fmla="*/ 229489 w 550059"/>
              <a:gd name="connsiteY701" fmla="*/ 514419 h 736847"/>
              <a:gd name="connsiteX702" fmla="*/ 234058 w 550059"/>
              <a:gd name="connsiteY702" fmla="*/ 522377 h 736847"/>
              <a:gd name="connsiteX703" fmla="*/ 242974 w 550059"/>
              <a:gd name="connsiteY703" fmla="*/ 522377 h 736847"/>
              <a:gd name="connsiteX704" fmla="*/ 247469 w 550059"/>
              <a:gd name="connsiteY704" fmla="*/ 514419 h 736847"/>
              <a:gd name="connsiteX705" fmla="*/ 231184 w 550059"/>
              <a:gd name="connsiteY705" fmla="*/ 504766 h 736847"/>
              <a:gd name="connsiteX706" fmla="*/ 226616 w 550059"/>
              <a:gd name="connsiteY706" fmla="*/ 496807 h 736847"/>
              <a:gd name="connsiteX707" fmla="*/ 217626 w 550059"/>
              <a:gd name="connsiteY707" fmla="*/ 496807 h 736847"/>
              <a:gd name="connsiteX708" fmla="*/ 213278 w 550059"/>
              <a:gd name="connsiteY708" fmla="*/ 504766 h 736847"/>
              <a:gd name="connsiteX709" fmla="*/ 217847 w 550059"/>
              <a:gd name="connsiteY709" fmla="*/ 512724 h 736847"/>
              <a:gd name="connsiteX710" fmla="*/ 226837 w 550059"/>
              <a:gd name="connsiteY710" fmla="*/ 512724 h 736847"/>
              <a:gd name="connsiteX711" fmla="*/ 231184 w 550059"/>
              <a:gd name="connsiteY711" fmla="*/ 504766 h 736847"/>
              <a:gd name="connsiteX712" fmla="*/ 214825 w 550059"/>
              <a:gd name="connsiteY712" fmla="*/ 495112 h 736847"/>
              <a:gd name="connsiteX713" fmla="*/ 210183 w 550059"/>
              <a:gd name="connsiteY713" fmla="*/ 487154 h 736847"/>
              <a:gd name="connsiteX714" fmla="*/ 201193 w 550059"/>
              <a:gd name="connsiteY714" fmla="*/ 487154 h 736847"/>
              <a:gd name="connsiteX715" fmla="*/ 196845 w 550059"/>
              <a:gd name="connsiteY715" fmla="*/ 495112 h 736847"/>
              <a:gd name="connsiteX716" fmla="*/ 201488 w 550059"/>
              <a:gd name="connsiteY716" fmla="*/ 503071 h 736847"/>
              <a:gd name="connsiteX717" fmla="*/ 210478 w 550059"/>
              <a:gd name="connsiteY717" fmla="*/ 503071 h 736847"/>
              <a:gd name="connsiteX718" fmla="*/ 214825 w 550059"/>
              <a:gd name="connsiteY718" fmla="*/ 495112 h 736847"/>
              <a:gd name="connsiteX719" fmla="*/ 198393 w 550059"/>
              <a:gd name="connsiteY719" fmla="*/ 485459 h 736847"/>
              <a:gd name="connsiteX720" fmla="*/ 193751 w 550059"/>
              <a:gd name="connsiteY720" fmla="*/ 477501 h 736847"/>
              <a:gd name="connsiteX721" fmla="*/ 184761 w 550059"/>
              <a:gd name="connsiteY721" fmla="*/ 477501 h 736847"/>
              <a:gd name="connsiteX722" fmla="*/ 180413 w 550059"/>
              <a:gd name="connsiteY722" fmla="*/ 485459 h 736847"/>
              <a:gd name="connsiteX723" fmla="*/ 185055 w 550059"/>
              <a:gd name="connsiteY723" fmla="*/ 493418 h 736847"/>
              <a:gd name="connsiteX724" fmla="*/ 194045 w 550059"/>
              <a:gd name="connsiteY724" fmla="*/ 493418 h 736847"/>
              <a:gd name="connsiteX725" fmla="*/ 198393 w 550059"/>
              <a:gd name="connsiteY725" fmla="*/ 485459 h 736847"/>
              <a:gd name="connsiteX726" fmla="*/ 177760 w 550059"/>
              <a:gd name="connsiteY726" fmla="*/ 487154 h 736847"/>
              <a:gd name="connsiteX727" fmla="*/ 168844 w 550059"/>
              <a:gd name="connsiteY727" fmla="*/ 487154 h 736847"/>
              <a:gd name="connsiteX728" fmla="*/ 164496 w 550059"/>
              <a:gd name="connsiteY728" fmla="*/ 495112 h 736847"/>
              <a:gd name="connsiteX729" fmla="*/ 169139 w 550059"/>
              <a:gd name="connsiteY729" fmla="*/ 503071 h 736847"/>
              <a:gd name="connsiteX730" fmla="*/ 178055 w 550059"/>
              <a:gd name="connsiteY730" fmla="*/ 503071 h 736847"/>
              <a:gd name="connsiteX731" fmla="*/ 182403 w 550059"/>
              <a:gd name="connsiteY731" fmla="*/ 495112 h 736847"/>
              <a:gd name="connsiteX732" fmla="*/ 177760 w 550059"/>
              <a:gd name="connsiteY732" fmla="*/ 487154 h 736847"/>
              <a:gd name="connsiteX733" fmla="*/ 166044 w 550059"/>
              <a:gd name="connsiteY733" fmla="*/ 485459 h 736847"/>
              <a:gd name="connsiteX734" fmla="*/ 161401 w 550059"/>
              <a:gd name="connsiteY734" fmla="*/ 477501 h 736847"/>
              <a:gd name="connsiteX735" fmla="*/ 152485 w 550059"/>
              <a:gd name="connsiteY735" fmla="*/ 477501 h 736847"/>
              <a:gd name="connsiteX736" fmla="*/ 148211 w 550059"/>
              <a:gd name="connsiteY736" fmla="*/ 485459 h 736847"/>
              <a:gd name="connsiteX737" fmla="*/ 152854 w 550059"/>
              <a:gd name="connsiteY737" fmla="*/ 493418 h 736847"/>
              <a:gd name="connsiteX738" fmla="*/ 161770 w 550059"/>
              <a:gd name="connsiteY738" fmla="*/ 493418 h 736847"/>
              <a:gd name="connsiteX739" fmla="*/ 166044 w 550059"/>
              <a:gd name="connsiteY739" fmla="*/ 485459 h 736847"/>
              <a:gd name="connsiteX740" fmla="*/ 149685 w 550059"/>
              <a:gd name="connsiteY740" fmla="*/ 475732 h 736847"/>
              <a:gd name="connsiteX741" fmla="*/ 131852 w 550059"/>
              <a:gd name="connsiteY741" fmla="*/ 475732 h 736847"/>
              <a:gd name="connsiteX742" fmla="*/ 136495 w 550059"/>
              <a:gd name="connsiteY742" fmla="*/ 483764 h 736847"/>
              <a:gd name="connsiteX743" fmla="*/ 145411 w 550059"/>
              <a:gd name="connsiteY743" fmla="*/ 483764 h 736847"/>
              <a:gd name="connsiteX744" fmla="*/ 149685 w 550059"/>
              <a:gd name="connsiteY744" fmla="*/ 475732 h 736847"/>
              <a:gd name="connsiteX745" fmla="*/ 117631 w 550059"/>
              <a:gd name="connsiteY745" fmla="*/ 475732 h 736847"/>
              <a:gd name="connsiteX746" fmla="*/ 99945 w 550059"/>
              <a:gd name="connsiteY746" fmla="*/ 475732 h 736847"/>
              <a:gd name="connsiteX747" fmla="*/ 104440 w 550059"/>
              <a:gd name="connsiteY747" fmla="*/ 483764 h 736847"/>
              <a:gd name="connsiteX748" fmla="*/ 113283 w 550059"/>
              <a:gd name="connsiteY748" fmla="*/ 483764 h 736847"/>
              <a:gd name="connsiteX749" fmla="*/ 117631 w 550059"/>
              <a:gd name="connsiteY749" fmla="*/ 475732 h 736847"/>
              <a:gd name="connsiteX750" fmla="*/ 88597 w 550059"/>
              <a:gd name="connsiteY750" fmla="*/ 477427 h 736847"/>
              <a:gd name="connsiteX751" fmla="*/ 84323 w 550059"/>
              <a:gd name="connsiteY751" fmla="*/ 485386 h 736847"/>
              <a:gd name="connsiteX752" fmla="*/ 88745 w 550059"/>
              <a:gd name="connsiteY752" fmla="*/ 493418 h 736847"/>
              <a:gd name="connsiteX753" fmla="*/ 97514 w 550059"/>
              <a:gd name="connsiteY753" fmla="*/ 493418 h 736847"/>
              <a:gd name="connsiteX754" fmla="*/ 101861 w 550059"/>
              <a:gd name="connsiteY754" fmla="*/ 485459 h 736847"/>
              <a:gd name="connsiteX755" fmla="*/ 97366 w 550059"/>
              <a:gd name="connsiteY755" fmla="*/ 477427 h 736847"/>
              <a:gd name="connsiteX756" fmla="*/ 88597 w 550059"/>
              <a:gd name="connsiteY756" fmla="*/ 477427 h 736847"/>
              <a:gd name="connsiteX757" fmla="*/ 81597 w 550059"/>
              <a:gd name="connsiteY757" fmla="*/ 487080 h 736847"/>
              <a:gd name="connsiteX758" fmla="*/ 72902 w 550059"/>
              <a:gd name="connsiteY758" fmla="*/ 487080 h 736847"/>
              <a:gd name="connsiteX759" fmla="*/ 68480 w 550059"/>
              <a:gd name="connsiteY759" fmla="*/ 495039 h 736847"/>
              <a:gd name="connsiteX760" fmla="*/ 72828 w 550059"/>
              <a:gd name="connsiteY760" fmla="*/ 503071 h 736847"/>
              <a:gd name="connsiteX761" fmla="*/ 81597 w 550059"/>
              <a:gd name="connsiteY761" fmla="*/ 503071 h 736847"/>
              <a:gd name="connsiteX762" fmla="*/ 86018 w 550059"/>
              <a:gd name="connsiteY762" fmla="*/ 495112 h 736847"/>
              <a:gd name="connsiteX763" fmla="*/ 81597 w 550059"/>
              <a:gd name="connsiteY763" fmla="*/ 487080 h 736847"/>
              <a:gd name="connsiteX764" fmla="*/ 70396 w 550059"/>
              <a:gd name="connsiteY764" fmla="*/ 485386 h 736847"/>
              <a:gd name="connsiteX765" fmla="*/ 66122 w 550059"/>
              <a:gd name="connsiteY765" fmla="*/ 477353 h 736847"/>
              <a:gd name="connsiteX766" fmla="*/ 57501 w 550059"/>
              <a:gd name="connsiteY766" fmla="*/ 477353 h 736847"/>
              <a:gd name="connsiteX767" fmla="*/ 53080 w 550059"/>
              <a:gd name="connsiteY767" fmla="*/ 485312 h 736847"/>
              <a:gd name="connsiteX768" fmla="*/ 57280 w 550059"/>
              <a:gd name="connsiteY768" fmla="*/ 493344 h 736847"/>
              <a:gd name="connsiteX769" fmla="*/ 65975 w 550059"/>
              <a:gd name="connsiteY769" fmla="*/ 493344 h 736847"/>
              <a:gd name="connsiteX770" fmla="*/ 70396 w 550059"/>
              <a:gd name="connsiteY770" fmla="*/ 485386 h 736847"/>
              <a:gd name="connsiteX771" fmla="*/ 57132 w 550059"/>
              <a:gd name="connsiteY771" fmla="*/ 496660 h 736847"/>
              <a:gd name="connsiteX772" fmla="*/ 52564 w 550059"/>
              <a:gd name="connsiteY772" fmla="*/ 504618 h 736847"/>
              <a:gd name="connsiteX773" fmla="*/ 56690 w 550059"/>
              <a:gd name="connsiteY773" fmla="*/ 512650 h 736847"/>
              <a:gd name="connsiteX774" fmla="*/ 65533 w 550059"/>
              <a:gd name="connsiteY774" fmla="*/ 512650 h 736847"/>
              <a:gd name="connsiteX775" fmla="*/ 70102 w 550059"/>
              <a:gd name="connsiteY775" fmla="*/ 504692 h 736847"/>
              <a:gd name="connsiteX776" fmla="*/ 65828 w 550059"/>
              <a:gd name="connsiteY776" fmla="*/ 496660 h 736847"/>
              <a:gd name="connsiteX777" fmla="*/ 57132 w 550059"/>
              <a:gd name="connsiteY777" fmla="*/ 496660 h 736847"/>
              <a:gd name="connsiteX778" fmla="*/ 64796 w 550059"/>
              <a:gd name="connsiteY778" fmla="*/ 531957 h 736847"/>
              <a:gd name="connsiteX779" fmla="*/ 69659 w 550059"/>
              <a:gd name="connsiteY779" fmla="*/ 523998 h 736847"/>
              <a:gd name="connsiteX780" fmla="*/ 65459 w 550059"/>
              <a:gd name="connsiteY780" fmla="*/ 516040 h 736847"/>
              <a:gd name="connsiteX781" fmla="*/ 56690 w 550059"/>
              <a:gd name="connsiteY781" fmla="*/ 516040 h 736847"/>
              <a:gd name="connsiteX782" fmla="*/ 55585 w 550059"/>
              <a:gd name="connsiteY782" fmla="*/ 517956 h 736847"/>
              <a:gd name="connsiteX783" fmla="*/ 62512 w 550059"/>
              <a:gd name="connsiteY783" fmla="*/ 532030 h 736847"/>
              <a:gd name="connsiteX784" fmla="*/ 64796 w 550059"/>
              <a:gd name="connsiteY784" fmla="*/ 531957 h 736847"/>
              <a:gd name="connsiteX785" fmla="*/ 88524 w 550059"/>
              <a:gd name="connsiteY785" fmla="*/ 531957 h 736847"/>
              <a:gd name="connsiteX786" fmla="*/ 97514 w 550059"/>
              <a:gd name="connsiteY786" fmla="*/ 531957 h 736847"/>
              <a:gd name="connsiteX787" fmla="*/ 102082 w 550059"/>
              <a:gd name="connsiteY787" fmla="*/ 523998 h 736847"/>
              <a:gd name="connsiteX788" fmla="*/ 97661 w 550059"/>
              <a:gd name="connsiteY788" fmla="*/ 516040 h 736847"/>
              <a:gd name="connsiteX789" fmla="*/ 88745 w 550059"/>
              <a:gd name="connsiteY789" fmla="*/ 516040 h 736847"/>
              <a:gd name="connsiteX790" fmla="*/ 84176 w 550059"/>
              <a:gd name="connsiteY790" fmla="*/ 523998 h 736847"/>
              <a:gd name="connsiteX791" fmla="*/ 88524 w 550059"/>
              <a:gd name="connsiteY791" fmla="*/ 531957 h 736847"/>
              <a:gd name="connsiteX792" fmla="*/ 100240 w 550059"/>
              <a:gd name="connsiteY792" fmla="*/ 533651 h 736847"/>
              <a:gd name="connsiteX793" fmla="*/ 104661 w 550059"/>
              <a:gd name="connsiteY793" fmla="*/ 541610 h 736847"/>
              <a:gd name="connsiteX794" fmla="*/ 113725 w 550059"/>
              <a:gd name="connsiteY794" fmla="*/ 541610 h 736847"/>
              <a:gd name="connsiteX795" fmla="*/ 118294 w 550059"/>
              <a:gd name="connsiteY795" fmla="*/ 533651 h 736847"/>
              <a:gd name="connsiteX796" fmla="*/ 113799 w 550059"/>
              <a:gd name="connsiteY796" fmla="*/ 525693 h 736847"/>
              <a:gd name="connsiteX797" fmla="*/ 104882 w 550059"/>
              <a:gd name="connsiteY797" fmla="*/ 525693 h 736847"/>
              <a:gd name="connsiteX798" fmla="*/ 100240 w 550059"/>
              <a:gd name="connsiteY798" fmla="*/ 533651 h 736847"/>
              <a:gd name="connsiteX799" fmla="*/ 167002 w 550059"/>
              <a:gd name="connsiteY799" fmla="*/ 543378 h 736847"/>
              <a:gd name="connsiteX800" fmla="*/ 162359 w 550059"/>
              <a:gd name="connsiteY800" fmla="*/ 535346 h 736847"/>
              <a:gd name="connsiteX801" fmla="*/ 153369 w 550059"/>
              <a:gd name="connsiteY801" fmla="*/ 535346 h 736847"/>
              <a:gd name="connsiteX802" fmla="*/ 148948 w 550059"/>
              <a:gd name="connsiteY802" fmla="*/ 543378 h 736847"/>
              <a:gd name="connsiteX803" fmla="*/ 167002 w 550059"/>
              <a:gd name="connsiteY803" fmla="*/ 543378 h 736847"/>
              <a:gd name="connsiteX804" fmla="*/ 134505 w 550059"/>
              <a:gd name="connsiteY804" fmla="*/ 543305 h 736847"/>
              <a:gd name="connsiteX805" fmla="*/ 129936 w 550059"/>
              <a:gd name="connsiteY805" fmla="*/ 535273 h 736847"/>
              <a:gd name="connsiteX806" fmla="*/ 120946 w 550059"/>
              <a:gd name="connsiteY806" fmla="*/ 535273 h 736847"/>
              <a:gd name="connsiteX807" fmla="*/ 116378 w 550059"/>
              <a:gd name="connsiteY807" fmla="*/ 543305 h 736847"/>
              <a:gd name="connsiteX808" fmla="*/ 134505 w 550059"/>
              <a:gd name="connsiteY808" fmla="*/ 543305 h 736847"/>
              <a:gd name="connsiteX809" fmla="*/ 160738 w 550059"/>
              <a:gd name="connsiteY809" fmla="*/ 627088 h 736847"/>
              <a:gd name="connsiteX810" fmla="*/ 165749 w 550059"/>
              <a:gd name="connsiteY810" fmla="*/ 635784 h 736847"/>
              <a:gd name="connsiteX811" fmla="*/ 175034 w 550059"/>
              <a:gd name="connsiteY811" fmla="*/ 635784 h 736847"/>
              <a:gd name="connsiteX812" fmla="*/ 179897 w 550059"/>
              <a:gd name="connsiteY812" fmla="*/ 627088 h 736847"/>
              <a:gd name="connsiteX813" fmla="*/ 160738 w 550059"/>
              <a:gd name="connsiteY813" fmla="*/ 627088 h 736847"/>
              <a:gd name="connsiteX814" fmla="*/ 148874 w 550059"/>
              <a:gd name="connsiteY814" fmla="*/ 629299 h 736847"/>
              <a:gd name="connsiteX815" fmla="*/ 144306 w 550059"/>
              <a:gd name="connsiteY815" fmla="*/ 637478 h 736847"/>
              <a:gd name="connsiteX816" fmla="*/ 149022 w 550059"/>
              <a:gd name="connsiteY816" fmla="*/ 645658 h 736847"/>
              <a:gd name="connsiteX817" fmla="*/ 158306 w 550059"/>
              <a:gd name="connsiteY817" fmla="*/ 645658 h 736847"/>
              <a:gd name="connsiteX818" fmla="*/ 162875 w 550059"/>
              <a:gd name="connsiteY818" fmla="*/ 637478 h 736847"/>
              <a:gd name="connsiteX819" fmla="*/ 158159 w 550059"/>
              <a:gd name="connsiteY819" fmla="*/ 629299 h 736847"/>
              <a:gd name="connsiteX820" fmla="*/ 148874 w 550059"/>
              <a:gd name="connsiteY820" fmla="*/ 629299 h 736847"/>
              <a:gd name="connsiteX821" fmla="*/ 162138 w 550059"/>
              <a:gd name="connsiteY821" fmla="*/ 658627 h 736847"/>
              <a:gd name="connsiteX822" fmla="*/ 162949 w 550059"/>
              <a:gd name="connsiteY822" fmla="*/ 657153 h 736847"/>
              <a:gd name="connsiteX823" fmla="*/ 158233 w 550059"/>
              <a:gd name="connsiteY823" fmla="*/ 648974 h 736847"/>
              <a:gd name="connsiteX824" fmla="*/ 151232 w 550059"/>
              <a:gd name="connsiteY824" fmla="*/ 648974 h 736847"/>
              <a:gd name="connsiteX825" fmla="*/ 162138 w 550059"/>
              <a:gd name="connsiteY825" fmla="*/ 658627 h 736847"/>
              <a:gd name="connsiteX826" fmla="*/ 179750 w 550059"/>
              <a:gd name="connsiteY826" fmla="*/ 667027 h 736847"/>
              <a:gd name="connsiteX827" fmla="*/ 175034 w 550059"/>
              <a:gd name="connsiteY827" fmla="*/ 658848 h 736847"/>
              <a:gd name="connsiteX828" fmla="*/ 165749 w 550059"/>
              <a:gd name="connsiteY828" fmla="*/ 658848 h 736847"/>
              <a:gd name="connsiteX829" fmla="*/ 164644 w 550059"/>
              <a:gd name="connsiteY829" fmla="*/ 660838 h 736847"/>
              <a:gd name="connsiteX830" fmla="*/ 177392 w 550059"/>
              <a:gd name="connsiteY830" fmla="*/ 671154 h 736847"/>
              <a:gd name="connsiteX831" fmla="*/ 179750 w 550059"/>
              <a:gd name="connsiteY831" fmla="*/ 667027 h 736847"/>
              <a:gd name="connsiteX832" fmla="*/ 193235 w 550059"/>
              <a:gd name="connsiteY832" fmla="*/ 682870 h 736847"/>
              <a:gd name="connsiteX833" fmla="*/ 196624 w 550059"/>
              <a:gd name="connsiteY833" fmla="*/ 676902 h 736847"/>
              <a:gd name="connsiteX834" fmla="*/ 191982 w 550059"/>
              <a:gd name="connsiteY834" fmla="*/ 668722 h 736847"/>
              <a:gd name="connsiteX835" fmla="*/ 182697 w 550059"/>
              <a:gd name="connsiteY835" fmla="*/ 668722 h 736847"/>
              <a:gd name="connsiteX836" fmla="*/ 180118 w 550059"/>
              <a:gd name="connsiteY836" fmla="*/ 673217 h 736847"/>
              <a:gd name="connsiteX837" fmla="*/ 193235 w 550059"/>
              <a:gd name="connsiteY837" fmla="*/ 682870 h 736847"/>
              <a:gd name="connsiteX838" fmla="*/ 195961 w 550059"/>
              <a:gd name="connsiteY838" fmla="*/ 684786 h 736847"/>
              <a:gd name="connsiteX839" fmla="*/ 209520 w 550059"/>
              <a:gd name="connsiteY839" fmla="*/ 693703 h 736847"/>
              <a:gd name="connsiteX840" fmla="*/ 213425 w 550059"/>
              <a:gd name="connsiteY840" fmla="*/ 686776 h 736847"/>
              <a:gd name="connsiteX841" fmla="*/ 208783 w 550059"/>
              <a:gd name="connsiteY841" fmla="*/ 678597 h 736847"/>
              <a:gd name="connsiteX842" fmla="*/ 199498 w 550059"/>
              <a:gd name="connsiteY842" fmla="*/ 678597 h 736847"/>
              <a:gd name="connsiteX843" fmla="*/ 195961 w 550059"/>
              <a:gd name="connsiteY843" fmla="*/ 684786 h 736847"/>
              <a:gd name="connsiteX844" fmla="*/ 212320 w 550059"/>
              <a:gd name="connsiteY844" fmla="*/ 695397 h 736847"/>
              <a:gd name="connsiteX845" fmla="*/ 226247 w 550059"/>
              <a:gd name="connsiteY845" fmla="*/ 703577 h 736847"/>
              <a:gd name="connsiteX846" fmla="*/ 230226 w 550059"/>
              <a:gd name="connsiteY846" fmla="*/ 696576 h 736847"/>
              <a:gd name="connsiteX847" fmla="*/ 225584 w 550059"/>
              <a:gd name="connsiteY847" fmla="*/ 688397 h 736847"/>
              <a:gd name="connsiteX848" fmla="*/ 216299 w 550059"/>
              <a:gd name="connsiteY848" fmla="*/ 688397 h 736847"/>
              <a:gd name="connsiteX849" fmla="*/ 212320 w 550059"/>
              <a:gd name="connsiteY849" fmla="*/ 695397 h 736847"/>
              <a:gd name="connsiteX850" fmla="*/ 229195 w 550059"/>
              <a:gd name="connsiteY850" fmla="*/ 705198 h 736847"/>
              <a:gd name="connsiteX851" fmla="*/ 243490 w 550059"/>
              <a:gd name="connsiteY851" fmla="*/ 712714 h 736847"/>
              <a:gd name="connsiteX852" fmla="*/ 247027 w 550059"/>
              <a:gd name="connsiteY852" fmla="*/ 706451 h 736847"/>
              <a:gd name="connsiteX853" fmla="*/ 242385 w 550059"/>
              <a:gd name="connsiteY853" fmla="*/ 698271 h 736847"/>
              <a:gd name="connsiteX854" fmla="*/ 233100 w 550059"/>
              <a:gd name="connsiteY854" fmla="*/ 698271 h 736847"/>
              <a:gd name="connsiteX855" fmla="*/ 229195 w 550059"/>
              <a:gd name="connsiteY855" fmla="*/ 705198 h 736847"/>
              <a:gd name="connsiteX856" fmla="*/ 246511 w 550059"/>
              <a:gd name="connsiteY856" fmla="*/ 714188 h 736847"/>
              <a:gd name="connsiteX857" fmla="*/ 261249 w 550059"/>
              <a:gd name="connsiteY857" fmla="*/ 720967 h 736847"/>
              <a:gd name="connsiteX858" fmla="*/ 263902 w 550059"/>
              <a:gd name="connsiteY858" fmla="*/ 716325 h 736847"/>
              <a:gd name="connsiteX859" fmla="*/ 259260 w 550059"/>
              <a:gd name="connsiteY859" fmla="*/ 708146 h 736847"/>
              <a:gd name="connsiteX860" fmla="*/ 249975 w 550059"/>
              <a:gd name="connsiteY860" fmla="*/ 708146 h 736847"/>
              <a:gd name="connsiteX861" fmla="*/ 246511 w 550059"/>
              <a:gd name="connsiteY861" fmla="*/ 714188 h 736847"/>
              <a:gd name="connsiteX862" fmla="*/ 263755 w 550059"/>
              <a:gd name="connsiteY862" fmla="*/ 696576 h 736847"/>
              <a:gd name="connsiteX863" fmla="*/ 259112 w 550059"/>
              <a:gd name="connsiteY863" fmla="*/ 688397 h 736847"/>
              <a:gd name="connsiteX864" fmla="*/ 249827 w 550059"/>
              <a:gd name="connsiteY864" fmla="*/ 688397 h 736847"/>
              <a:gd name="connsiteX865" fmla="*/ 245259 w 550059"/>
              <a:gd name="connsiteY865" fmla="*/ 696576 h 736847"/>
              <a:gd name="connsiteX866" fmla="*/ 249901 w 550059"/>
              <a:gd name="connsiteY866" fmla="*/ 704756 h 736847"/>
              <a:gd name="connsiteX867" fmla="*/ 259186 w 550059"/>
              <a:gd name="connsiteY867" fmla="*/ 704756 h 736847"/>
              <a:gd name="connsiteX868" fmla="*/ 263755 w 550059"/>
              <a:gd name="connsiteY868" fmla="*/ 696576 h 736847"/>
              <a:gd name="connsiteX869" fmla="*/ 263681 w 550059"/>
              <a:gd name="connsiteY869" fmla="*/ 676902 h 736847"/>
              <a:gd name="connsiteX870" fmla="*/ 259038 w 550059"/>
              <a:gd name="connsiteY870" fmla="*/ 668722 h 736847"/>
              <a:gd name="connsiteX871" fmla="*/ 249754 w 550059"/>
              <a:gd name="connsiteY871" fmla="*/ 668722 h 736847"/>
              <a:gd name="connsiteX872" fmla="*/ 245185 w 550059"/>
              <a:gd name="connsiteY872" fmla="*/ 676902 h 736847"/>
              <a:gd name="connsiteX873" fmla="*/ 249827 w 550059"/>
              <a:gd name="connsiteY873" fmla="*/ 685081 h 736847"/>
              <a:gd name="connsiteX874" fmla="*/ 259112 w 550059"/>
              <a:gd name="connsiteY874" fmla="*/ 685081 h 736847"/>
              <a:gd name="connsiteX875" fmla="*/ 263681 w 550059"/>
              <a:gd name="connsiteY875" fmla="*/ 676902 h 736847"/>
              <a:gd name="connsiteX876" fmla="*/ 263533 w 550059"/>
              <a:gd name="connsiteY876" fmla="*/ 657227 h 736847"/>
              <a:gd name="connsiteX877" fmla="*/ 258891 w 550059"/>
              <a:gd name="connsiteY877" fmla="*/ 649047 h 736847"/>
              <a:gd name="connsiteX878" fmla="*/ 249606 w 550059"/>
              <a:gd name="connsiteY878" fmla="*/ 649047 h 736847"/>
              <a:gd name="connsiteX879" fmla="*/ 245038 w 550059"/>
              <a:gd name="connsiteY879" fmla="*/ 657227 h 736847"/>
              <a:gd name="connsiteX880" fmla="*/ 249680 w 550059"/>
              <a:gd name="connsiteY880" fmla="*/ 665406 h 736847"/>
              <a:gd name="connsiteX881" fmla="*/ 258965 w 550059"/>
              <a:gd name="connsiteY881" fmla="*/ 665406 h 736847"/>
              <a:gd name="connsiteX882" fmla="*/ 263533 w 550059"/>
              <a:gd name="connsiteY882" fmla="*/ 657227 h 736847"/>
              <a:gd name="connsiteX883" fmla="*/ 263460 w 550059"/>
              <a:gd name="connsiteY883" fmla="*/ 637478 h 736847"/>
              <a:gd name="connsiteX884" fmla="*/ 258744 w 550059"/>
              <a:gd name="connsiteY884" fmla="*/ 629299 h 736847"/>
              <a:gd name="connsiteX885" fmla="*/ 249459 w 550059"/>
              <a:gd name="connsiteY885" fmla="*/ 629299 h 736847"/>
              <a:gd name="connsiteX886" fmla="*/ 244890 w 550059"/>
              <a:gd name="connsiteY886" fmla="*/ 637478 h 736847"/>
              <a:gd name="connsiteX887" fmla="*/ 249606 w 550059"/>
              <a:gd name="connsiteY887" fmla="*/ 645658 h 736847"/>
              <a:gd name="connsiteX888" fmla="*/ 258891 w 550059"/>
              <a:gd name="connsiteY888" fmla="*/ 645658 h 736847"/>
              <a:gd name="connsiteX889" fmla="*/ 263460 w 550059"/>
              <a:gd name="connsiteY889" fmla="*/ 637478 h 736847"/>
              <a:gd name="connsiteX890" fmla="*/ 227795 w 550059"/>
              <a:gd name="connsiteY890" fmla="*/ 627088 h 736847"/>
              <a:gd name="connsiteX891" fmla="*/ 232805 w 550059"/>
              <a:gd name="connsiteY891" fmla="*/ 635784 h 736847"/>
              <a:gd name="connsiteX892" fmla="*/ 242090 w 550059"/>
              <a:gd name="connsiteY892" fmla="*/ 635784 h 736847"/>
              <a:gd name="connsiteX893" fmla="*/ 246954 w 550059"/>
              <a:gd name="connsiteY893" fmla="*/ 627088 h 736847"/>
              <a:gd name="connsiteX894" fmla="*/ 227795 w 550059"/>
              <a:gd name="connsiteY894" fmla="*/ 627088 h 736847"/>
              <a:gd name="connsiteX895" fmla="*/ 263828 w 550059"/>
              <a:gd name="connsiteY895" fmla="*/ 543378 h 736847"/>
              <a:gd name="connsiteX896" fmla="*/ 259333 w 550059"/>
              <a:gd name="connsiteY896" fmla="*/ 535346 h 736847"/>
              <a:gd name="connsiteX897" fmla="*/ 250417 w 550059"/>
              <a:gd name="connsiteY897" fmla="*/ 535346 h 736847"/>
              <a:gd name="connsiteX898" fmla="*/ 245996 w 550059"/>
              <a:gd name="connsiteY898" fmla="*/ 543378 h 736847"/>
              <a:gd name="connsiteX899" fmla="*/ 263828 w 550059"/>
              <a:gd name="connsiteY899" fmla="*/ 543378 h 736847"/>
              <a:gd name="connsiteX900" fmla="*/ 263755 w 550059"/>
              <a:gd name="connsiteY900" fmla="*/ 524072 h 736847"/>
              <a:gd name="connsiteX901" fmla="*/ 259260 w 550059"/>
              <a:gd name="connsiteY901" fmla="*/ 516114 h 736847"/>
              <a:gd name="connsiteX902" fmla="*/ 250270 w 550059"/>
              <a:gd name="connsiteY902" fmla="*/ 516114 h 736847"/>
              <a:gd name="connsiteX903" fmla="*/ 245848 w 550059"/>
              <a:gd name="connsiteY903" fmla="*/ 524072 h 736847"/>
              <a:gd name="connsiteX904" fmla="*/ 250343 w 550059"/>
              <a:gd name="connsiteY904" fmla="*/ 532030 h 736847"/>
              <a:gd name="connsiteX905" fmla="*/ 259260 w 550059"/>
              <a:gd name="connsiteY905" fmla="*/ 532030 h 736847"/>
              <a:gd name="connsiteX906" fmla="*/ 263755 w 550059"/>
              <a:gd name="connsiteY906" fmla="*/ 524072 h 736847"/>
              <a:gd name="connsiteX907" fmla="*/ 247469 w 550059"/>
              <a:gd name="connsiteY907" fmla="*/ 501597 h 736847"/>
              <a:gd name="connsiteX908" fmla="*/ 245701 w 550059"/>
              <a:gd name="connsiteY908" fmla="*/ 504766 h 736847"/>
              <a:gd name="connsiteX909" fmla="*/ 250270 w 550059"/>
              <a:gd name="connsiteY909" fmla="*/ 512724 h 736847"/>
              <a:gd name="connsiteX910" fmla="*/ 259260 w 550059"/>
              <a:gd name="connsiteY910" fmla="*/ 512724 h 736847"/>
              <a:gd name="connsiteX911" fmla="*/ 263755 w 550059"/>
              <a:gd name="connsiteY911" fmla="*/ 504618 h 736847"/>
              <a:gd name="connsiteX912" fmla="*/ 247469 w 550059"/>
              <a:gd name="connsiteY912" fmla="*/ 501597 h 736847"/>
              <a:gd name="connsiteX913" fmla="*/ 244301 w 550059"/>
              <a:gd name="connsiteY913" fmla="*/ 500713 h 736847"/>
              <a:gd name="connsiteX914" fmla="*/ 229563 w 550059"/>
              <a:gd name="connsiteY914" fmla="*/ 494891 h 736847"/>
              <a:gd name="connsiteX915" fmla="*/ 229416 w 550059"/>
              <a:gd name="connsiteY915" fmla="*/ 495186 h 736847"/>
              <a:gd name="connsiteX916" fmla="*/ 233984 w 550059"/>
              <a:gd name="connsiteY916" fmla="*/ 503144 h 736847"/>
              <a:gd name="connsiteX917" fmla="*/ 242974 w 550059"/>
              <a:gd name="connsiteY917" fmla="*/ 503144 h 736847"/>
              <a:gd name="connsiteX918" fmla="*/ 244301 w 550059"/>
              <a:gd name="connsiteY918" fmla="*/ 500713 h 736847"/>
              <a:gd name="connsiteX919" fmla="*/ 226616 w 550059"/>
              <a:gd name="connsiteY919" fmla="*/ 493418 h 736847"/>
              <a:gd name="connsiteX920" fmla="*/ 213278 w 550059"/>
              <a:gd name="connsiteY920" fmla="*/ 485017 h 736847"/>
              <a:gd name="connsiteX921" fmla="*/ 212983 w 550059"/>
              <a:gd name="connsiteY921" fmla="*/ 485533 h 736847"/>
              <a:gd name="connsiteX922" fmla="*/ 217626 w 550059"/>
              <a:gd name="connsiteY922" fmla="*/ 493491 h 736847"/>
              <a:gd name="connsiteX923" fmla="*/ 226616 w 550059"/>
              <a:gd name="connsiteY923" fmla="*/ 493491 h 736847"/>
              <a:gd name="connsiteX924" fmla="*/ 226616 w 550059"/>
              <a:gd name="connsiteY924" fmla="*/ 493418 h 736847"/>
              <a:gd name="connsiteX925" fmla="*/ 210625 w 550059"/>
              <a:gd name="connsiteY925" fmla="*/ 483027 h 736847"/>
              <a:gd name="connsiteX926" fmla="*/ 202446 w 550059"/>
              <a:gd name="connsiteY926" fmla="*/ 475806 h 736847"/>
              <a:gd name="connsiteX927" fmla="*/ 196477 w 550059"/>
              <a:gd name="connsiteY927" fmla="*/ 475806 h 736847"/>
              <a:gd name="connsiteX928" fmla="*/ 201119 w 550059"/>
              <a:gd name="connsiteY928" fmla="*/ 483838 h 736847"/>
              <a:gd name="connsiteX929" fmla="*/ 210109 w 550059"/>
              <a:gd name="connsiteY929" fmla="*/ 483838 h 736847"/>
              <a:gd name="connsiteX930" fmla="*/ 210625 w 550059"/>
              <a:gd name="connsiteY930" fmla="*/ 483027 h 736847"/>
              <a:gd name="connsiteX931" fmla="*/ 182034 w 550059"/>
              <a:gd name="connsiteY931" fmla="*/ 475732 h 736847"/>
              <a:gd name="connsiteX932" fmla="*/ 164054 w 550059"/>
              <a:gd name="connsiteY932" fmla="*/ 475732 h 736847"/>
              <a:gd name="connsiteX933" fmla="*/ 168697 w 550059"/>
              <a:gd name="connsiteY933" fmla="*/ 483764 h 736847"/>
              <a:gd name="connsiteX934" fmla="*/ 177613 w 550059"/>
              <a:gd name="connsiteY934" fmla="*/ 483764 h 736847"/>
              <a:gd name="connsiteX935" fmla="*/ 182034 w 550059"/>
              <a:gd name="connsiteY935" fmla="*/ 475732 h 736847"/>
              <a:gd name="connsiteX936" fmla="*/ 73712 w 550059"/>
              <a:gd name="connsiteY936" fmla="*/ 360042 h 736847"/>
              <a:gd name="connsiteX937" fmla="*/ 170244 w 550059"/>
              <a:gd name="connsiteY937" fmla="*/ 336830 h 736847"/>
              <a:gd name="connsiteX938" fmla="*/ 170244 w 550059"/>
              <a:gd name="connsiteY938" fmla="*/ 334177 h 736847"/>
              <a:gd name="connsiteX939" fmla="*/ 71575 w 550059"/>
              <a:gd name="connsiteY939" fmla="*/ 358126 h 736847"/>
              <a:gd name="connsiteX940" fmla="*/ 70470 w 550059"/>
              <a:gd name="connsiteY940" fmla="*/ 360852 h 736847"/>
              <a:gd name="connsiteX941" fmla="*/ 68775 w 550059"/>
              <a:gd name="connsiteY941" fmla="*/ 367853 h 736847"/>
              <a:gd name="connsiteX942" fmla="*/ 61775 w 550059"/>
              <a:gd name="connsiteY942" fmla="*/ 366379 h 736847"/>
              <a:gd name="connsiteX943" fmla="*/ 58311 w 550059"/>
              <a:gd name="connsiteY943" fmla="*/ 365716 h 736847"/>
              <a:gd name="connsiteX944" fmla="*/ 50648 w 550059"/>
              <a:gd name="connsiteY944" fmla="*/ 364389 h 736847"/>
              <a:gd name="connsiteX945" fmla="*/ 53006 w 550059"/>
              <a:gd name="connsiteY945" fmla="*/ 357168 h 736847"/>
              <a:gd name="connsiteX946" fmla="*/ 54185 w 550059"/>
              <a:gd name="connsiteY946" fmla="*/ 353704 h 736847"/>
              <a:gd name="connsiteX947" fmla="*/ 56469 w 550059"/>
              <a:gd name="connsiteY947" fmla="*/ 348030 h 736847"/>
              <a:gd name="connsiteX948" fmla="*/ 63322 w 550059"/>
              <a:gd name="connsiteY948" fmla="*/ 349873 h 736847"/>
              <a:gd name="connsiteX949" fmla="*/ 66196 w 550059"/>
              <a:gd name="connsiteY949" fmla="*/ 350536 h 736847"/>
              <a:gd name="connsiteX950" fmla="*/ 71870 w 550059"/>
              <a:gd name="connsiteY950" fmla="*/ 348030 h 736847"/>
              <a:gd name="connsiteX951" fmla="*/ 78649 w 550059"/>
              <a:gd name="connsiteY951" fmla="*/ 337346 h 736847"/>
              <a:gd name="connsiteX952" fmla="*/ 84102 w 550059"/>
              <a:gd name="connsiteY952" fmla="*/ 317671 h 736847"/>
              <a:gd name="connsiteX953" fmla="*/ 86387 w 550059"/>
              <a:gd name="connsiteY953" fmla="*/ 316123 h 736847"/>
              <a:gd name="connsiteX954" fmla="*/ 86092 w 550059"/>
              <a:gd name="connsiteY954" fmla="*/ 318997 h 736847"/>
              <a:gd name="connsiteX955" fmla="*/ 84471 w 550059"/>
              <a:gd name="connsiteY955" fmla="*/ 338967 h 736847"/>
              <a:gd name="connsiteX956" fmla="*/ 89260 w 550059"/>
              <a:gd name="connsiteY956" fmla="*/ 341546 h 736847"/>
              <a:gd name="connsiteX957" fmla="*/ 97219 w 550059"/>
              <a:gd name="connsiteY957" fmla="*/ 338819 h 736847"/>
              <a:gd name="connsiteX958" fmla="*/ 106946 w 550059"/>
              <a:gd name="connsiteY958" fmla="*/ 326145 h 736847"/>
              <a:gd name="connsiteX959" fmla="*/ 112325 w 550059"/>
              <a:gd name="connsiteY959" fmla="*/ 311039 h 736847"/>
              <a:gd name="connsiteX960" fmla="*/ 123305 w 550059"/>
              <a:gd name="connsiteY960" fmla="*/ 300575 h 736847"/>
              <a:gd name="connsiteX961" fmla="*/ 126547 w 550059"/>
              <a:gd name="connsiteY961" fmla="*/ 300428 h 736847"/>
              <a:gd name="connsiteX962" fmla="*/ 124484 w 550059"/>
              <a:gd name="connsiteY962" fmla="*/ 302565 h 736847"/>
              <a:gd name="connsiteX963" fmla="*/ 113430 w 550059"/>
              <a:gd name="connsiteY963" fmla="*/ 329977 h 736847"/>
              <a:gd name="connsiteX964" fmla="*/ 117704 w 550059"/>
              <a:gd name="connsiteY964" fmla="*/ 333293 h 736847"/>
              <a:gd name="connsiteX965" fmla="*/ 126326 w 550059"/>
              <a:gd name="connsiteY965" fmla="*/ 331377 h 736847"/>
              <a:gd name="connsiteX966" fmla="*/ 133179 w 550059"/>
              <a:gd name="connsiteY966" fmla="*/ 328577 h 736847"/>
              <a:gd name="connsiteX967" fmla="*/ 136347 w 550059"/>
              <a:gd name="connsiteY967" fmla="*/ 325040 h 736847"/>
              <a:gd name="connsiteX968" fmla="*/ 138484 w 550059"/>
              <a:gd name="connsiteY968" fmla="*/ 319808 h 736847"/>
              <a:gd name="connsiteX969" fmla="*/ 156391 w 550059"/>
              <a:gd name="connsiteY969" fmla="*/ 300649 h 736847"/>
              <a:gd name="connsiteX970" fmla="*/ 159043 w 550059"/>
              <a:gd name="connsiteY970" fmla="*/ 300943 h 736847"/>
              <a:gd name="connsiteX971" fmla="*/ 157201 w 550059"/>
              <a:gd name="connsiteY971" fmla="*/ 302491 h 736847"/>
              <a:gd name="connsiteX972" fmla="*/ 143127 w 550059"/>
              <a:gd name="connsiteY972" fmla="*/ 324671 h 736847"/>
              <a:gd name="connsiteX973" fmla="*/ 147106 w 550059"/>
              <a:gd name="connsiteY973" fmla="*/ 328356 h 736847"/>
              <a:gd name="connsiteX974" fmla="*/ 156096 w 550059"/>
              <a:gd name="connsiteY974" fmla="*/ 327913 h 736847"/>
              <a:gd name="connsiteX975" fmla="*/ 164791 w 550059"/>
              <a:gd name="connsiteY975" fmla="*/ 327103 h 736847"/>
              <a:gd name="connsiteX976" fmla="*/ 170244 w 550059"/>
              <a:gd name="connsiteY976" fmla="*/ 324597 h 736847"/>
              <a:gd name="connsiteX977" fmla="*/ 170244 w 550059"/>
              <a:gd name="connsiteY977" fmla="*/ 321650 h 736847"/>
              <a:gd name="connsiteX978" fmla="*/ 156022 w 550059"/>
              <a:gd name="connsiteY978" fmla="*/ 325261 h 736847"/>
              <a:gd name="connsiteX979" fmla="*/ 147327 w 550059"/>
              <a:gd name="connsiteY979" fmla="*/ 325703 h 736847"/>
              <a:gd name="connsiteX980" fmla="*/ 145779 w 550059"/>
              <a:gd name="connsiteY980" fmla="*/ 324229 h 736847"/>
              <a:gd name="connsiteX981" fmla="*/ 158012 w 550059"/>
              <a:gd name="connsiteY981" fmla="*/ 304259 h 736847"/>
              <a:gd name="connsiteX982" fmla="*/ 161254 w 550059"/>
              <a:gd name="connsiteY982" fmla="*/ 300059 h 736847"/>
              <a:gd name="connsiteX983" fmla="*/ 155801 w 550059"/>
              <a:gd name="connsiteY983" fmla="*/ 298733 h 736847"/>
              <a:gd name="connsiteX984" fmla="*/ 143421 w 550059"/>
              <a:gd name="connsiteY984" fmla="*/ 306028 h 736847"/>
              <a:gd name="connsiteX985" fmla="*/ 136053 w 550059"/>
              <a:gd name="connsiteY985" fmla="*/ 318850 h 736847"/>
              <a:gd name="connsiteX986" fmla="*/ 125663 w 550059"/>
              <a:gd name="connsiteY986" fmla="*/ 328798 h 736847"/>
              <a:gd name="connsiteX987" fmla="*/ 117704 w 550059"/>
              <a:gd name="connsiteY987" fmla="*/ 330566 h 736847"/>
              <a:gd name="connsiteX988" fmla="*/ 116009 w 550059"/>
              <a:gd name="connsiteY988" fmla="*/ 329240 h 736847"/>
              <a:gd name="connsiteX989" fmla="*/ 125589 w 550059"/>
              <a:gd name="connsiteY989" fmla="*/ 304112 h 736847"/>
              <a:gd name="connsiteX990" fmla="*/ 128905 w 550059"/>
              <a:gd name="connsiteY990" fmla="*/ 299322 h 736847"/>
              <a:gd name="connsiteX991" fmla="*/ 128905 w 550059"/>
              <a:gd name="connsiteY991" fmla="*/ 299322 h 736847"/>
              <a:gd name="connsiteX992" fmla="*/ 122347 w 550059"/>
              <a:gd name="connsiteY992" fmla="*/ 298880 h 736847"/>
              <a:gd name="connsiteX993" fmla="*/ 111293 w 550059"/>
              <a:gd name="connsiteY993" fmla="*/ 308165 h 736847"/>
              <a:gd name="connsiteX994" fmla="*/ 104440 w 550059"/>
              <a:gd name="connsiteY994" fmla="*/ 325555 h 736847"/>
              <a:gd name="connsiteX995" fmla="*/ 96335 w 550059"/>
              <a:gd name="connsiteY995" fmla="*/ 336314 h 736847"/>
              <a:gd name="connsiteX996" fmla="*/ 88892 w 550059"/>
              <a:gd name="connsiteY996" fmla="*/ 338893 h 736847"/>
              <a:gd name="connsiteX997" fmla="*/ 86976 w 550059"/>
              <a:gd name="connsiteY997" fmla="*/ 337861 h 736847"/>
              <a:gd name="connsiteX998" fmla="*/ 88008 w 550059"/>
              <a:gd name="connsiteY998" fmla="*/ 319881 h 736847"/>
              <a:gd name="connsiteX999" fmla="*/ 88818 w 550059"/>
              <a:gd name="connsiteY999" fmla="*/ 314944 h 736847"/>
              <a:gd name="connsiteX1000" fmla="*/ 82629 w 550059"/>
              <a:gd name="connsiteY1000" fmla="*/ 316271 h 736847"/>
              <a:gd name="connsiteX1001" fmla="*/ 76144 w 550059"/>
              <a:gd name="connsiteY1001" fmla="*/ 337272 h 736847"/>
              <a:gd name="connsiteX1002" fmla="*/ 70838 w 550059"/>
              <a:gd name="connsiteY1002" fmla="*/ 345672 h 736847"/>
              <a:gd name="connsiteX1003" fmla="*/ 65975 w 550059"/>
              <a:gd name="connsiteY1003" fmla="*/ 347883 h 736847"/>
              <a:gd name="connsiteX1004" fmla="*/ 64943 w 550059"/>
              <a:gd name="connsiteY1004" fmla="*/ 347662 h 736847"/>
              <a:gd name="connsiteX1005" fmla="*/ 51753 w 550059"/>
              <a:gd name="connsiteY1005" fmla="*/ 354441 h 736847"/>
              <a:gd name="connsiteX1006" fmla="*/ 51458 w 550059"/>
              <a:gd name="connsiteY1006" fmla="*/ 355252 h 736847"/>
              <a:gd name="connsiteX1007" fmla="*/ 48585 w 550059"/>
              <a:gd name="connsiteY1007" fmla="*/ 366010 h 736847"/>
              <a:gd name="connsiteX1008" fmla="*/ 59343 w 550059"/>
              <a:gd name="connsiteY1008" fmla="*/ 368368 h 736847"/>
              <a:gd name="connsiteX1009" fmla="*/ 60227 w 550059"/>
              <a:gd name="connsiteY1009" fmla="*/ 368516 h 736847"/>
              <a:gd name="connsiteX1010" fmla="*/ 71354 w 550059"/>
              <a:gd name="connsiteY1010" fmla="*/ 369547 h 736847"/>
              <a:gd name="connsiteX1011" fmla="*/ 73491 w 550059"/>
              <a:gd name="connsiteY1011" fmla="*/ 361073 h 736847"/>
              <a:gd name="connsiteX1012" fmla="*/ 73712 w 550059"/>
              <a:gd name="connsiteY1012" fmla="*/ 360042 h 736847"/>
              <a:gd name="connsiteX1013" fmla="*/ 68480 w 550059"/>
              <a:gd name="connsiteY1013" fmla="*/ 475732 h 736847"/>
              <a:gd name="connsiteX1014" fmla="*/ 72828 w 550059"/>
              <a:gd name="connsiteY1014" fmla="*/ 483764 h 736847"/>
              <a:gd name="connsiteX1015" fmla="*/ 81523 w 550059"/>
              <a:gd name="connsiteY1015" fmla="*/ 483764 h 736847"/>
              <a:gd name="connsiteX1016" fmla="*/ 85871 w 550059"/>
              <a:gd name="connsiteY1016" fmla="*/ 475732 h 736847"/>
              <a:gd name="connsiteX1017" fmla="*/ 68480 w 550059"/>
              <a:gd name="connsiteY1017" fmla="*/ 475732 h 736847"/>
              <a:gd name="connsiteX1018" fmla="*/ 49395 w 550059"/>
              <a:gd name="connsiteY1018" fmla="*/ 503955 h 736847"/>
              <a:gd name="connsiteX1019" fmla="*/ 54480 w 550059"/>
              <a:gd name="connsiteY1019" fmla="*/ 495039 h 736847"/>
              <a:gd name="connsiteX1020" fmla="*/ 50279 w 550059"/>
              <a:gd name="connsiteY1020" fmla="*/ 487007 h 736847"/>
              <a:gd name="connsiteX1021" fmla="*/ 42542 w 550059"/>
              <a:gd name="connsiteY1021" fmla="*/ 487007 h 736847"/>
              <a:gd name="connsiteX1022" fmla="*/ 49395 w 550059"/>
              <a:gd name="connsiteY1022" fmla="*/ 503955 h 736847"/>
              <a:gd name="connsiteX1023" fmla="*/ 50353 w 550059"/>
              <a:gd name="connsiteY1023" fmla="*/ 483764 h 736847"/>
              <a:gd name="connsiteX1024" fmla="*/ 54774 w 550059"/>
              <a:gd name="connsiteY1024" fmla="*/ 475732 h 736847"/>
              <a:gd name="connsiteX1025" fmla="*/ 38489 w 550059"/>
              <a:gd name="connsiteY1025" fmla="*/ 475732 h 736847"/>
              <a:gd name="connsiteX1026" fmla="*/ 41289 w 550059"/>
              <a:gd name="connsiteY1026" fmla="*/ 483764 h 736847"/>
              <a:gd name="connsiteX1027" fmla="*/ 50353 w 550059"/>
              <a:gd name="connsiteY1027" fmla="*/ 483764 h 736847"/>
              <a:gd name="connsiteX1028" fmla="*/ 101861 w 550059"/>
              <a:gd name="connsiteY1028" fmla="*/ 543305 h 736847"/>
              <a:gd name="connsiteX1029" fmla="*/ 97440 w 550059"/>
              <a:gd name="connsiteY1029" fmla="*/ 535273 h 736847"/>
              <a:gd name="connsiteX1030" fmla="*/ 88450 w 550059"/>
              <a:gd name="connsiteY1030" fmla="*/ 535273 h 736847"/>
              <a:gd name="connsiteX1031" fmla="*/ 83660 w 550059"/>
              <a:gd name="connsiteY1031" fmla="*/ 543305 h 736847"/>
              <a:gd name="connsiteX1032" fmla="*/ 101861 w 550059"/>
              <a:gd name="connsiteY1032" fmla="*/ 543305 h 736847"/>
              <a:gd name="connsiteX1033" fmla="*/ 141432 w 550059"/>
              <a:gd name="connsiteY1033" fmla="*/ 635784 h 736847"/>
              <a:gd name="connsiteX1034" fmla="*/ 146369 w 550059"/>
              <a:gd name="connsiteY1034" fmla="*/ 627088 h 736847"/>
              <a:gd name="connsiteX1035" fmla="*/ 129347 w 550059"/>
              <a:gd name="connsiteY1035" fmla="*/ 627088 h 736847"/>
              <a:gd name="connsiteX1036" fmla="*/ 137674 w 550059"/>
              <a:gd name="connsiteY1036" fmla="*/ 635784 h 736847"/>
              <a:gd name="connsiteX1037" fmla="*/ 141432 w 550059"/>
              <a:gd name="connsiteY1037" fmla="*/ 635784 h 736847"/>
              <a:gd name="connsiteX1038" fmla="*/ 270976 w 550059"/>
              <a:gd name="connsiteY1038" fmla="*/ 717946 h 736847"/>
              <a:gd name="connsiteX1039" fmla="*/ 266702 w 550059"/>
              <a:gd name="connsiteY1039" fmla="*/ 717946 h 736847"/>
              <a:gd name="connsiteX1040" fmla="*/ 264270 w 550059"/>
              <a:gd name="connsiteY1040" fmla="*/ 722220 h 736847"/>
              <a:gd name="connsiteX1041" fmla="*/ 270902 w 550059"/>
              <a:gd name="connsiteY1041" fmla="*/ 724947 h 736847"/>
              <a:gd name="connsiteX1042" fmla="*/ 270976 w 550059"/>
              <a:gd name="connsiteY1042" fmla="*/ 725020 h 736847"/>
              <a:gd name="connsiteX1043" fmla="*/ 270976 w 550059"/>
              <a:gd name="connsiteY1043" fmla="*/ 717946 h 736847"/>
              <a:gd name="connsiteX1044" fmla="*/ 270976 w 550059"/>
              <a:gd name="connsiteY1044" fmla="*/ 698271 h 736847"/>
              <a:gd name="connsiteX1045" fmla="*/ 266555 w 550059"/>
              <a:gd name="connsiteY1045" fmla="*/ 698271 h 736847"/>
              <a:gd name="connsiteX1046" fmla="*/ 261986 w 550059"/>
              <a:gd name="connsiteY1046" fmla="*/ 706451 h 736847"/>
              <a:gd name="connsiteX1047" fmla="*/ 266628 w 550059"/>
              <a:gd name="connsiteY1047" fmla="*/ 714630 h 736847"/>
              <a:gd name="connsiteX1048" fmla="*/ 270976 w 550059"/>
              <a:gd name="connsiteY1048" fmla="*/ 714630 h 736847"/>
              <a:gd name="connsiteX1049" fmla="*/ 270976 w 550059"/>
              <a:gd name="connsiteY1049" fmla="*/ 698271 h 736847"/>
              <a:gd name="connsiteX1050" fmla="*/ 270976 w 550059"/>
              <a:gd name="connsiteY1050" fmla="*/ 698271 h 736847"/>
              <a:gd name="connsiteX1051" fmla="*/ 270976 w 550059"/>
              <a:gd name="connsiteY1051" fmla="*/ 678597 h 736847"/>
              <a:gd name="connsiteX1052" fmla="*/ 266481 w 550059"/>
              <a:gd name="connsiteY1052" fmla="*/ 678597 h 736847"/>
              <a:gd name="connsiteX1053" fmla="*/ 261912 w 550059"/>
              <a:gd name="connsiteY1053" fmla="*/ 686776 h 736847"/>
              <a:gd name="connsiteX1054" fmla="*/ 266555 w 550059"/>
              <a:gd name="connsiteY1054" fmla="*/ 694955 h 736847"/>
              <a:gd name="connsiteX1055" fmla="*/ 270976 w 550059"/>
              <a:gd name="connsiteY1055" fmla="*/ 694955 h 736847"/>
              <a:gd name="connsiteX1056" fmla="*/ 270976 w 550059"/>
              <a:gd name="connsiteY1056" fmla="*/ 678597 h 736847"/>
              <a:gd name="connsiteX1057" fmla="*/ 270976 w 550059"/>
              <a:gd name="connsiteY1057" fmla="*/ 658848 h 736847"/>
              <a:gd name="connsiteX1058" fmla="*/ 266407 w 550059"/>
              <a:gd name="connsiteY1058" fmla="*/ 658848 h 736847"/>
              <a:gd name="connsiteX1059" fmla="*/ 261839 w 550059"/>
              <a:gd name="connsiteY1059" fmla="*/ 667027 h 736847"/>
              <a:gd name="connsiteX1060" fmla="*/ 266481 w 550059"/>
              <a:gd name="connsiteY1060" fmla="*/ 675207 h 736847"/>
              <a:gd name="connsiteX1061" fmla="*/ 270976 w 550059"/>
              <a:gd name="connsiteY1061" fmla="*/ 675207 h 736847"/>
              <a:gd name="connsiteX1062" fmla="*/ 270976 w 550059"/>
              <a:gd name="connsiteY1062" fmla="*/ 658848 h 736847"/>
              <a:gd name="connsiteX1063" fmla="*/ 270976 w 550059"/>
              <a:gd name="connsiteY1063" fmla="*/ 658848 h 736847"/>
              <a:gd name="connsiteX1064" fmla="*/ 270976 w 550059"/>
              <a:gd name="connsiteY1064" fmla="*/ 639173 h 736847"/>
              <a:gd name="connsiteX1065" fmla="*/ 266334 w 550059"/>
              <a:gd name="connsiteY1065" fmla="*/ 639173 h 736847"/>
              <a:gd name="connsiteX1066" fmla="*/ 261765 w 550059"/>
              <a:gd name="connsiteY1066" fmla="*/ 647353 h 736847"/>
              <a:gd name="connsiteX1067" fmla="*/ 266407 w 550059"/>
              <a:gd name="connsiteY1067" fmla="*/ 655532 h 736847"/>
              <a:gd name="connsiteX1068" fmla="*/ 270976 w 550059"/>
              <a:gd name="connsiteY1068" fmla="*/ 655532 h 736847"/>
              <a:gd name="connsiteX1069" fmla="*/ 270976 w 550059"/>
              <a:gd name="connsiteY1069" fmla="*/ 639173 h 736847"/>
              <a:gd name="connsiteX1070" fmla="*/ 270976 w 550059"/>
              <a:gd name="connsiteY1070" fmla="*/ 639173 h 736847"/>
              <a:gd name="connsiteX1071" fmla="*/ 270976 w 550059"/>
              <a:gd name="connsiteY1071" fmla="*/ 627088 h 736847"/>
              <a:gd name="connsiteX1072" fmla="*/ 261249 w 550059"/>
              <a:gd name="connsiteY1072" fmla="*/ 627088 h 736847"/>
              <a:gd name="connsiteX1073" fmla="*/ 266260 w 550059"/>
              <a:gd name="connsiteY1073" fmla="*/ 635784 h 736847"/>
              <a:gd name="connsiteX1074" fmla="*/ 270976 w 550059"/>
              <a:gd name="connsiteY1074" fmla="*/ 635784 h 736847"/>
              <a:gd name="connsiteX1075" fmla="*/ 270976 w 550059"/>
              <a:gd name="connsiteY1075" fmla="*/ 627088 h 736847"/>
              <a:gd name="connsiteX1076" fmla="*/ 270976 w 550059"/>
              <a:gd name="connsiteY1076" fmla="*/ 525693 h 736847"/>
              <a:gd name="connsiteX1077" fmla="*/ 266481 w 550059"/>
              <a:gd name="connsiteY1077" fmla="*/ 525693 h 736847"/>
              <a:gd name="connsiteX1078" fmla="*/ 262060 w 550059"/>
              <a:gd name="connsiteY1078" fmla="*/ 533651 h 736847"/>
              <a:gd name="connsiteX1079" fmla="*/ 266555 w 550059"/>
              <a:gd name="connsiteY1079" fmla="*/ 541610 h 736847"/>
              <a:gd name="connsiteX1080" fmla="*/ 270976 w 550059"/>
              <a:gd name="connsiteY1080" fmla="*/ 541610 h 736847"/>
              <a:gd name="connsiteX1081" fmla="*/ 270976 w 550059"/>
              <a:gd name="connsiteY1081" fmla="*/ 525693 h 736847"/>
              <a:gd name="connsiteX1082" fmla="*/ 270976 w 550059"/>
              <a:gd name="connsiteY1082" fmla="*/ 525693 h 736847"/>
              <a:gd name="connsiteX1083" fmla="*/ 270976 w 550059"/>
              <a:gd name="connsiteY1083" fmla="*/ 506460 h 736847"/>
              <a:gd name="connsiteX1084" fmla="*/ 266407 w 550059"/>
              <a:gd name="connsiteY1084" fmla="*/ 506460 h 736847"/>
              <a:gd name="connsiteX1085" fmla="*/ 261986 w 550059"/>
              <a:gd name="connsiteY1085" fmla="*/ 514419 h 736847"/>
              <a:gd name="connsiteX1086" fmla="*/ 266481 w 550059"/>
              <a:gd name="connsiteY1086" fmla="*/ 522377 h 736847"/>
              <a:gd name="connsiteX1087" fmla="*/ 270976 w 550059"/>
              <a:gd name="connsiteY1087" fmla="*/ 522377 h 736847"/>
              <a:gd name="connsiteX1088" fmla="*/ 270976 w 550059"/>
              <a:gd name="connsiteY1088" fmla="*/ 506460 h 736847"/>
              <a:gd name="connsiteX1089" fmla="*/ 270976 w 550059"/>
              <a:gd name="connsiteY1089" fmla="*/ 506460 h 736847"/>
              <a:gd name="connsiteX1090" fmla="*/ 275029 w 550059"/>
              <a:gd name="connsiteY1090" fmla="*/ 497986 h 736847"/>
              <a:gd name="connsiteX1091" fmla="*/ 342969 w 550059"/>
              <a:gd name="connsiteY1091" fmla="*/ 469543 h 736847"/>
              <a:gd name="connsiteX1092" fmla="*/ 370455 w 550059"/>
              <a:gd name="connsiteY1092" fmla="*/ 400791 h 736847"/>
              <a:gd name="connsiteX1093" fmla="*/ 371708 w 550059"/>
              <a:gd name="connsiteY1093" fmla="*/ 340735 h 736847"/>
              <a:gd name="connsiteX1094" fmla="*/ 371634 w 550059"/>
              <a:gd name="connsiteY1094" fmla="*/ 250909 h 736847"/>
              <a:gd name="connsiteX1095" fmla="*/ 178571 w 550059"/>
              <a:gd name="connsiteY1095" fmla="*/ 250909 h 736847"/>
              <a:gd name="connsiteX1096" fmla="*/ 178497 w 550059"/>
              <a:gd name="connsiteY1096" fmla="*/ 340735 h 736847"/>
              <a:gd name="connsiteX1097" fmla="*/ 179750 w 550059"/>
              <a:gd name="connsiteY1097" fmla="*/ 400791 h 736847"/>
              <a:gd name="connsiteX1098" fmla="*/ 207236 w 550059"/>
              <a:gd name="connsiteY1098" fmla="*/ 469543 h 736847"/>
              <a:gd name="connsiteX1099" fmla="*/ 275029 w 550059"/>
              <a:gd name="connsiteY1099" fmla="*/ 497986 h 736847"/>
              <a:gd name="connsiteX1100" fmla="*/ 418132 w 550059"/>
              <a:gd name="connsiteY1100" fmla="*/ 390180 h 736847"/>
              <a:gd name="connsiteX1101" fmla="*/ 422848 w 550059"/>
              <a:gd name="connsiteY1101" fmla="*/ 381485 h 736847"/>
              <a:gd name="connsiteX1102" fmla="*/ 418205 w 550059"/>
              <a:gd name="connsiteY1102" fmla="*/ 373969 h 736847"/>
              <a:gd name="connsiteX1103" fmla="*/ 408847 w 550059"/>
              <a:gd name="connsiteY1103" fmla="*/ 373969 h 736847"/>
              <a:gd name="connsiteX1104" fmla="*/ 404131 w 550059"/>
              <a:gd name="connsiteY1104" fmla="*/ 381485 h 736847"/>
              <a:gd name="connsiteX1105" fmla="*/ 408773 w 550059"/>
              <a:gd name="connsiteY1105" fmla="*/ 390180 h 736847"/>
              <a:gd name="connsiteX1106" fmla="*/ 418132 w 550059"/>
              <a:gd name="connsiteY1106" fmla="*/ 390180 h 736847"/>
              <a:gd name="connsiteX1107" fmla="*/ 379814 w 550059"/>
              <a:gd name="connsiteY1107" fmla="*/ 352083 h 736847"/>
              <a:gd name="connsiteX1108" fmla="*/ 384530 w 550059"/>
              <a:gd name="connsiteY1108" fmla="*/ 352083 h 736847"/>
              <a:gd name="connsiteX1109" fmla="*/ 389393 w 550059"/>
              <a:gd name="connsiteY1109" fmla="*/ 344346 h 736847"/>
              <a:gd name="connsiteX1110" fmla="*/ 384751 w 550059"/>
              <a:gd name="connsiteY1110" fmla="*/ 336609 h 736847"/>
              <a:gd name="connsiteX1111" fmla="*/ 379887 w 550059"/>
              <a:gd name="connsiteY1111" fmla="*/ 336609 h 736847"/>
              <a:gd name="connsiteX1112" fmla="*/ 379814 w 550059"/>
              <a:gd name="connsiteY1112" fmla="*/ 352083 h 736847"/>
              <a:gd name="connsiteX1113" fmla="*/ 404278 w 550059"/>
              <a:gd name="connsiteY1113" fmla="*/ 362989 h 736847"/>
              <a:gd name="connsiteX1114" fmla="*/ 408921 w 550059"/>
              <a:gd name="connsiteY1114" fmla="*/ 370726 h 736847"/>
              <a:gd name="connsiteX1115" fmla="*/ 418279 w 550059"/>
              <a:gd name="connsiteY1115" fmla="*/ 370726 h 736847"/>
              <a:gd name="connsiteX1116" fmla="*/ 423069 w 550059"/>
              <a:gd name="connsiteY1116" fmla="*/ 362989 h 736847"/>
              <a:gd name="connsiteX1117" fmla="*/ 418426 w 550059"/>
              <a:gd name="connsiteY1117" fmla="*/ 355252 h 736847"/>
              <a:gd name="connsiteX1118" fmla="*/ 408994 w 550059"/>
              <a:gd name="connsiteY1118" fmla="*/ 355252 h 736847"/>
              <a:gd name="connsiteX1119" fmla="*/ 404278 w 550059"/>
              <a:gd name="connsiteY1119" fmla="*/ 362989 h 736847"/>
              <a:gd name="connsiteX1120" fmla="*/ 406120 w 550059"/>
              <a:gd name="connsiteY1120" fmla="*/ 353704 h 736847"/>
              <a:gd name="connsiteX1121" fmla="*/ 401404 w 550059"/>
              <a:gd name="connsiteY1121" fmla="*/ 345967 h 736847"/>
              <a:gd name="connsiteX1122" fmla="*/ 391899 w 550059"/>
              <a:gd name="connsiteY1122" fmla="*/ 345967 h 736847"/>
              <a:gd name="connsiteX1123" fmla="*/ 387183 w 550059"/>
              <a:gd name="connsiteY1123" fmla="*/ 353704 h 736847"/>
              <a:gd name="connsiteX1124" fmla="*/ 391899 w 550059"/>
              <a:gd name="connsiteY1124" fmla="*/ 361442 h 736847"/>
              <a:gd name="connsiteX1125" fmla="*/ 401331 w 550059"/>
              <a:gd name="connsiteY1125" fmla="*/ 361442 h 736847"/>
              <a:gd name="connsiteX1126" fmla="*/ 406120 w 550059"/>
              <a:gd name="connsiteY1126" fmla="*/ 353704 h 736847"/>
              <a:gd name="connsiteX1127" fmla="*/ 426016 w 550059"/>
              <a:gd name="connsiteY1127" fmla="*/ 361442 h 736847"/>
              <a:gd name="connsiteX1128" fmla="*/ 435448 w 550059"/>
              <a:gd name="connsiteY1128" fmla="*/ 361442 h 736847"/>
              <a:gd name="connsiteX1129" fmla="*/ 440238 w 550059"/>
              <a:gd name="connsiteY1129" fmla="*/ 353704 h 736847"/>
              <a:gd name="connsiteX1130" fmla="*/ 435669 w 550059"/>
              <a:gd name="connsiteY1130" fmla="*/ 345967 h 736847"/>
              <a:gd name="connsiteX1131" fmla="*/ 426237 w 550059"/>
              <a:gd name="connsiteY1131" fmla="*/ 345967 h 736847"/>
              <a:gd name="connsiteX1132" fmla="*/ 421448 w 550059"/>
              <a:gd name="connsiteY1132" fmla="*/ 353704 h 736847"/>
              <a:gd name="connsiteX1133" fmla="*/ 426016 w 550059"/>
              <a:gd name="connsiteY1133" fmla="*/ 361442 h 736847"/>
              <a:gd name="connsiteX1134" fmla="*/ 438249 w 550059"/>
              <a:gd name="connsiteY1134" fmla="*/ 362989 h 736847"/>
              <a:gd name="connsiteX1135" fmla="*/ 442817 w 550059"/>
              <a:gd name="connsiteY1135" fmla="*/ 370726 h 736847"/>
              <a:gd name="connsiteX1136" fmla="*/ 452176 w 550059"/>
              <a:gd name="connsiteY1136" fmla="*/ 370726 h 736847"/>
              <a:gd name="connsiteX1137" fmla="*/ 457039 w 550059"/>
              <a:gd name="connsiteY1137" fmla="*/ 362989 h 736847"/>
              <a:gd name="connsiteX1138" fmla="*/ 452470 w 550059"/>
              <a:gd name="connsiteY1138" fmla="*/ 355252 h 736847"/>
              <a:gd name="connsiteX1139" fmla="*/ 443038 w 550059"/>
              <a:gd name="connsiteY1139" fmla="*/ 355252 h 736847"/>
              <a:gd name="connsiteX1140" fmla="*/ 438249 w 550059"/>
              <a:gd name="connsiteY1140" fmla="*/ 362989 h 736847"/>
              <a:gd name="connsiteX1141" fmla="*/ 460060 w 550059"/>
              <a:gd name="connsiteY1141" fmla="*/ 361368 h 736847"/>
              <a:gd name="connsiteX1142" fmla="*/ 469492 w 550059"/>
              <a:gd name="connsiteY1142" fmla="*/ 361368 h 736847"/>
              <a:gd name="connsiteX1143" fmla="*/ 474430 w 550059"/>
              <a:gd name="connsiteY1143" fmla="*/ 353631 h 736847"/>
              <a:gd name="connsiteX1144" fmla="*/ 469861 w 550059"/>
              <a:gd name="connsiteY1144" fmla="*/ 345893 h 736847"/>
              <a:gd name="connsiteX1145" fmla="*/ 460355 w 550059"/>
              <a:gd name="connsiteY1145" fmla="*/ 345893 h 736847"/>
              <a:gd name="connsiteX1146" fmla="*/ 455418 w 550059"/>
              <a:gd name="connsiteY1146" fmla="*/ 353631 h 736847"/>
              <a:gd name="connsiteX1147" fmla="*/ 460060 w 550059"/>
              <a:gd name="connsiteY1147" fmla="*/ 361368 h 736847"/>
              <a:gd name="connsiteX1148" fmla="*/ 477451 w 550059"/>
              <a:gd name="connsiteY1148" fmla="*/ 352083 h 736847"/>
              <a:gd name="connsiteX1149" fmla="*/ 486957 w 550059"/>
              <a:gd name="connsiteY1149" fmla="*/ 352083 h 736847"/>
              <a:gd name="connsiteX1150" fmla="*/ 491894 w 550059"/>
              <a:gd name="connsiteY1150" fmla="*/ 344346 h 736847"/>
              <a:gd name="connsiteX1151" fmla="*/ 487325 w 550059"/>
              <a:gd name="connsiteY1151" fmla="*/ 336609 h 736847"/>
              <a:gd name="connsiteX1152" fmla="*/ 477819 w 550059"/>
              <a:gd name="connsiteY1152" fmla="*/ 336609 h 736847"/>
              <a:gd name="connsiteX1153" fmla="*/ 472882 w 550059"/>
              <a:gd name="connsiteY1153" fmla="*/ 344346 h 736847"/>
              <a:gd name="connsiteX1154" fmla="*/ 477451 w 550059"/>
              <a:gd name="connsiteY1154" fmla="*/ 352083 h 736847"/>
              <a:gd name="connsiteX1155" fmla="*/ 474872 w 550059"/>
              <a:gd name="connsiteY1155" fmla="*/ 334987 h 736847"/>
              <a:gd name="connsiteX1156" fmla="*/ 470303 w 550059"/>
              <a:gd name="connsiteY1156" fmla="*/ 327250 h 736847"/>
              <a:gd name="connsiteX1157" fmla="*/ 460797 w 550059"/>
              <a:gd name="connsiteY1157" fmla="*/ 327250 h 736847"/>
              <a:gd name="connsiteX1158" fmla="*/ 455860 w 550059"/>
              <a:gd name="connsiteY1158" fmla="*/ 334987 h 736847"/>
              <a:gd name="connsiteX1159" fmla="*/ 460429 w 550059"/>
              <a:gd name="connsiteY1159" fmla="*/ 342725 h 736847"/>
              <a:gd name="connsiteX1160" fmla="*/ 469935 w 550059"/>
              <a:gd name="connsiteY1160" fmla="*/ 342725 h 736847"/>
              <a:gd name="connsiteX1161" fmla="*/ 474872 w 550059"/>
              <a:gd name="connsiteY1161" fmla="*/ 334987 h 736847"/>
              <a:gd name="connsiteX1162" fmla="*/ 452913 w 550059"/>
              <a:gd name="connsiteY1162" fmla="*/ 336609 h 736847"/>
              <a:gd name="connsiteX1163" fmla="*/ 443407 w 550059"/>
              <a:gd name="connsiteY1163" fmla="*/ 336609 h 736847"/>
              <a:gd name="connsiteX1164" fmla="*/ 438543 w 550059"/>
              <a:gd name="connsiteY1164" fmla="*/ 344346 h 736847"/>
              <a:gd name="connsiteX1165" fmla="*/ 443112 w 550059"/>
              <a:gd name="connsiteY1165" fmla="*/ 352083 h 736847"/>
              <a:gd name="connsiteX1166" fmla="*/ 452544 w 550059"/>
              <a:gd name="connsiteY1166" fmla="*/ 352083 h 736847"/>
              <a:gd name="connsiteX1167" fmla="*/ 457408 w 550059"/>
              <a:gd name="connsiteY1167" fmla="*/ 344346 h 736847"/>
              <a:gd name="connsiteX1168" fmla="*/ 452913 w 550059"/>
              <a:gd name="connsiteY1168" fmla="*/ 336609 h 736847"/>
              <a:gd name="connsiteX1169" fmla="*/ 440533 w 550059"/>
              <a:gd name="connsiteY1169" fmla="*/ 334987 h 736847"/>
              <a:gd name="connsiteX1170" fmla="*/ 435891 w 550059"/>
              <a:gd name="connsiteY1170" fmla="*/ 327250 h 736847"/>
              <a:gd name="connsiteX1171" fmla="*/ 426385 w 550059"/>
              <a:gd name="connsiteY1171" fmla="*/ 327250 h 736847"/>
              <a:gd name="connsiteX1172" fmla="*/ 421521 w 550059"/>
              <a:gd name="connsiteY1172" fmla="*/ 334987 h 736847"/>
              <a:gd name="connsiteX1173" fmla="*/ 426164 w 550059"/>
              <a:gd name="connsiteY1173" fmla="*/ 342725 h 736847"/>
              <a:gd name="connsiteX1174" fmla="*/ 435596 w 550059"/>
              <a:gd name="connsiteY1174" fmla="*/ 342725 h 736847"/>
              <a:gd name="connsiteX1175" fmla="*/ 440533 w 550059"/>
              <a:gd name="connsiteY1175" fmla="*/ 334987 h 736847"/>
              <a:gd name="connsiteX1176" fmla="*/ 418574 w 550059"/>
              <a:gd name="connsiteY1176" fmla="*/ 336609 h 736847"/>
              <a:gd name="connsiteX1177" fmla="*/ 409068 w 550059"/>
              <a:gd name="connsiteY1177" fmla="*/ 336609 h 736847"/>
              <a:gd name="connsiteX1178" fmla="*/ 404278 w 550059"/>
              <a:gd name="connsiteY1178" fmla="*/ 344346 h 736847"/>
              <a:gd name="connsiteX1179" fmla="*/ 408994 w 550059"/>
              <a:gd name="connsiteY1179" fmla="*/ 352083 h 736847"/>
              <a:gd name="connsiteX1180" fmla="*/ 418426 w 550059"/>
              <a:gd name="connsiteY1180" fmla="*/ 352083 h 736847"/>
              <a:gd name="connsiteX1181" fmla="*/ 423216 w 550059"/>
              <a:gd name="connsiteY1181" fmla="*/ 344346 h 736847"/>
              <a:gd name="connsiteX1182" fmla="*/ 418574 w 550059"/>
              <a:gd name="connsiteY1182" fmla="*/ 336609 h 736847"/>
              <a:gd name="connsiteX1183" fmla="*/ 406194 w 550059"/>
              <a:gd name="connsiteY1183" fmla="*/ 335061 h 736847"/>
              <a:gd name="connsiteX1184" fmla="*/ 401478 w 550059"/>
              <a:gd name="connsiteY1184" fmla="*/ 327324 h 736847"/>
              <a:gd name="connsiteX1185" fmla="*/ 391972 w 550059"/>
              <a:gd name="connsiteY1185" fmla="*/ 327324 h 736847"/>
              <a:gd name="connsiteX1186" fmla="*/ 387183 w 550059"/>
              <a:gd name="connsiteY1186" fmla="*/ 335061 h 736847"/>
              <a:gd name="connsiteX1187" fmla="*/ 391899 w 550059"/>
              <a:gd name="connsiteY1187" fmla="*/ 342798 h 736847"/>
              <a:gd name="connsiteX1188" fmla="*/ 401404 w 550059"/>
              <a:gd name="connsiteY1188" fmla="*/ 342798 h 736847"/>
              <a:gd name="connsiteX1189" fmla="*/ 406194 w 550059"/>
              <a:gd name="connsiteY1189" fmla="*/ 335061 h 736847"/>
              <a:gd name="connsiteX1190" fmla="*/ 379740 w 550059"/>
              <a:gd name="connsiteY1190" fmla="*/ 355252 h 736847"/>
              <a:gd name="connsiteX1191" fmla="*/ 379519 w 550059"/>
              <a:gd name="connsiteY1191" fmla="*/ 370726 h 736847"/>
              <a:gd name="connsiteX1192" fmla="*/ 384161 w 550059"/>
              <a:gd name="connsiteY1192" fmla="*/ 370726 h 736847"/>
              <a:gd name="connsiteX1193" fmla="*/ 389025 w 550059"/>
              <a:gd name="connsiteY1193" fmla="*/ 362989 h 736847"/>
              <a:gd name="connsiteX1194" fmla="*/ 384456 w 550059"/>
              <a:gd name="connsiteY1194" fmla="*/ 355252 h 736847"/>
              <a:gd name="connsiteX1195" fmla="*/ 379740 w 550059"/>
              <a:gd name="connsiteY1195" fmla="*/ 355252 h 736847"/>
              <a:gd name="connsiteX1196" fmla="*/ 379150 w 550059"/>
              <a:gd name="connsiteY1196" fmla="*/ 390254 h 736847"/>
              <a:gd name="connsiteX1197" fmla="*/ 383940 w 550059"/>
              <a:gd name="connsiteY1197" fmla="*/ 390180 h 736847"/>
              <a:gd name="connsiteX1198" fmla="*/ 388730 w 550059"/>
              <a:gd name="connsiteY1198" fmla="*/ 381485 h 736847"/>
              <a:gd name="connsiteX1199" fmla="*/ 384161 w 550059"/>
              <a:gd name="connsiteY1199" fmla="*/ 373969 h 736847"/>
              <a:gd name="connsiteX1200" fmla="*/ 379519 w 550059"/>
              <a:gd name="connsiteY1200" fmla="*/ 373969 h 736847"/>
              <a:gd name="connsiteX1201" fmla="*/ 379150 w 550059"/>
              <a:gd name="connsiteY1201" fmla="*/ 390254 h 736847"/>
              <a:gd name="connsiteX1202" fmla="*/ 391899 w 550059"/>
              <a:gd name="connsiteY1202" fmla="*/ 379643 h 736847"/>
              <a:gd name="connsiteX1203" fmla="*/ 401257 w 550059"/>
              <a:gd name="connsiteY1203" fmla="*/ 379643 h 736847"/>
              <a:gd name="connsiteX1204" fmla="*/ 405973 w 550059"/>
              <a:gd name="connsiteY1204" fmla="*/ 372347 h 736847"/>
              <a:gd name="connsiteX1205" fmla="*/ 401331 w 550059"/>
              <a:gd name="connsiteY1205" fmla="*/ 364610 h 736847"/>
              <a:gd name="connsiteX1206" fmla="*/ 391899 w 550059"/>
              <a:gd name="connsiteY1206" fmla="*/ 364610 h 736847"/>
              <a:gd name="connsiteX1207" fmla="*/ 387183 w 550059"/>
              <a:gd name="connsiteY1207" fmla="*/ 372347 h 736847"/>
              <a:gd name="connsiteX1208" fmla="*/ 391899 w 550059"/>
              <a:gd name="connsiteY1208" fmla="*/ 379643 h 736847"/>
              <a:gd name="connsiteX1209" fmla="*/ 425795 w 550059"/>
              <a:gd name="connsiteY1209" fmla="*/ 379643 h 736847"/>
              <a:gd name="connsiteX1210" fmla="*/ 435154 w 550059"/>
              <a:gd name="connsiteY1210" fmla="*/ 379643 h 736847"/>
              <a:gd name="connsiteX1211" fmla="*/ 439943 w 550059"/>
              <a:gd name="connsiteY1211" fmla="*/ 372347 h 736847"/>
              <a:gd name="connsiteX1212" fmla="*/ 435375 w 550059"/>
              <a:gd name="connsiteY1212" fmla="*/ 364610 h 736847"/>
              <a:gd name="connsiteX1213" fmla="*/ 426016 w 550059"/>
              <a:gd name="connsiteY1213" fmla="*/ 364610 h 736847"/>
              <a:gd name="connsiteX1214" fmla="*/ 421227 w 550059"/>
              <a:gd name="connsiteY1214" fmla="*/ 372347 h 736847"/>
              <a:gd name="connsiteX1215" fmla="*/ 425795 w 550059"/>
              <a:gd name="connsiteY1215" fmla="*/ 379643 h 736847"/>
              <a:gd name="connsiteX1216" fmla="*/ 438027 w 550059"/>
              <a:gd name="connsiteY1216" fmla="*/ 381411 h 736847"/>
              <a:gd name="connsiteX1217" fmla="*/ 442596 w 550059"/>
              <a:gd name="connsiteY1217" fmla="*/ 390106 h 736847"/>
              <a:gd name="connsiteX1218" fmla="*/ 451955 w 550059"/>
              <a:gd name="connsiteY1218" fmla="*/ 390106 h 736847"/>
              <a:gd name="connsiteX1219" fmla="*/ 456744 w 550059"/>
              <a:gd name="connsiteY1219" fmla="*/ 381411 h 736847"/>
              <a:gd name="connsiteX1220" fmla="*/ 452176 w 550059"/>
              <a:gd name="connsiteY1220" fmla="*/ 373895 h 736847"/>
              <a:gd name="connsiteX1221" fmla="*/ 442817 w 550059"/>
              <a:gd name="connsiteY1221" fmla="*/ 373895 h 736847"/>
              <a:gd name="connsiteX1222" fmla="*/ 438027 w 550059"/>
              <a:gd name="connsiteY1222" fmla="*/ 381411 h 736847"/>
              <a:gd name="connsiteX1223" fmla="*/ 459618 w 550059"/>
              <a:gd name="connsiteY1223" fmla="*/ 379643 h 736847"/>
              <a:gd name="connsiteX1224" fmla="*/ 468977 w 550059"/>
              <a:gd name="connsiteY1224" fmla="*/ 379643 h 736847"/>
              <a:gd name="connsiteX1225" fmla="*/ 473914 w 550059"/>
              <a:gd name="connsiteY1225" fmla="*/ 372347 h 736847"/>
              <a:gd name="connsiteX1226" fmla="*/ 469419 w 550059"/>
              <a:gd name="connsiteY1226" fmla="*/ 364610 h 736847"/>
              <a:gd name="connsiteX1227" fmla="*/ 459987 w 550059"/>
              <a:gd name="connsiteY1227" fmla="*/ 364610 h 736847"/>
              <a:gd name="connsiteX1228" fmla="*/ 455123 w 550059"/>
              <a:gd name="connsiteY1228" fmla="*/ 372347 h 736847"/>
              <a:gd name="connsiteX1229" fmla="*/ 459618 w 550059"/>
              <a:gd name="connsiteY1229" fmla="*/ 379643 h 736847"/>
              <a:gd name="connsiteX1230" fmla="*/ 476935 w 550059"/>
              <a:gd name="connsiteY1230" fmla="*/ 370726 h 736847"/>
              <a:gd name="connsiteX1231" fmla="*/ 486367 w 550059"/>
              <a:gd name="connsiteY1231" fmla="*/ 370726 h 736847"/>
              <a:gd name="connsiteX1232" fmla="*/ 491378 w 550059"/>
              <a:gd name="connsiteY1232" fmla="*/ 362989 h 736847"/>
              <a:gd name="connsiteX1233" fmla="*/ 486883 w 550059"/>
              <a:gd name="connsiteY1233" fmla="*/ 355252 h 736847"/>
              <a:gd name="connsiteX1234" fmla="*/ 477377 w 550059"/>
              <a:gd name="connsiteY1234" fmla="*/ 355252 h 736847"/>
              <a:gd name="connsiteX1235" fmla="*/ 472440 w 550059"/>
              <a:gd name="connsiteY1235" fmla="*/ 362989 h 736847"/>
              <a:gd name="connsiteX1236" fmla="*/ 476935 w 550059"/>
              <a:gd name="connsiteY1236" fmla="*/ 370726 h 736847"/>
              <a:gd name="connsiteX1237" fmla="*/ 494399 w 550059"/>
              <a:gd name="connsiteY1237" fmla="*/ 361368 h 736847"/>
              <a:gd name="connsiteX1238" fmla="*/ 503905 w 550059"/>
              <a:gd name="connsiteY1238" fmla="*/ 361368 h 736847"/>
              <a:gd name="connsiteX1239" fmla="*/ 508916 w 550059"/>
              <a:gd name="connsiteY1239" fmla="*/ 353631 h 736847"/>
              <a:gd name="connsiteX1240" fmla="*/ 504347 w 550059"/>
              <a:gd name="connsiteY1240" fmla="*/ 345893 h 736847"/>
              <a:gd name="connsiteX1241" fmla="*/ 494841 w 550059"/>
              <a:gd name="connsiteY1241" fmla="*/ 345893 h 736847"/>
              <a:gd name="connsiteX1242" fmla="*/ 489830 w 550059"/>
              <a:gd name="connsiteY1242" fmla="*/ 353631 h 736847"/>
              <a:gd name="connsiteX1243" fmla="*/ 494399 w 550059"/>
              <a:gd name="connsiteY1243" fmla="*/ 361368 h 736847"/>
              <a:gd name="connsiteX1244" fmla="*/ 504421 w 550059"/>
              <a:gd name="connsiteY1244" fmla="*/ 342725 h 736847"/>
              <a:gd name="connsiteX1245" fmla="*/ 509358 w 550059"/>
              <a:gd name="connsiteY1245" fmla="*/ 334987 h 736847"/>
              <a:gd name="connsiteX1246" fmla="*/ 504715 w 550059"/>
              <a:gd name="connsiteY1246" fmla="*/ 327250 h 736847"/>
              <a:gd name="connsiteX1247" fmla="*/ 495210 w 550059"/>
              <a:gd name="connsiteY1247" fmla="*/ 327250 h 736847"/>
              <a:gd name="connsiteX1248" fmla="*/ 490273 w 550059"/>
              <a:gd name="connsiteY1248" fmla="*/ 334987 h 736847"/>
              <a:gd name="connsiteX1249" fmla="*/ 494841 w 550059"/>
              <a:gd name="connsiteY1249" fmla="*/ 342725 h 736847"/>
              <a:gd name="connsiteX1250" fmla="*/ 504421 w 550059"/>
              <a:gd name="connsiteY1250" fmla="*/ 342725 h 736847"/>
              <a:gd name="connsiteX1251" fmla="*/ 473251 w 550059"/>
              <a:gd name="connsiteY1251" fmla="*/ 325555 h 736847"/>
              <a:gd name="connsiteX1252" fmla="*/ 477893 w 550059"/>
              <a:gd name="connsiteY1252" fmla="*/ 333366 h 736847"/>
              <a:gd name="connsiteX1253" fmla="*/ 487399 w 550059"/>
              <a:gd name="connsiteY1253" fmla="*/ 333366 h 736847"/>
              <a:gd name="connsiteX1254" fmla="*/ 492409 w 550059"/>
              <a:gd name="connsiteY1254" fmla="*/ 325555 h 736847"/>
              <a:gd name="connsiteX1255" fmla="*/ 473251 w 550059"/>
              <a:gd name="connsiteY1255" fmla="*/ 325555 h 736847"/>
              <a:gd name="connsiteX1256" fmla="*/ 404352 w 550059"/>
              <a:gd name="connsiteY1256" fmla="*/ 325629 h 736847"/>
              <a:gd name="connsiteX1257" fmla="*/ 409142 w 550059"/>
              <a:gd name="connsiteY1257" fmla="*/ 333440 h 736847"/>
              <a:gd name="connsiteX1258" fmla="*/ 418647 w 550059"/>
              <a:gd name="connsiteY1258" fmla="*/ 333440 h 736847"/>
              <a:gd name="connsiteX1259" fmla="*/ 423511 w 550059"/>
              <a:gd name="connsiteY1259" fmla="*/ 325629 h 736847"/>
              <a:gd name="connsiteX1260" fmla="*/ 404352 w 550059"/>
              <a:gd name="connsiteY1260" fmla="*/ 325629 h 736847"/>
              <a:gd name="connsiteX1261" fmla="*/ 438838 w 550059"/>
              <a:gd name="connsiteY1261" fmla="*/ 325555 h 736847"/>
              <a:gd name="connsiteX1262" fmla="*/ 443554 w 550059"/>
              <a:gd name="connsiteY1262" fmla="*/ 333366 h 736847"/>
              <a:gd name="connsiteX1263" fmla="*/ 453060 w 550059"/>
              <a:gd name="connsiteY1263" fmla="*/ 333366 h 736847"/>
              <a:gd name="connsiteX1264" fmla="*/ 458071 w 550059"/>
              <a:gd name="connsiteY1264" fmla="*/ 325555 h 736847"/>
              <a:gd name="connsiteX1265" fmla="*/ 438838 w 550059"/>
              <a:gd name="connsiteY1265" fmla="*/ 325555 h 736847"/>
              <a:gd name="connsiteX1266" fmla="*/ 379961 w 550059"/>
              <a:gd name="connsiteY1266" fmla="*/ 325629 h 736847"/>
              <a:gd name="connsiteX1267" fmla="*/ 379961 w 550059"/>
              <a:gd name="connsiteY1267" fmla="*/ 333440 h 736847"/>
              <a:gd name="connsiteX1268" fmla="*/ 384824 w 550059"/>
              <a:gd name="connsiteY1268" fmla="*/ 333440 h 736847"/>
              <a:gd name="connsiteX1269" fmla="*/ 389762 w 550059"/>
              <a:gd name="connsiteY1269" fmla="*/ 325629 h 736847"/>
              <a:gd name="connsiteX1270" fmla="*/ 379961 w 550059"/>
              <a:gd name="connsiteY1270" fmla="*/ 325629 h 736847"/>
              <a:gd name="connsiteX1271" fmla="*/ 498084 w 550059"/>
              <a:gd name="connsiteY1271" fmla="*/ 205591 h 736847"/>
              <a:gd name="connsiteX1272" fmla="*/ 493736 w 550059"/>
              <a:gd name="connsiteY1272" fmla="*/ 197927 h 736847"/>
              <a:gd name="connsiteX1273" fmla="*/ 484820 w 550059"/>
              <a:gd name="connsiteY1273" fmla="*/ 197927 h 736847"/>
              <a:gd name="connsiteX1274" fmla="*/ 480251 w 550059"/>
              <a:gd name="connsiteY1274" fmla="*/ 205591 h 736847"/>
              <a:gd name="connsiteX1275" fmla="*/ 484598 w 550059"/>
              <a:gd name="connsiteY1275" fmla="*/ 213254 h 736847"/>
              <a:gd name="connsiteX1276" fmla="*/ 493515 w 550059"/>
              <a:gd name="connsiteY1276" fmla="*/ 213254 h 736847"/>
              <a:gd name="connsiteX1277" fmla="*/ 498084 w 550059"/>
              <a:gd name="connsiteY1277" fmla="*/ 205591 h 736847"/>
              <a:gd name="connsiteX1278" fmla="*/ 496241 w 550059"/>
              <a:gd name="connsiteY1278" fmla="*/ 214875 h 736847"/>
              <a:gd name="connsiteX1279" fmla="*/ 500589 w 550059"/>
              <a:gd name="connsiteY1279" fmla="*/ 222539 h 736847"/>
              <a:gd name="connsiteX1280" fmla="*/ 509505 w 550059"/>
              <a:gd name="connsiteY1280" fmla="*/ 222539 h 736847"/>
              <a:gd name="connsiteX1281" fmla="*/ 514074 w 550059"/>
              <a:gd name="connsiteY1281" fmla="*/ 214875 h 736847"/>
              <a:gd name="connsiteX1282" fmla="*/ 509726 w 550059"/>
              <a:gd name="connsiteY1282" fmla="*/ 207212 h 736847"/>
              <a:gd name="connsiteX1283" fmla="*/ 500810 w 550059"/>
              <a:gd name="connsiteY1283" fmla="*/ 207212 h 736847"/>
              <a:gd name="connsiteX1284" fmla="*/ 496241 w 550059"/>
              <a:gd name="connsiteY1284" fmla="*/ 214875 h 736847"/>
              <a:gd name="connsiteX1285" fmla="*/ 477451 w 550059"/>
              <a:gd name="connsiteY1285" fmla="*/ 207212 h 736847"/>
              <a:gd name="connsiteX1286" fmla="*/ 468534 w 550059"/>
              <a:gd name="connsiteY1286" fmla="*/ 207212 h 736847"/>
              <a:gd name="connsiteX1287" fmla="*/ 463966 w 550059"/>
              <a:gd name="connsiteY1287" fmla="*/ 214875 h 736847"/>
              <a:gd name="connsiteX1288" fmla="*/ 468313 w 550059"/>
              <a:gd name="connsiteY1288" fmla="*/ 222539 h 736847"/>
              <a:gd name="connsiteX1289" fmla="*/ 477230 w 550059"/>
              <a:gd name="connsiteY1289" fmla="*/ 222539 h 736847"/>
              <a:gd name="connsiteX1290" fmla="*/ 481798 w 550059"/>
              <a:gd name="connsiteY1290" fmla="*/ 214875 h 736847"/>
              <a:gd name="connsiteX1291" fmla="*/ 477451 w 550059"/>
              <a:gd name="connsiteY1291" fmla="*/ 207212 h 736847"/>
              <a:gd name="connsiteX1292" fmla="*/ 465808 w 550059"/>
              <a:gd name="connsiteY1292" fmla="*/ 205664 h 736847"/>
              <a:gd name="connsiteX1293" fmla="*/ 461460 w 550059"/>
              <a:gd name="connsiteY1293" fmla="*/ 198001 h 736847"/>
              <a:gd name="connsiteX1294" fmla="*/ 452544 w 550059"/>
              <a:gd name="connsiteY1294" fmla="*/ 198001 h 736847"/>
              <a:gd name="connsiteX1295" fmla="*/ 447975 w 550059"/>
              <a:gd name="connsiteY1295" fmla="*/ 205664 h 736847"/>
              <a:gd name="connsiteX1296" fmla="*/ 452323 w 550059"/>
              <a:gd name="connsiteY1296" fmla="*/ 213328 h 736847"/>
              <a:gd name="connsiteX1297" fmla="*/ 461239 w 550059"/>
              <a:gd name="connsiteY1297" fmla="*/ 213328 h 736847"/>
              <a:gd name="connsiteX1298" fmla="*/ 465808 w 550059"/>
              <a:gd name="connsiteY1298" fmla="*/ 205664 h 736847"/>
              <a:gd name="connsiteX1299" fmla="*/ 445175 w 550059"/>
              <a:gd name="connsiteY1299" fmla="*/ 207212 h 736847"/>
              <a:gd name="connsiteX1300" fmla="*/ 436259 w 550059"/>
              <a:gd name="connsiteY1300" fmla="*/ 207212 h 736847"/>
              <a:gd name="connsiteX1301" fmla="*/ 431690 w 550059"/>
              <a:gd name="connsiteY1301" fmla="*/ 214875 h 736847"/>
              <a:gd name="connsiteX1302" fmla="*/ 436038 w 550059"/>
              <a:gd name="connsiteY1302" fmla="*/ 222539 h 736847"/>
              <a:gd name="connsiteX1303" fmla="*/ 444954 w 550059"/>
              <a:gd name="connsiteY1303" fmla="*/ 222539 h 736847"/>
              <a:gd name="connsiteX1304" fmla="*/ 449523 w 550059"/>
              <a:gd name="connsiteY1304" fmla="*/ 214875 h 736847"/>
              <a:gd name="connsiteX1305" fmla="*/ 445175 w 550059"/>
              <a:gd name="connsiteY1305" fmla="*/ 207212 h 736847"/>
              <a:gd name="connsiteX1306" fmla="*/ 433532 w 550059"/>
              <a:gd name="connsiteY1306" fmla="*/ 205664 h 736847"/>
              <a:gd name="connsiteX1307" fmla="*/ 429185 w 550059"/>
              <a:gd name="connsiteY1307" fmla="*/ 198001 h 736847"/>
              <a:gd name="connsiteX1308" fmla="*/ 420269 w 550059"/>
              <a:gd name="connsiteY1308" fmla="*/ 198001 h 736847"/>
              <a:gd name="connsiteX1309" fmla="*/ 415700 w 550059"/>
              <a:gd name="connsiteY1309" fmla="*/ 205664 h 736847"/>
              <a:gd name="connsiteX1310" fmla="*/ 420121 w 550059"/>
              <a:gd name="connsiteY1310" fmla="*/ 213328 h 736847"/>
              <a:gd name="connsiteX1311" fmla="*/ 429038 w 550059"/>
              <a:gd name="connsiteY1311" fmla="*/ 213328 h 736847"/>
              <a:gd name="connsiteX1312" fmla="*/ 433532 w 550059"/>
              <a:gd name="connsiteY1312" fmla="*/ 205664 h 736847"/>
              <a:gd name="connsiteX1313" fmla="*/ 412900 w 550059"/>
              <a:gd name="connsiteY1313" fmla="*/ 207212 h 736847"/>
              <a:gd name="connsiteX1314" fmla="*/ 403983 w 550059"/>
              <a:gd name="connsiteY1314" fmla="*/ 207212 h 736847"/>
              <a:gd name="connsiteX1315" fmla="*/ 399488 w 550059"/>
              <a:gd name="connsiteY1315" fmla="*/ 214875 h 736847"/>
              <a:gd name="connsiteX1316" fmla="*/ 403910 w 550059"/>
              <a:gd name="connsiteY1316" fmla="*/ 222539 h 736847"/>
              <a:gd name="connsiteX1317" fmla="*/ 412826 w 550059"/>
              <a:gd name="connsiteY1317" fmla="*/ 222539 h 736847"/>
              <a:gd name="connsiteX1318" fmla="*/ 417395 w 550059"/>
              <a:gd name="connsiteY1318" fmla="*/ 214875 h 736847"/>
              <a:gd name="connsiteX1319" fmla="*/ 412900 w 550059"/>
              <a:gd name="connsiteY1319" fmla="*/ 207212 h 736847"/>
              <a:gd name="connsiteX1320" fmla="*/ 396688 w 550059"/>
              <a:gd name="connsiteY1320" fmla="*/ 216497 h 736847"/>
              <a:gd name="connsiteX1321" fmla="*/ 387772 w 550059"/>
              <a:gd name="connsiteY1321" fmla="*/ 216497 h 736847"/>
              <a:gd name="connsiteX1322" fmla="*/ 383277 w 550059"/>
              <a:gd name="connsiteY1322" fmla="*/ 224160 h 736847"/>
              <a:gd name="connsiteX1323" fmla="*/ 387698 w 550059"/>
              <a:gd name="connsiteY1323" fmla="*/ 231824 h 736847"/>
              <a:gd name="connsiteX1324" fmla="*/ 396615 w 550059"/>
              <a:gd name="connsiteY1324" fmla="*/ 231824 h 736847"/>
              <a:gd name="connsiteX1325" fmla="*/ 401110 w 550059"/>
              <a:gd name="connsiteY1325" fmla="*/ 224160 h 736847"/>
              <a:gd name="connsiteX1326" fmla="*/ 396688 w 550059"/>
              <a:gd name="connsiteY1326" fmla="*/ 216497 h 736847"/>
              <a:gd name="connsiteX1327" fmla="*/ 401183 w 550059"/>
              <a:gd name="connsiteY1327" fmla="*/ 205664 h 736847"/>
              <a:gd name="connsiteX1328" fmla="*/ 396762 w 550059"/>
              <a:gd name="connsiteY1328" fmla="*/ 198001 h 736847"/>
              <a:gd name="connsiteX1329" fmla="*/ 387846 w 550059"/>
              <a:gd name="connsiteY1329" fmla="*/ 198001 h 736847"/>
              <a:gd name="connsiteX1330" fmla="*/ 383351 w 550059"/>
              <a:gd name="connsiteY1330" fmla="*/ 205664 h 736847"/>
              <a:gd name="connsiteX1331" fmla="*/ 387772 w 550059"/>
              <a:gd name="connsiteY1331" fmla="*/ 213328 h 736847"/>
              <a:gd name="connsiteX1332" fmla="*/ 396688 w 550059"/>
              <a:gd name="connsiteY1332" fmla="*/ 213328 h 736847"/>
              <a:gd name="connsiteX1333" fmla="*/ 401183 w 550059"/>
              <a:gd name="connsiteY1333" fmla="*/ 205664 h 736847"/>
              <a:gd name="connsiteX1334" fmla="*/ 380624 w 550059"/>
              <a:gd name="connsiteY1334" fmla="*/ 207285 h 736847"/>
              <a:gd name="connsiteX1335" fmla="*/ 371708 w 550059"/>
              <a:gd name="connsiteY1335" fmla="*/ 207285 h 736847"/>
              <a:gd name="connsiteX1336" fmla="*/ 367213 w 550059"/>
              <a:gd name="connsiteY1336" fmla="*/ 214949 h 736847"/>
              <a:gd name="connsiteX1337" fmla="*/ 371634 w 550059"/>
              <a:gd name="connsiteY1337" fmla="*/ 222613 h 736847"/>
              <a:gd name="connsiteX1338" fmla="*/ 380551 w 550059"/>
              <a:gd name="connsiteY1338" fmla="*/ 222613 h 736847"/>
              <a:gd name="connsiteX1339" fmla="*/ 385046 w 550059"/>
              <a:gd name="connsiteY1339" fmla="*/ 214949 h 736847"/>
              <a:gd name="connsiteX1340" fmla="*/ 380624 w 550059"/>
              <a:gd name="connsiteY1340" fmla="*/ 207285 h 736847"/>
              <a:gd name="connsiteX1341" fmla="*/ 368908 w 550059"/>
              <a:gd name="connsiteY1341" fmla="*/ 205664 h 736847"/>
              <a:gd name="connsiteX1342" fmla="*/ 364487 w 550059"/>
              <a:gd name="connsiteY1342" fmla="*/ 198001 h 736847"/>
              <a:gd name="connsiteX1343" fmla="*/ 355570 w 550059"/>
              <a:gd name="connsiteY1343" fmla="*/ 198001 h 736847"/>
              <a:gd name="connsiteX1344" fmla="*/ 351075 w 550059"/>
              <a:gd name="connsiteY1344" fmla="*/ 205664 h 736847"/>
              <a:gd name="connsiteX1345" fmla="*/ 355497 w 550059"/>
              <a:gd name="connsiteY1345" fmla="*/ 213328 h 736847"/>
              <a:gd name="connsiteX1346" fmla="*/ 364413 w 550059"/>
              <a:gd name="connsiteY1346" fmla="*/ 213328 h 736847"/>
              <a:gd name="connsiteX1347" fmla="*/ 368908 w 550059"/>
              <a:gd name="connsiteY1347" fmla="*/ 205664 h 736847"/>
              <a:gd name="connsiteX1348" fmla="*/ 348275 w 550059"/>
              <a:gd name="connsiteY1348" fmla="*/ 207285 h 736847"/>
              <a:gd name="connsiteX1349" fmla="*/ 339359 w 550059"/>
              <a:gd name="connsiteY1349" fmla="*/ 207285 h 736847"/>
              <a:gd name="connsiteX1350" fmla="*/ 334864 w 550059"/>
              <a:gd name="connsiteY1350" fmla="*/ 214949 h 736847"/>
              <a:gd name="connsiteX1351" fmla="*/ 339285 w 550059"/>
              <a:gd name="connsiteY1351" fmla="*/ 222613 h 736847"/>
              <a:gd name="connsiteX1352" fmla="*/ 348201 w 550059"/>
              <a:gd name="connsiteY1352" fmla="*/ 222613 h 736847"/>
              <a:gd name="connsiteX1353" fmla="*/ 352696 w 550059"/>
              <a:gd name="connsiteY1353" fmla="*/ 214949 h 736847"/>
              <a:gd name="connsiteX1354" fmla="*/ 348275 w 550059"/>
              <a:gd name="connsiteY1354" fmla="*/ 207285 h 736847"/>
              <a:gd name="connsiteX1355" fmla="*/ 336632 w 550059"/>
              <a:gd name="connsiteY1355" fmla="*/ 205664 h 736847"/>
              <a:gd name="connsiteX1356" fmla="*/ 332211 w 550059"/>
              <a:gd name="connsiteY1356" fmla="*/ 198001 h 736847"/>
              <a:gd name="connsiteX1357" fmla="*/ 323295 w 550059"/>
              <a:gd name="connsiteY1357" fmla="*/ 198001 h 736847"/>
              <a:gd name="connsiteX1358" fmla="*/ 318800 w 550059"/>
              <a:gd name="connsiteY1358" fmla="*/ 205664 h 736847"/>
              <a:gd name="connsiteX1359" fmla="*/ 323221 w 550059"/>
              <a:gd name="connsiteY1359" fmla="*/ 213328 h 736847"/>
              <a:gd name="connsiteX1360" fmla="*/ 332137 w 550059"/>
              <a:gd name="connsiteY1360" fmla="*/ 213328 h 736847"/>
              <a:gd name="connsiteX1361" fmla="*/ 336632 w 550059"/>
              <a:gd name="connsiteY1361" fmla="*/ 205664 h 736847"/>
              <a:gd name="connsiteX1362" fmla="*/ 316000 w 550059"/>
              <a:gd name="connsiteY1362" fmla="*/ 207285 h 736847"/>
              <a:gd name="connsiteX1363" fmla="*/ 307083 w 550059"/>
              <a:gd name="connsiteY1363" fmla="*/ 207285 h 736847"/>
              <a:gd name="connsiteX1364" fmla="*/ 302588 w 550059"/>
              <a:gd name="connsiteY1364" fmla="*/ 214949 h 736847"/>
              <a:gd name="connsiteX1365" fmla="*/ 307010 w 550059"/>
              <a:gd name="connsiteY1365" fmla="*/ 222613 h 736847"/>
              <a:gd name="connsiteX1366" fmla="*/ 315926 w 550059"/>
              <a:gd name="connsiteY1366" fmla="*/ 222613 h 736847"/>
              <a:gd name="connsiteX1367" fmla="*/ 320421 w 550059"/>
              <a:gd name="connsiteY1367" fmla="*/ 214949 h 736847"/>
              <a:gd name="connsiteX1368" fmla="*/ 316000 w 550059"/>
              <a:gd name="connsiteY1368" fmla="*/ 207285 h 736847"/>
              <a:gd name="connsiteX1369" fmla="*/ 304283 w 550059"/>
              <a:gd name="connsiteY1369" fmla="*/ 205664 h 736847"/>
              <a:gd name="connsiteX1370" fmla="*/ 299862 w 550059"/>
              <a:gd name="connsiteY1370" fmla="*/ 198001 h 736847"/>
              <a:gd name="connsiteX1371" fmla="*/ 290946 w 550059"/>
              <a:gd name="connsiteY1371" fmla="*/ 198001 h 736847"/>
              <a:gd name="connsiteX1372" fmla="*/ 286451 w 550059"/>
              <a:gd name="connsiteY1372" fmla="*/ 205664 h 736847"/>
              <a:gd name="connsiteX1373" fmla="*/ 290946 w 550059"/>
              <a:gd name="connsiteY1373" fmla="*/ 213328 h 736847"/>
              <a:gd name="connsiteX1374" fmla="*/ 299862 w 550059"/>
              <a:gd name="connsiteY1374" fmla="*/ 213328 h 736847"/>
              <a:gd name="connsiteX1375" fmla="*/ 304283 w 550059"/>
              <a:gd name="connsiteY1375" fmla="*/ 205664 h 736847"/>
              <a:gd name="connsiteX1376" fmla="*/ 290872 w 550059"/>
              <a:gd name="connsiteY1376" fmla="*/ 216570 h 736847"/>
              <a:gd name="connsiteX1377" fmla="*/ 286377 w 550059"/>
              <a:gd name="connsiteY1377" fmla="*/ 224234 h 736847"/>
              <a:gd name="connsiteX1378" fmla="*/ 290798 w 550059"/>
              <a:gd name="connsiteY1378" fmla="*/ 231897 h 736847"/>
              <a:gd name="connsiteX1379" fmla="*/ 299714 w 550059"/>
              <a:gd name="connsiteY1379" fmla="*/ 231897 h 736847"/>
              <a:gd name="connsiteX1380" fmla="*/ 304209 w 550059"/>
              <a:gd name="connsiteY1380" fmla="*/ 224234 h 736847"/>
              <a:gd name="connsiteX1381" fmla="*/ 299788 w 550059"/>
              <a:gd name="connsiteY1381" fmla="*/ 216570 h 736847"/>
              <a:gd name="connsiteX1382" fmla="*/ 290872 w 550059"/>
              <a:gd name="connsiteY1382" fmla="*/ 216570 h 736847"/>
              <a:gd name="connsiteX1383" fmla="*/ 302515 w 550059"/>
              <a:gd name="connsiteY1383" fmla="*/ 233519 h 736847"/>
              <a:gd name="connsiteX1384" fmla="*/ 306936 w 550059"/>
              <a:gd name="connsiteY1384" fmla="*/ 241182 h 736847"/>
              <a:gd name="connsiteX1385" fmla="*/ 315852 w 550059"/>
              <a:gd name="connsiteY1385" fmla="*/ 241182 h 736847"/>
              <a:gd name="connsiteX1386" fmla="*/ 320347 w 550059"/>
              <a:gd name="connsiteY1386" fmla="*/ 233519 h 736847"/>
              <a:gd name="connsiteX1387" fmla="*/ 315926 w 550059"/>
              <a:gd name="connsiteY1387" fmla="*/ 225855 h 736847"/>
              <a:gd name="connsiteX1388" fmla="*/ 307010 w 550059"/>
              <a:gd name="connsiteY1388" fmla="*/ 225855 h 736847"/>
              <a:gd name="connsiteX1389" fmla="*/ 302515 w 550059"/>
              <a:gd name="connsiteY1389" fmla="*/ 233519 h 736847"/>
              <a:gd name="connsiteX1390" fmla="*/ 323147 w 550059"/>
              <a:gd name="connsiteY1390" fmla="*/ 231897 h 736847"/>
              <a:gd name="connsiteX1391" fmla="*/ 332064 w 550059"/>
              <a:gd name="connsiteY1391" fmla="*/ 231897 h 736847"/>
              <a:gd name="connsiteX1392" fmla="*/ 336559 w 550059"/>
              <a:gd name="connsiteY1392" fmla="*/ 224234 h 736847"/>
              <a:gd name="connsiteX1393" fmla="*/ 332137 w 550059"/>
              <a:gd name="connsiteY1393" fmla="*/ 216570 h 736847"/>
              <a:gd name="connsiteX1394" fmla="*/ 323221 w 550059"/>
              <a:gd name="connsiteY1394" fmla="*/ 216570 h 736847"/>
              <a:gd name="connsiteX1395" fmla="*/ 318726 w 550059"/>
              <a:gd name="connsiteY1395" fmla="*/ 224234 h 736847"/>
              <a:gd name="connsiteX1396" fmla="*/ 323147 w 550059"/>
              <a:gd name="connsiteY1396" fmla="*/ 231897 h 736847"/>
              <a:gd name="connsiteX1397" fmla="*/ 334790 w 550059"/>
              <a:gd name="connsiteY1397" fmla="*/ 233519 h 736847"/>
              <a:gd name="connsiteX1398" fmla="*/ 339211 w 550059"/>
              <a:gd name="connsiteY1398" fmla="*/ 241182 h 736847"/>
              <a:gd name="connsiteX1399" fmla="*/ 348128 w 550059"/>
              <a:gd name="connsiteY1399" fmla="*/ 241182 h 736847"/>
              <a:gd name="connsiteX1400" fmla="*/ 352623 w 550059"/>
              <a:gd name="connsiteY1400" fmla="*/ 233519 h 736847"/>
              <a:gd name="connsiteX1401" fmla="*/ 348201 w 550059"/>
              <a:gd name="connsiteY1401" fmla="*/ 225855 h 736847"/>
              <a:gd name="connsiteX1402" fmla="*/ 339285 w 550059"/>
              <a:gd name="connsiteY1402" fmla="*/ 225855 h 736847"/>
              <a:gd name="connsiteX1403" fmla="*/ 334790 w 550059"/>
              <a:gd name="connsiteY1403" fmla="*/ 233519 h 736847"/>
              <a:gd name="connsiteX1404" fmla="*/ 355349 w 550059"/>
              <a:gd name="connsiteY1404" fmla="*/ 231897 h 736847"/>
              <a:gd name="connsiteX1405" fmla="*/ 364265 w 550059"/>
              <a:gd name="connsiteY1405" fmla="*/ 231897 h 736847"/>
              <a:gd name="connsiteX1406" fmla="*/ 368760 w 550059"/>
              <a:gd name="connsiteY1406" fmla="*/ 224234 h 736847"/>
              <a:gd name="connsiteX1407" fmla="*/ 364339 w 550059"/>
              <a:gd name="connsiteY1407" fmla="*/ 216570 h 736847"/>
              <a:gd name="connsiteX1408" fmla="*/ 355423 w 550059"/>
              <a:gd name="connsiteY1408" fmla="*/ 216570 h 736847"/>
              <a:gd name="connsiteX1409" fmla="*/ 350928 w 550059"/>
              <a:gd name="connsiteY1409" fmla="*/ 224234 h 736847"/>
              <a:gd name="connsiteX1410" fmla="*/ 355349 w 550059"/>
              <a:gd name="connsiteY1410" fmla="*/ 231897 h 736847"/>
              <a:gd name="connsiteX1411" fmla="*/ 367066 w 550059"/>
              <a:gd name="connsiteY1411" fmla="*/ 233519 h 736847"/>
              <a:gd name="connsiteX1412" fmla="*/ 371487 w 550059"/>
              <a:gd name="connsiteY1412" fmla="*/ 241182 h 736847"/>
              <a:gd name="connsiteX1413" fmla="*/ 380403 w 550059"/>
              <a:gd name="connsiteY1413" fmla="*/ 241182 h 736847"/>
              <a:gd name="connsiteX1414" fmla="*/ 384898 w 550059"/>
              <a:gd name="connsiteY1414" fmla="*/ 233519 h 736847"/>
              <a:gd name="connsiteX1415" fmla="*/ 380477 w 550059"/>
              <a:gd name="connsiteY1415" fmla="*/ 225855 h 736847"/>
              <a:gd name="connsiteX1416" fmla="*/ 371561 w 550059"/>
              <a:gd name="connsiteY1416" fmla="*/ 225855 h 736847"/>
              <a:gd name="connsiteX1417" fmla="*/ 367066 w 550059"/>
              <a:gd name="connsiteY1417" fmla="*/ 233519 h 736847"/>
              <a:gd name="connsiteX1418" fmla="*/ 382982 w 550059"/>
              <a:gd name="connsiteY1418" fmla="*/ 242951 h 736847"/>
              <a:gd name="connsiteX1419" fmla="*/ 400962 w 550059"/>
              <a:gd name="connsiteY1419" fmla="*/ 242951 h 736847"/>
              <a:gd name="connsiteX1420" fmla="*/ 396467 w 550059"/>
              <a:gd name="connsiteY1420" fmla="*/ 235066 h 736847"/>
              <a:gd name="connsiteX1421" fmla="*/ 387551 w 550059"/>
              <a:gd name="connsiteY1421" fmla="*/ 235066 h 736847"/>
              <a:gd name="connsiteX1422" fmla="*/ 382982 w 550059"/>
              <a:gd name="connsiteY1422" fmla="*/ 242951 h 736847"/>
              <a:gd name="connsiteX1423" fmla="*/ 403689 w 550059"/>
              <a:gd name="connsiteY1423" fmla="*/ 241182 h 736847"/>
              <a:gd name="connsiteX1424" fmla="*/ 412605 w 550059"/>
              <a:gd name="connsiteY1424" fmla="*/ 241182 h 736847"/>
              <a:gd name="connsiteX1425" fmla="*/ 417100 w 550059"/>
              <a:gd name="connsiteY1425" fmla="*/ 233519 h 736847"/>
              <a:gd name="connsiteX1426" fmla="*/ 412752 w 550059"/>
              <a:gd name="connsiteY1426" fmla="*/ 225855 h 736847"/>
              <a:gd name="connsiteX1427" fmla="*/ 403836 w 550059"/>
              <a:gd name="connsiteY1427" fmla="*/ 225855 h 736847"/>
              <a:gd name="connsiteX1428" fmla="*/ 399341 w 550059"/>
              <a:gd name="connsiteY1428" fmla="*/ 233519 h 736847"/>
              <a:gd name="connsiteX1429" fmla="*/ 403689 w 550059"/>
              <a:gd name="connsiteY1429" fmla="*/ 241182 h 736847"/>
              <a:gd name="connsiteX1430" fmla="*/ 419900 w 550059"/>
              <a:gd name="connsiteY1430" fmla="*/ 231897 h 736847"/>
              <a:gd name="connsiteX1431" fmla="*/ 428816 w 550059"/>
              <a:gd name="connsiteY1431" fmla="*/ 231897 h 736847"/>
              <a:gd name="connsiteX1432" fmla="*/ 433385 w 550059"/>
              <a:gd name="connsiteY1432" fmla="*/ 224234 h 736847"/>
              <a:gd name="connsiteX1433" fmla="*/ 429038 w 550059"/>
              <a:gd name="connsiteY1433" fmla="*/ 216570 h 736847"/>
              <a:gd name="connsiteX1434" fmla="*/ 420121 w 550059"/>
              <a:gd name="connsiteY1434" fmla="*/ 216570 h 736847"/>
              <a:gd name="connsiteX1435" fmla="*/ 415553 w 550059"/>
              <a:gd name="connsiteY1435" fmla="*/ 224234 h 736847"/>
              <a:gd name="connsiteX1436" fmla="*/ 419900 w 550059"/>
              <a:gd name="connsiteY1436" fmla="*/ 231897 h 736847"/>
              <a:gd name="connsiteX1437" fmla="*/ 431543 w 550059"/>
              <a:gd name="connsiteY1437" fmla="*/ 233519 h 736847"/>
              <a:gd name="connsiteX1438" fmla="*/ 435891 w 550059"/>
              <a:gd name="connsiteY1438" fmla="*/ 241182 h 736847"/>
              <a:gd name="connsiteX1439" fmla="*/ 444807 w 550059"/>
              <a:gd name="connsiteY1439" fmla="*/ 241182 h 736847"/>
              <a:gd name="connsiteX1440" fmla="*/ 449375 w 550059"/>
              <a:gd name="connsiteY1440" fmla="*/ 233519 h 736847"/>
              <a:gd name="connsiteX1441" fmla="*/ 445028 w 550059"/>
              <a:gd name="connsiteY1441" fmla="*/ 225855 h 736847"/>
              <a:gd name="connsiteX1442" fmla="*/ 436112 w 550059"/>
              <a:gd name="connsiteY1442" fmla="*/ 225855 h 736847"/>
              <a:gd name="connsiteX1443" fmla="*/ 431543 w 550059"/>
              <a:gd name="connsiteY1443" fmla="*/ 233519 h 736847"/>
              <a:gd name="connsiteX1444" fmla="*/ 452102 w 550059"/>
              <a:gd name="connsiteY1444" fmla="*/ 231897 h 736847"/>
              <a:gd name="connsiteX1445" fmla="*/ 461018 w 550059"/>
              <a:gd name="connsiteY1445" fmla="*/ 231897 h 736847"/>
              <a:gd name="connsiteX1446" fmla="*/ 465587 w 550059"/>
              <a:gd name="connsiteY1446" fmla="*/ 224234 h 736847"/>
              <a:gd name="connsiteX1447" fmla="*/ 461239 w 550059"/>
              <a:gd name="connsiteY1447" fmla="*/ 216570 h 736847"/>
              <a:gd name="connsiteX1448" fmla="*/ 452323 w 550059"/>
              <a:gd name="connsiteY1448" fmla="*/ 216570 h 736847"/>
              <a:gd name="connsiteX1449" fmla="*/ 447754 w 550059"/>
              <a:gd name="connsiteY1449" fmla="*/ 224234 h 736847"/>
              <a:gd name="connsiteX1450" fmla="*/ 452102 w 550059"/>
              <a:gd name="connsiteY1450" fmla="*/ 231897 h 736847"/>
              <a:gd name="connsiteX1451" fmla="*/ 463745 w 550059"/>
              <a:gd name="connsiteY1451" fmla="*/ 233445 h 736847"/>
              <a:gd name="connsiteX1452" fmla="*/ 468092 w 550059"/>
              <a:gd name="connsiteY1452" fmla="*/ 241108 h 736847"/>
              <a:gd name="connsiteX1453" fmla="*/ 477009 w 550059"/>
              <a:gd name="connsiteY1453" fmla="*/ 241108 h 736847"/>
              <a:gd name="connsiteX1454" fmla="*/ 481577 w 550059"/>
              <a:gd name="connsiteY1454" fmla="*/ 233445 h 736847"/>
              <a:gd name="connsiteX1455" fmla="*/ 477230 w 550059"/>
              <a:gd name="connsiteY1455" fmla="*/ 225781 h 736847"/>
              <a:gd name="connsiteX1456" fmla="*/ 468313 w 550059"/>
              <a:gd name="connsiteY1456" fmla="*/ 225781 h 736847"/>
              <a:gd name="connsiteX1457" fmla="*/ 463745 w 550059"/>
              <a:gd name="connsiteY1457" fmla="*/ 233445 h 736847"/>
              <a:gd name="connsiteX1458" fmla="*/ 484304 w 550059"/>
              <a:gd name="connsiteY1458" fmla="*/ 231897 h 736847"/>
              <a:gd name="connsiteX1459" fmla="*/ 493220 w 550059"/>
              <a:gd name="connsiteY1459" fmla="*/ 231897 h 736847"/>
              <a:gd name="connsiteX1460" fmla="*/ 497789 w 550059"/>
              <a:gd name="connsiteY1460" fmla="*/ 224234 h 736847"/>
              <a:gd name="connsiteX1461" fmla="*/ 493441 w 550059"/>
              <a:gd name="connsiteY1461" fmla="*/ 216570 h 736847"/>
              <a:gd name="connsiteX1462" fmla="*/ 484525 w 550059"/>
              <a:gd name="connsiteY1462" fmla="*/ 216570 h 736847"/>
              <a:gd name="connsiteX1463" fmla="*/ 479956 w 550059"/>
              <a:gd name="connsiteY1463" fmla="*/ 224234 h 736847"/>
              <a:gd name="connsiteX1464" fmla="*/ 484304 w 550059"/>
              <a:gd name="connsiteY1464" fmla="*/ 231897 h 736847"/>
              <a:gd name="connsiteX1465" fmla="*/ 495947 w 550059"/>
              <a:gd name="connsiteY1465" fmla="*/ 233445 h 736847"/>
              <a:gd name="connsiteX1466" fmla="*/ 500294 w 550059"/>
              <a:gd name="connsiteY1466" fmla="*/ 241108 h 736847"/>
              <a:gd name="connsiteX1467" fmla="*/ 509210 w 550059"/>
              <a:gd name="connsiteY1467" fmla="*/ 241108 h 736847"/>
              <a:gd name="connsiteX1468" fmla="*/ 513779 w 550059"/>
              <a:gd name="connsiteY1468" fmla="*/ 233445 h 736847"/>
              <a:gd name="connsiteX1469" fmla="*/ 509505 w 550059"/>
              <a:gd name="connsiteY1469" fmla="*/ 225781 h 736847"/>
              <a:gd name="connsiteX1470" fmla="*/ 500589 w 550059"/>
              <a:gd name="connsiteY1470" fmla="*/ 225781 h 736847"/>
              <a:gd name="connsiteX1471" fmla="*/ 495947 w 550059"/>
              <a:gd name="connsiteY1471" fmla="*/ 233445 h 736847"/>
              <a:gd name="connsiteX1472" fmla="*/ 516506 w 550059"/>
              <a:gd name="connsiteY1472" fmla="*/ 231824 h 736847"/>
              <a:gd name="connsiteX1473" fmla="*/ 525422 w 550059"/>
              <a:gd name="connsiteY1473" fmla="*/ 231824 h 736847"/>
              <a:gd name="connsiteX1474" fmla="*/ 529991 w 550059"/>
              <a:gd name="connsiteY1474" fmla="*/ 224160 h 736847"/>
              <a:gd name="connsiteX1475" fmla="*/ 525717 w 550059"/>
              <a:gd name="connsiteY1475" fmla="*/ 216497 h 736847"/>
              <a:gd name="connsiteX1476" fmla="*/ 516800 w 550059"/>
              <a:gd name="connsiteY1476" fmla="*/ 216497 h 736847"/>
              <a:gd name="connsiteX1477" fmla="*/ 512232 w 550059"/>
              <a:gd name="connsiteY1477" fmla="*/ 224160 h 736847"/>
              <a:gd name="connsiteX1478" fmla="*/ 516506 w 550059"/>
              <a:gd name="connsiteY1478" fmla="*/ 231824 h 736847"/>
              <a:gd name="connsiteX1479" fmla="*/ 525717 w 550059"/>
              <a:gd name="connsiteY1479" fmla="*/ 213328 h 736847"/>
              <a:gd name="connsiteX1480" fmla="*/ 530285 w 550059"/>
              <a:gd name="connsiteY1480" fmla="*/ 205664 h 736847"/>
              <a:gd name="connsiteX1481" fmla="*/ 525938 w 550059"/>
              <a:gd name="connsiteY1481" fmla="*/ 198001 h 736847"/>
              <a:gd name="connsiteX1482" fmla="*/ 517021 w 550059"/>
              <a:gd name="connsiteY1482" fmla="*/ 198001 h 736847"/>
              <a:gd name="connsiteX1483" fmla="*/ 512453 w 550059"/>
              <a:gd name="connsiteY1483" fmla="*/ 205664 h 736847"/>
              <a:gd name="connsiteX1484" fmla="*/ 516800 w 550059"/>
              <a:gd name="connsiteY1484" fmla="*/ 213328 h 736847"/>
              <a:gd name="connsiteX1485" fmla="*/ 525717 w 550059"/>
              <a:gd name="connsiteY1485" fmla="*/ 213328 h 736847"/>
              <a:gd name="connsiteX1486" fmla="*/ 514369 w 550059"/>
              <a:gd name="connsiteY1486" fmla="*/ 196306 h 736847"/>
              <a:gd name="connsiteX1487" fmla="*/ 510021 w 550059"/>
              <a:gd name="connsiteY1487" fmla="*/ 188642 h 736847"/>
              <a:gd name="connsiteX1488" fmla="*/ 501105 w 550059"/>
              <a:gd name="connsiteY1488" fmla="*/ 188642 h 736847"/>
              <a:gd name="connsiteX1489" fmla="*/ 496536 w 550059"/>
              <a:gd name="connsiteY1489" fmla="*/ 196306 h 736847"/>
              <a:gd name="connsiteX1490" fmla="*/ 500884 w 550059"/>
              <a:gd name="connsiteY1490" fmla="*/ 203969 h 736847"/>
              <a:gd name="connsiteX1491" fmla="*/ 509800 w 550059"/>
              <a:gd name="connsiteY1491" fmla="*/ 203969 h 736847"/>
              <a:gd name="connsiteX1492" fmla="*/ 514369 w 550059"/>
              <a:gd name="connsiteY1492" fmla="*/ 196306 h 736847"/>
              <a:gd name="connsiteX1493" fmla="*/ 498378 w 550059"/>
              <a:gd name="connsiteY1493" fmla="*/ 187095 h 736847"/>
              <a:gd name="connsiteX1494" fmla="*/ 494031 w 550059"/>
              <a:gd name="connsiteY1494" fmla="*/ 179431 h 736847"/>
              <a:gd name="connsiteX1495" fmla="*/ 485114 w 550059"/>
              <a:gd name="connsiteY1495" fmla="*/ 179431 h 736847"/>
              <a:gd name="connsiteX1496" fmla="*/ 480546 w 550059"/>
              <a:gd name="connsiteY1496" fmla="*/ 187095 h 736847"/>
              <a:gd name="connsiteX1497" fmla="*/ 484893 w 550059"/>
              <a:gd name="connsiteY1497" fmla="*/ 194758 h 736847"/>
              <a:gd name="connsiteX1498" fmla="*/ 493810 w 550059"/>
              <a:gd name="connsiteY1498" fmla="*/ 194758 h 736847"/>
              <a:gd name="connsiteX1499" fmla="*/ 498378 w 550059"/>
              <a:gd name="connsiteY1499" fmla="*/ 187095 h 736847"/>
              <a:gd name="connsiteX1500" fmla="*/ 477745 w 550059"/>
              <a:gd name="connsiteY1500" fmla="*/ 188642 h 736847"/>
              <a:gd name="connsiteX1501" fmla="*/ 468829 w 550059"/>
              <a:gd name="connsiteY1501" fmla="*/ 188642 h 736847"/>
              <a:gd name="connsiteX1502" fmla="*/ 464261 w 550059"/>
              <a:gd name="connsiteY1502" fmla="*/ 196306 h 736847"/>
              <a:gd name="connsiteX1503" fmla="*/ 468608 w 550059"/>
              <a:gd name="connsiteY1503" fmla="*/ 203969 h 736847"/>
              <a:gd name="connsiteX1504" fmla="*/ 477524 w 550059"/>
              <a:gd name="connsiteY1504" fmla="*/ 203969 h 736847"/>
              <a:gd name="connsiteX1505" fmla="*/ 482093 w 550059"/>
              <a:gd name="connsiteY1505" fmla="*/ 196306 h 736847"/>
              <a:gd name="connsiteX1506" fmla="*/ 477745 w 550059"/>
              <a:gd name="connsiteY1506" fmla="*/ 188642 h 736847"/>
              <a:gd name="connsiteX1507" fmla="*/ 466029 w 550059"/>
              <a:gd name="connsiteY1507" fmla="*/ 187095 h 736847"/>
              <a:gd name="connsiteX1508" fmla="*/ 461681 w 550059"/>
              <a:gd name="connsiteY1508" fmla="*/ 179431 h 736847"/>
              <a:gd name="connsiteX1509" fmla="*/ 452765 w 550059"/>
              <a:gd name="connsiteY1509" fmla="*/ 179431 h 736847"/>
              <a:gd name="connsiteX1510" fmla="*/ 448196 w 550059"/>
              <a:gd name="connsiteY1510" fmla="*/ 187095 h 736847"/>
              <a:gd name="connsiteX1511" fmla="*/ 452544 w 550059"/>
              <a:gd name="connsiteY1511" fmla="*/ 194758 h 736847"/>
              <a:gd name="connsiteX1512" fmla="*/ 461460 w 550059"/>
              <a:gd name="connsiteY1512" fmla="*/ 194758 h 736847"/>
              <a:gd name="connsiteX1513" fmla="*/ 466029 w 550059"/>
              <a:gd name="connsiteY1513" fmla="*/ 187095 h 736847"/>
              <a:gd name="connsiteX1514" fmla="*/ 445396 w 550059"/>
              <a:gd name="connsiteY1514" fmla="*/ 188716 h 736847"/>
              <a:gd name="connsiteX1515" fmla="*/ 436480 w 550059"/>
              <a:gd name="connsiteY1515" fmla="*/ 188716 h 736847"/>
              <a:gd name="connsiteX1516" fmla="*/ 431911 w 550059"/>
              <a:gd name="connsiteY1516" fmla="*/ 196380 h 736847"/>
              <a:gd name="connsiteX1517" fmla="*/ 436259 w 550059"/>
              <a:gd name="connsiteY1517" fmla="*/ 204043 h 736847"/>
              <a:gd name="connsiteX1518" fmla="*/ 445175 w 550059"/>
              <a:gd name="connsiteY1518" fmla="*/ 204043 h 736847"/>
              <a:gd name="connsiteX1519" fmla="*/ 449744 w 550059"/>
              <a:gd name="connsiteY1519" fmla="*/ 196380 h 736847"/>
              <a:gd name="connsiteX1520" fmla="*/ 445396 w 550059"/>
              <a:gd name="connsiteY1520" fmla="*/ 188716 h 736847"/>
              <a:gd name="connsiteX1521" fmla="*/ 433754 w 550059"/>
              <a:gd name="connsiteY1521" fmla="*/ 187095 h 736847"/>
              <a:gd name="connsiteX1522" fmla="*/ 429332 w 550059"/>
              <a:gd name="connsiteY1522" fmla="*/ 179431 h 736847"/>
              <a:gd name="connsiteX1523" fmla="*/ 420416 w 550059"/>
              <a:gd name="connsiteY1523" fmla="*/ 179431 h 736847"/>
              <a:gd name="connsiteX1524" fmla="*/ 415847 w 550059"/>
              <a:gd name="connsiteY1524" fmla="*/ 187095 h 736847"/>
              <a:gd name="connsiteX1525" fmla="*/ 420269 w 550059"/>
              <a:gd name="connsiteY1525" fmla="*/ 194758 h 736847"/>
              <a:gd name="connsiteX1526" fmla="*/ 429185 w 550059"/>
              <a:gd name="connsiteY1526" fmla="*/ 194758 h 736847"/>
              <a:gd name="connsiteX1527" fmla="*/ 433754 w 550059"/>
              <a:gd name="connsiteY1527" fmla="*/ 187095 h 736847"/>
              <a:gd name="connsiteX1528" fmla="*/ 413047 w 550059"/>
              <a:gd name="connsiteY1528" fmla="*/ 188716 h 736847"/>
              <a:gd name="connsiteX1529" fmla="*/ 404131 w 550059"/>
              <a:gd name="connsiteY1529" fmla="*/ 188716 h 736847"/>
              <a:gd name="connsiteX1530" fmla="*/ 399562 w 550059"/>
              <a:gd name="connsiteY1530" fmla="*/ 196380 h 736847"/>
              <a:gd name="connsiteX1531" fmla="*/ 403983 w 550059"/>
              <a:gd name="connsiteY1531" fmla="*/ 204043 h 736847"/>
              <a:gd name="connsiteX1532" fmla="*/ 412900 w 550059"/>
              <a:gd name="connsiteY1532" fmla="*/ 204043 h 736847"/>
              <a:gd name="connsiteX1533" fmla="*/ 417468 w 550059"/>
              <a:gd name="connsiteY1533" fmla="*/ 196380 h 736847"/>
              <a:gd name="connsiteX1534" fmla="*/ 413047 w 550059"/>
              <a:gd name="connsiteY1534" fmla="*/ 188716 h 736847"/>
              <a:gd name="connsiteX1535" fmla="*/ 401404 w 550059"/>
              <a:gd name="connsiteY1535" fmla="*/ 187095 h 736847"/>
              <a:gd name="connsiteX1536" fmla="*/ 396983 w 550059"/>
              <a:gd name="connsiteY1536" fmla="*/ 179431 h 736847"/>
              <a:gd name="connsiteX1537" fmla="*/ 388067 w 550059"/>
              <a:gd name="connsiteY1537" fmla="*/ 179431 h 736847"/>
              <a:gd name="connsiteX1538" fmla="*/ 383572 w 550059"/>
              <a:gd name="connsiteY1538" fmla="*/ 187095 h 736847"/>
              <a:gd name="connsiteX1539" fmla="*/ 387993 w 550059"/>
              <a:gd name="connsiteY1539" fmla="*/ 194758 h 736847"/>
              <a:gd name="connsiteX1540" fmla="*/ 396909 w 550059"/>
              <a:gd name="connsiteY1540" fmla="*/ 194758 h 736847"/>
              <a:gd name="connsiteX1541" fmla="*/ 401404 w 550059"/>
              <a:gd name="connsiteY1541" fmla="*/ 187095 h 736847"/>
              <a:gd name="connsiteX1542" fmla="*/ 380698 w 550059"/>
              <a:gd name="connsiteY1542" fmla="*/ 188716 h 736847"/>
              <a:gd name="connsiteX1543" fmla="*/ 371782 w 550059"/>
              <a:gd name="connsiteY1543" fmla="*/ 188716 h 736847"/>
              <a:gd name="connsiteX1544" fmla="*/ 367287 w 550059"/>
              <a:gd name="connsiteY1544" fmla="*/ 196380 h 736847"/>
              <a:gd name="connsiteX1545" fmla="*/ 371708 w 550059"/>
              <a:gd name="connsiteY1545" fmla="*/ 204043 h 736847"/>
              <a:gd name="connsiteX1546" fmla="*/ 380624 w 550059"/>
              <a:gd name="connsiteY1546" fmla="*/ 204043 h 736847"/>
              <a:gd name="connsiteX1547" fmla="*/ 385119 w 550059"/>
              <a:gd name="connsiteY1547" fmla="*/ 196380 h 736847"/>
              <a:gd name="connsiteX1548" fmla="*/ 380698 w 550059"/>
              <a:gd name="connsiteY1548" fmla="*/ 188716 h 736847"/>
              <a:gd name="connsiteX1549" fmla="*/ 369055 w 550059"/>
              <a:gd name="connsiteY1549" fmla="*/ 187095 h 736847"/>
              <a:gd name="connsiteX1550" fmla="*/ 364634 w 550059"/>
              <a:gd name="connsiteY1550" fmla="*/ 179431 h 736847"/>
              <a:gd name="connsiteX1551" fmla="*/ 355718 w 550059"/>
              <a:gd name="connsiteY1551" fmla="*/ 179431 h 736847"/>
              <a:gd name="connsiteX1552" fmla="*/ 351223 w 550059"/>
              <a:gd name="connsiteY1552" fmla="*/ 187095 h 736847"/>
              <a:gd name="connsiteX1553" fmla="*/ 355644 w 550059"/>
              <a:gd name="connsiteY1553" fmla="*/ 194758 h 736847"/>
              <a:gd name="connsiteX1554" fmla="*/ 364560 w 550059"/>
              <a:gd name="connsiteY1554" fmla="*/ 194758 h 736847"/>
              <a:gd name="connsiteX1555" fmla="*/ 369055 w 550059"/>
              <a:gd name="connsiteY1555" fmla="*/ 187095 h 736847"/>
              <a:gd name="connsiteX1556" fmla="*/ 348349 w 550059"/>
              <a:gd name="connsiteY1556" fmla="*/ 188716 h 736847"/>
              <a:gd name="connsiteX1557" fmla="*/ 339432 w 550059"/>
              <a:gd name="connsiteY1557" fmla="*/ 188716 h 736847"/>
              <a:gd name="connsiteX1558" fmla="*/ 334937 w 550059"/>
              <a:gd name="connsiteY1558" fmla="*/ 196380 h 736847"/>
              <a:gd name="connsiteX1559" fmla="*/ 339359 w 550059"/>
              <a:gd name="connsiteY1559" fmla="*/ 204043 h 736847"/>
              <a:gd name="connsiteX1560" fmla="*/ 348275 w 550059"/>
              <a:gd name="connsiteY1560" fmla="*/ 204043 h 736847"/>
              <a:gd name="connsiteX1561" fmla="*/ 352770 w 550059"/>
              <a:gd name="connsiteY1561" fmla="*/ 196380 h 736847"/>
              <a:gd name="connsiteX1562" fmla="*/ 348349 w 550059"/>
              <a:gd name="connsiteY1562" fmla="*/ 188716 h 736847"/>
              <a:gd name="connsiteX1563" fmla="*/ 336706 w 550059"/>
              <a:gd name="connsiteY1563" fmla="*/ 187095 h 736847"/>
              <a:gd name="connsiteX1564" fmla="*/ 332285 w 550059"/>
              <a:gd name="connsiteY1564" fmla="*/ 179431 h 736847"/>
              <a:gd name="connsiteX1565" fmla="*/ 323368 w 550059"/>
              <a:gd name="connsiteY1565" fmla="*/ 179431 h 736847"/>
              <a:gd name="connsiteX1566" fmla="*/ 318873 w 550059"/>
              <a:gd name="connsiteY1566" fmla="*/ 187095 h 736847"/>
              <a:gd name="connsiteX1567" fmla="*/ 323295 w 550059"/>
              <a:gd name="connsiteY1567" fmla="*/ 194758 h 736847"/>
              <a:gd name="connsiteX1568" fmla="*/ 332211 w 550059"/>
              <a:gd name="connsiteY1568" fmla="*/ 194758 h 736847"/>
              <a:gd name="connsiteX1569" fmla="*/ 336706 w 550059"/>
              <a:gd name="connsiteY1569" fmla="*/ 187095 h 736847"/>
              <a:gd name="connsiteX1570" fmla="*/ 316000 w 550059"/>
              <a:gd name="connsiteY1570" fmla="*/ 188716 h 736847"/>
              <a:gd name="connsiteX1571" fmla="*/ 307083 w 550059"/>
              <a:gd name="connsiteY1571" fmla="*/ 188716 h 736847"/>
              <a:gd name="connsiteX1572" fmla="*/ 302588 w 550059"/>
              <a:gd name="connsiteY1572" fmla="*/ 196380 h 736847"/>
              <a:gd name="connsiteX1573" fmla="*/ 307010 w 550059"/>
              <a:gd name="connsiteY1573" fmla="*/ 204043 h 736847"/>
              <a:gd name="connsiteX1574" fmla="*/ 315926 w 550059"/>
              <a:gd name="connsiteY1574" fmla="*/ 204043 h 736847"/>
              <a:gd name="connsiteX1575" fmla="*/ 320421 w 550059"/>
              <a:gd name="connsiteY1575" fmla="*/ 196380 h 736847"/>
              <a:gd name="connsiteX1576" fmla="*/ 316000 w 550059"/>
              <a:gd name="connsiteY1576" fmla="*/ 188716 h 736847"/>
              <a:gd name="connsiteX1577" fmla="*/ 304283 w 550059"/>
              <a:gd name="connsiteY1577" fmla="*/ 187095 h 736847"/>
              <a:gd name="connsiteX1578" fmla="*/ 299788 w 550059"/>
              <a:gd name="connsiteY1578" fmla="*/ 179431 h 736847"/>
              <a:gd name="connsiteX1579" fmla="*/ 290872 w 550059"/>
              <a:gd name="connsiteY1579" fmla="*/ 179431 h 736847"/>
              <a:gd name="connsiteX1580" fmla="*/ 286377 w 550059"/>
              <a:gd name="connsiteY1580" fmla="*/ 187095 h 736847"/>
              <a:gd name="connsiteX1581" fmla="*/ 290872 w 550059"/>
              <a:gd name="connsiteY1581" fmla="*/ 194758 h 736847"/>
              <a:gd name="connsiteX1582" fmla="*/ 299788 w 550059"/>
              <a:gd name="connsiteY1582" fmla="*/ 194758 h 736847"/>
              <a:gd name="connsiteX1583" fmla="*/ 304283 w 550059"/>
              <a:gd name="connsiteY1583" fmla="*/ 187095 h 736847"/>
              <a:gd name="connsiteX1584" fmla="*/ 283650 w 550059"/>
              <a:gd name="connsiteY1584" fmla="*/ 188716 h 736847"/>
              <a:gd name="connsiteX1585" fmla="*/ 279082 w 550059"/>
              <a:gd name="connsiteY1585" fmla="*/ 188716 h 736847"/>
              <a:gd name="connsiteX1586" fmla="*/ 279082 w 550059"/>
              <a:gd name="connsiteY1586" fmla="*/ 204117 h 736847"/>
              <a:gd name="connsiteX1587" fmla="*/ 283650 w 550059"/>
              <a:gd name="connsiteY1587" fmla="*/ 204117 h 736847"/>
              <a:gd name="connsiteX1588" fmla="*/ 288145 w 550059"/>
              <a:gd name="connsiteY1588" fmla="*/ 196453 h 736847"/>
              <a:gd name="connsiteX1589" fmla="*/ 283650 w 550059"/>
              <a:gd name="connsiteY1589" fmla="*/ 188716 h 736847"/>
              <a:gd name="connsiteX1590" fmla="*/ 279082 w 550059"/>
              <a:gd name="connsiteY1590" fmla="*/ 222686 h 736847"/>
              <a:gd name="connsiteX1591" fmla="*/ 283577 w 550059"/>
              <a:gd name="connsiteY1591" fmla="*/ 222686 h 736847"/>
              <a:gd name="connsiteX1592" fmla="*/ 288072 w 550059"/>
              <a:gd name="connsiteY1592" fmla="*/ 215023 h 736847"/>
              <a:gd name="connsiteX1593" fmla="*/ 283650 w 550059"/>
              <a:gd name="connsiteY1593" fmla="*/ 207359 h 736847"/>
              <a:gd name="connsiteX1594" fmla="*/ 279155 w 550059"/>
              <a:gd name="connsiteY1594" fmla="*/ 207359 h 736847"/>
              <a:gd name="connsiteX1595" fmla="*/ 279082 w 550059"/>
              <a:gd name="connsiteY1595" fmla="*/ 222686 h 736847"/>
              <a:gd name="connsiteX1596" fmla="*/ 279082 w 550059"/>
              <a:gd name="connsiteY1596" fmla="*/ 241182 h 736847"/>
              <a:gd name="connsiteX1597" fmla="*/ 283503 w 550059"/>
              <a:gd name="connsiteY1597" fmla="*/ 241182 h 736847"/>
              <a:gd name="connsiteX1598" fmla="*/ 287998 w 550059"/>
              <a:gd name="connsiteY1598" fmla="*/ 233519 h 736847"/>
              <a:gd name="connsiteX1599" fmla="*/ 283577 w 550059"/>
              <a:gd name="connsiteY1599" fmla="*/ 225855 h 736847"/>
              <a:gd name="connsiteX1600" fmla="*/ 279082 w 550059"/>
              <a:gd name="connsiteY1600" fmla="*/ 225855 h 736847"/>
              <a:gd name="connsiteX1601" fmla="*/ 279082 w 550059"/>
              <a:gd name="connsiteY1601" fmla="*/ 241182 h 736847"/>
              <a:gd name="connsiteX1602" fmla="*/ 336559 w 550059"/>
              <a:gd name="connsiteY1602" fmla="*/ 242951 h 736847"/>
              <a:gd name="connsiteX1603" fmla="*/ 332064 w 550059"/>
              <a:gd name="connsiteY1603" fmla="*/ 235066 h 736847"/>
              <a:gd name="connsiteX1604" fmla="*/ 323147 w 550059"/>
              <a:gd name="connsiteY1604" fmla="*/ 235066 h 736847"/>
              <a:gd name="connsiteX1605" fmla="*/ 318579 w 550059"/>
              <a:gd name="connsiteY1605" fmla="*/ 242951 h 736847"/>
              <a:gd name="connsiteX1606" fmla="*/ 336559 w 550059"/>
              <a:gd name="connsiteY1606" fmla="*/ 242951 h 736847"/>
              <a:gd name="connsiteX1607" fmla="*/ 304357 w 550059"/>
              <a:gd name="connsiteY1607" fmla="*/ 242951 h 736847"/>
              <a:gd name="connsiteX1608" fmla="*/ 299788 w 550059"/>
              <a:gd name="connsiteY1608" fmla="*/ 235066 h 736847"/>
              <a:gd name="connsiteX1609" fmla="*/ 290872 w 550059"/>
              <a:gd name="connsiteY1609" fmla="*/ 235066 h 736847"/>
              <a:gd name="connsiteX1610" fmla="*/ 286303 w 550059"/>
              <a:gd name="connsiteY1610" fmla="*/ 242951 h 736847"/>
              <a:gd name="connsiteX1611" fmla="*/ 304357 w 550059"/>
              <a:gd name="connsiteY1611" fmla="*/ 242951 h 736847"/>
              <a:gd name="connsiteX1612" fmla="*/ 350780 w 550059"/>
              <a:gd name="connsiteY1612" fmla="*/ 242951 h 736847"/>
              <a:gd name="connsiteX1613" fmla="*/ 368760 w 550059"/>
              <a:gd name="connsiteY1613" fmla="*/ 242951 h 736847"/>
              <a:gd name="connsiteX1614" fmla="*/ 364265 w 550059"/>
              <a:gd name="connsiteY1614" fmla="*/ 235066 h 736847"/>
              <a:gd name="connsiteX1615" fmla="*/ 355349 w 550059"/>
              <a:gd name="connsiteY1615" fmla="*/ 235066 h 736847"/>
              <a:gd name="connsiteX1616" fmla="*/ 350780 w 550059"/>
              <a:gd name="connsiteY1616" fmla="*/ 242951 h 736847"/>
              <a:gd name="connsiteX1617" fmla="*/ 405826 w 550059"/>
              <a:gd name="connsiteY1617" fmla="*/ 391875 h 736847"/>
              <a:gd name="connsiteX1618" fmla="*/ 401257 w 550059"/>
              <a:gd name="connsiteY1618" fmla="*/ 383253 h 736847"/>
              <a:gd name="connsiteX1619" fmla="*/ 391899 w 550059"/>
              <a:gd name="connsiteY1619" fmla="*/ 383253 h 736847"/>
              <a:gd name="connsiteX1620" fmla="*/ 387256 w 550059"/>
              <a:gd name="connsiteY1620" fmla="*/ 391875 h 736847"/>
              <a:gd name="connsiteX1621" fmla="*/ 405826 w 550059"/>
              <a:gd name="connsiteY1621" fmla="*/ 391875 h 736847"/>
              <a:gd name="connsiteX1622" fmla="*/ 439649 w 550059"/>
              <a:gd name="connsiteY1622" fmla="*/ 391875 h 736847"/>
              <a:gd name="connsiteX1623" fmla="*/ 435154 w 550059"/>
              <a:gd name="connsiteY1623" fmla="*/ 383253 h 736847"/>
              <a:gd name="connsiteX1624" fmla="*/ 425795 w 550059"/>
              <a:gd name="connsiteY1624" fmla="*/ 383253 h 736847"/>
              <a:gd name="connsiteX1625" fmla="*/ 421079 w 550059"/>
              <a:gd name="connsiteY1625" fmla="*/ 391875 h 736847"/>
              <a:gd name="connsiteX1626" fmla="*/ 439649 w 550059"/>
              <a:gd name="connsiteY1626" fmla="*/ 391875 h 736847"/>
              <a:gd name="connsiteX1627" fmla="*/ 473398 w 550059"/>
              <a:gd name="connsiteY1627" fmla="*/ 391801 h 736847"/>
              <a:gd name="connsiteX1628" fmla="*/ 468977 w 550059"/>
              <a:gd name="connsiteY1628" fmla="*/ 383180 h 736847"/>
              <a:gd name="connsiteX1629" fmla="*/ 459618 w 550059"/>
              <a:gd name="connsiteY1629" fmla="*/ 383180 h 736847"/>
              <a:gd name="connsiteX1630" fmla="*/ 454902 w 550059"/>
              <a:gd name="connsiteY1630" fmla="*/ 391801 h 736847"/>
              <a:gd name="connsiteX1631" fmla="*/ 473398 w 550059"/>
              <a:gd name="connsiteY1631" fmla="*/ 391801 h 736847"/>
              <a:gd name="connsiteX1632" fmla="*/ 476345 w 550059"/>
              <a:gd name="connsiteY1632" fmla="*/ 390106 h 736847"/>
              <a:gd name="connsiteX1633" fmla="*/ 485704 w 550059"/>
              <a:gd name="connsiteY1633" fmla="*/ 390106 h 736847"/>
              <a:gd name="connsiteX1634" fmla="*/ 490715 w 550059"/>
              <a:gd name="connsiteY1634" fmla="*/ 381411 h 736847"/>
              <a:gd name="connsiteX1635" fmla="*/ 486293 w 550059"/>
              <a:gd name="connsiteY1635" fmla="*/ 373895 h 736847"/>
              <a:gd name="connsiteX1636" fmla="*/ 476861 w 550059"/>
              <a:gd name="connsiteY1636" fmla="*/ 373895 h 736847"/>
              <a:gd name="connsiteX1637" fmla="*/ 471924 w 550059"/>
              <a:gd name="connsiteY1637" fmla="*/ 381411 h 736847"/>
              <a:gd name="connsiteX1638" fmla="*/ 476345 w 550059"/>
              <a:gd name="connsiteY1638" fmla="*/ 390106 h 736847"/>
              <a:gd name="connsiteX1639" fmla="*/ 493662 w 550059"/>
              <a:gd name="connsiteY1639" fmla="*/ 379643 h 736847"/>
              <a:gd name="connsiteX1640" fmla="*/ 503094 w 550059"/>
              <a:gd name="connsiteY1640" fmla="*/ 379643 h 736847"/>
              <a:gd name="connsiteX1641" fmla="*/ 508179 w 550059"/>
              <a:gd name="connsiteY1641" fmla="*/ 372347 h 736847"/>
              <a:gd name="connsiteX1642" fmla="*/ 503757 w 550059"/>
              <a:gd name="connsiteY1642" fmla="*/ 364610 h 736847"/>
              <a:gd name="connsiteX1643" fmla="*/ 494252 w 550059"/>
              <a:gd name="connsiteY1643" fmla="*/ 364610 h 736847"/>
              <a:gd name="connsiteX1644" fmla="*/ 489241 w 550059"/>
              <a:gd name="connsiteY1644" fmla="*/ 372347 h 736847"/>
              <a:gd name="connsiteX1645" fmla="*/ 493662 w 550059"/>
              <a:gd name="connsiteY1645" fmla="*/ 379643 h 736847"/>
              <a:gd name="connsiteX1646" fmla="*/ 505894 w 550059"/>
              <a:gd name="connsiteY1646" fmla="*/ 381411 h 736847"/>
              <a:gd name="connsiteX1647" fmla="*/ 510168 w 550059"/>
              <a:gd name="connsiteY1647" fmla="*/ 390106 h 736847"/>
              <a:gd name="connsiteX1648" fmla="*/ 519527 w 550059"/>
              <a:gd name="connsiteY1648" fmla="*/ 390106 h 736847"/>
              <a:gd name="connsiteX1649" fmla="*/ 524759 w 550059"/>
              <a:gd name="connsiteY1649" fmla="*/ 381411 h 736847"/>
              <a:gd name="connsiteX1650" fmla="*/ 520558 w 550059"/>
              <a:gd name="connsiteY1650" fmla="*/ 373895 h 736847"/>
              <a:gd name="connsiteX1651" fmla="*/ 511126 w 550059"/>
              <a:gd name="connsiteY1651" fmla="*/ 373895 h 736847"/>
              <a:gd name="connsiteX1652" fmla="*/ 505894 w 550059"/>
              <a:gd name="connsiteY1652" fmla="*/ 381411 h 736847"/>
              <a:gd name="connsiteX1653" fmla="*/ 527706 w 550059"/>
              <a:gd name="connsiteY1653" fmla="*/ 379569 h 736847"/>
              <a:gd name="connsiteX1654" fmla="*/ 531612 w 550059"/>
              <a:gd name="connsiteY1654" fmla="*/ 379569 h 736847"/>
              <a:gd name="connsiteX1655" fmla="*/ 532938 w 550059"/>
              <a:gd name="connsiteY1655" fmla="*/ 364537 h 736847"/>
              <a:gd name="connsiteX1656" fmla="*/ 528590 w 550059"/>
              <a:gd name="connsiteY1656" fmla="*/ 364537 h 736847"/>
              <a:gd name="connsiteX1657" fmla="*/ 523506 w 550059"/>
              <a:gd name="connsiteY1657" fmla="*/ 372274 h 736847"/>
              <a:gd name="connsiteX1658" fmla="*/ 527706 w 550059"/>
              <a:gd name="connsiteY1658" fmla="*/ 379569 h 736847"/>
              <a:gd name="connsiteX1659" fmla="*/ 525717 w 550059"/>
              <a:gd name="connsiteY1659" fmla="*/ 362989 h 736847"/>
              <a:gd name="connsiteX1660" fmla="*/ 521295 w 550059"/>
              <a:gd name="connsiteY1660" fmla="*/ 355252 h 736847"/>
              <a:gd name="connsiteX1661" fmla="*/ 511790 w 550059"/>
              <a:gd name="connsiteY1661" fmla="*/ 355252 h 736847"/>
              <a:gd name="connsiteX1662" fmla="*/ 506779 w 550059"/>
              <a:gd name="connsiteY1662" fmla="*/ 362989 h 736847"/>
              <a:gd name="connsiteX1663" fmla="*/ 511200 w 550059"/>
              <a:gd name="connsiteY1663" fmla="*/ 370726 h 736847"/>
              <a:gd name="connsiteX1664" fmla="*/ 520632 w 550059"/>
              <a:gd name="connsiteY1664" fmla="*/ 370726 h 736847"/>
              <a:gd name="connsiteX1665" fmla="*/ 525717 w 550059"/>
              <a:gd name="connsiteY1665" fmla="*/ 362989 h 736847"/>
              <a:gd name="connsiteX1666" fmla="*/ 521369 w 550059"/>
              <a:gd name="connsiteY1666" fmla="*/ 352083 h 736847"/>
              <a:gd name="connsiteX1667" fmla="*/ 526380 w 550059"/>
              <a:gd name="connsiteY1667" fmla="*/ 344346 h 736847"/>
              <a:gd name="connsiteX1668" fmla="*/ 521811 w 550059"/>
              <a:gd name="connsiteY1668" fmla="*/ 336609 h 736847"/>
              <a:gd name="connsiteX1669" fmla="*/ 512305 w 550059"/>
              <a:gd name="connsiteY1669" fmla="*/ 336609 h 736847"/>
              <a:gd name="connsiteX1670" fmla="*/ 507368 w 550059"/>
              <a:gd name="connsiteY1670" fmla="*/ 344346 h 736847"/>
              <a:gd name="connsiteX1671" fmla="*/ 511937 w 550059"/>
              <a:gd name="connsiteY1671" fmla="*/ 352083 h 736847"/>
              <a:gd name="connsiteX1672" fmla="*/ 521369 w 550059"/>
              <a:gd name="connsiteY1672" fmla="*/ 352083 h 736847"/>
              <a:gd name="connsiteX1673" fmla="*/ 521885 w 550059"/>
              <a:gd name="connsiteY1673" fmla="*/ 333366 h 736847"/>
              <a:gd name="connsiteX1674" fmla="*/ 526822 w 550059"/>
              <a:gd name="connsiteY1674" fmla="*/ 325555 h 736847"/>
              <a:gd name="connsiteX1675" fmla="*/ 507737 w 550059"/>
              <a:gd name="connsiteY1675" fmla="*/ 325555 h 736847"/>
              <a:gd name="connsiteX1676" fmla="*/ 512379 w 550059"/>
              <a:gd name="connsiteY1676" fmla="*/ 333366 h 736847"/>
              <a:gd name="connsiteX1677" fmla="*/ 521885 w 550059"/>
              <a:gd name="connsiteY1677" fmla="*/ 333366 h 736847"/>
              <a:gd name="connsiteX1678" fmla="*/ 497568 w 550059"/>
              <a:gd name="connsiteY1678" fmla="*/ 242877 h 736847"/>
              <a:gd name="connsiteX1679" fmla="*/ 493146 w 550059"/>
              <a:gd name="connsiteY1679" fmla="*/ 234992 h 736847"/>
              <a:gd name="connsiteX1680" fmla="*/ 484230 w 550059"/>
              <a:gd name="connsiteY1680" fmla="*/ 234992 h 736847"/>
              <a:gd name="connsiteX1681" fmla="*/ 479588 w 550059"/>
              <a:gd name="connsiteY1681" fmla="*/ 242877 h 736847"/>
              <a:gd name="connsiteX1682" fmla="*/ 497568 w 550059"/>
              <a:gd name="connsiteY1682" fmla="*/ 242877 h 736847"/>
              <a:gd name="connsiteX1683" fmla="*/ 465440 w 550059"/>
              <a:gd name="connsiteY1683" fmla="*/ 242951 h 736847"/>
              <a:gd name="connsiteX1684" fmla="*/ 461018 w 550059"/>
              <a:gd name="connsiteY1684" fmla="*/ 235066 h 736847"/>
              <a:gd name="connsiteX1685" fmla="*/ 452102 w 550059"/>
              <a:gd name="connsiteY1685" fmla="*/ 235066 h 736847"/>
              <a:gd name="connsiteX1686" fmla="*/ 447460 w 550059"/>
              <a:gd name="connsiteY1686" fmla="*/ 242951 h 736847"/>
              <a:gd name="connsiteX1687" fmla="*/ 465440 w 550059"/>
              <a:gd name="connsiteY1687" fmla="*/ 242951 h 736847"/>
              <a:gd name="connsiteX1688" fmla="*/ 433238 w 550059"/>
              <a:gd name="connsiteY1688" fmla="*/ 242951 h 736847"/>
              <a:gd name="connsiteX1689" fmla="*/ 428743 w 550059"/>
              <a:gd name="connsiteY1689" fmla="*/ 235066 h 736847"/>
              <a:gd name="connsiteX1690" fmla="*/ 419826 w 550059"/>
              <a:gd name="connsiteY1690" fmla="*/ 235066 h 736847"/>
              <a:gd name="connsiteX1691" fmla="*/ 415184 w 550059"/>
              <a:gd name="connsiteY1691" fmla="*/ 242951 h 736847"/>
              <a:gd name="connsiteX1692" fmla="*/ 433238 w 550059"/>
              <a:gd name="connsiteY1692" fmla="*/ 242951 h 736847"/>
              <a:gd name="connsiteX1693" fmla="*/ 529696 w 550059"/>
              <a:gd name="connsiteY1693" fmla="*/ 242877 h 736847"/>
              <a:gd name="connsiteX1694" fmla="*/ 525274 w 550059"/>
              <a:gd name="connsiteY1694" fmla="*/ 234992 h 736847"/>
              <a:gd name="connsiteX1695" fmla="*/ 516358 w 550059"/>
              <a:gd name="connsiteY1695" fmla="*/ 234992 h 736847"/>
              <a:gd name="connsiteX1696" fmla="*/ 511642 w 550059"/>
              <a:gd name="connsiteY1696" fmla="*/ 242877 h 736847"/>
              <a:gd name="connsiteX1697" fmla="*/ 529696 w 550059"/>
              <a:gd name="connsiteY1697" fmla="*/ 242877 h 736847"/>
              <a:gd name="connsiteX1698" fmla="*/ 532422 w 550059"/>
              <a:gd name="connsiteY1698" fmla="*/ 241108 h 736847"/>
              <a:gd name="connsiteX1699" fmla="*/ 537654 w 550059"/>
              <a:gd name="connsiteY1699" fmla="*/ 241108 h 736847"/>
              <a:gd name="connsiteX1700" fmla="*/ 538023 w 550059"/>
              <a:gd name="connsiteY1700" fmla="*/ 225708 h 736847"/>
              <a:gd name="connsiteX1701" fmla="*/ 532717 w 550059"/>
              <a:gd name="connsiteY1701" fmla="*/ 225708 h 736847"/>
              <a:gd name="connsiteX1702" fmla="*/ 528148 w 550059"/>
              <a:gd name="connsiteY1702" fmla="*/ 233371 h 736847"/>
              <a:gd name="connsiteX1703" fmla="*/ 532422 w 550059"/>
              <a:gd name="connsiteY1703" fmla="*/ 241108 h 736847"/>
              <a:gd name="connsiteX1704" fmla="*/ 538023 w 550059"/>
              <a:gd name="connsiteY1704" fmla="*/ 222539 h 736847"/>
              <a:gd name="connsiteX1705" fmla="*/ 538317 w 550059"/>
              <a:gd name="connsiteY1705" fmla="*/ 207138 h 736847"/>
              <a:gd name="connsiteX1706" fmla="*/ 533012 w 550059"/>
              <a:gd name="connsiteY1706" fmla="*/ 207138 h 736847"/>
              <a:gd name="connsiteX1707" fmla="*/ 528443 w 550059"/>
              <a:gd name="connsiteY1707" fmla="*/ 214802 h 736847"/>
              <a:gd name="connsiteX1708" fmla="*/ 532717 w 550059"/>
              <a:gd name="connsiteY1708" fmla="*/ 222465 h 736847"/>
              <a:gd name="connsiteX1709" fmla="*/ 538023 w 550059"/>
              <a:gd name="connsiteY1709" fmla="*/ 222539 h 736847"/>
              <a:gd name="connsiteX1710" fmla="*/ 538391 w 550059"/>
              <a:gd name="connsiteY1710" fmla="*/ 204043 h 736847"/>
              <a:gd name="connsiteX1711" fmla="*/ 538686 w 550059"/>
              <a:gd name="connsiteY1711" fmla="*/ 188642 h 736847"/>
              <a:gd name="connsiteX1712" fmla="*/ 533380 w 550059"/>
              <a:gd name="connsiteY1712" fmla="*/ 188642 h 736847"/>
              <a:gd name="connsiteX1713" fmla="*/ 528812 w 550059"/>
              <a:gd name="connsiteY1713" fmla="*/ 196306 h 736847"/>
              <a:gd name="connsiteX1714" fmla="*/ 533159 w 550059"/>
              <a:gd name="connsiteY1714" fmla="*/ 203969 h 736847"/>
              <a:gd name="connsiteX1715" fmla="*/ 538391 w 550059"/>
              <a:gd name="connsiteY1715" fmla="*/ 204043 h 736847"/>
              <a:gd name="connsiteX1716" fmla="*/ 530654 w 550059"/>
              <a:gd name="connsiteY1716" fmla="*/ 187021 h 736847"/>
              <a:gd name="connsiteX1717" fmla="*/ 526306 w 550059"/>
              <a:gd name="connsiteY1717" fmla="*/ 179358 h 736847"/>
              <a:gd name="connsiteX1718" fmla="*/ 517390 w 550059"/>
              <a:gd name="connsiteY1718" fmla="*/ 179358 h 736847"/>
              <a:gd name="connsiteX1719" fmla="*/ 512821 w 550059"/>
              <a:gd name="connsiteY1719" fmla="*/ 187021 h 736847"/>
              <a:gd name="connsiteX1720" fmla="*/ 517169 w 550059"/>
              <a:gd name="connsiteY1720" fmla="*/ 194685 h 736847"/>
              <a:gd name="connsiteX1721" fmla="*/ 526085 w 550059"/>
              <a:gd name="connsiteY1721" fmla="*/ 194685 h 736847"/>
              <a:gd name="connsiteX1722" fmla="*/ 530654 w 550059"/>
              <a:gd name="connsiteY1722" fmla="*/ 187021 h 736847"/>
              <a:gd name="connsiteX1723" fmla="*/ 334716 w 550059"/>
              <a:gd name="connsiteY1723" fmla="*/ 177368 h 736847"/>
              <a:gd name="connsiteX1724" fmla="*/ 339432 w 550059"/>
              <a:gd name="connsiteY1724" fmla="*/ 185547 h 736847"/>
              <a:gd name="connsiteX1725" fmla="*/ 348349 w 550059"/>
              <a:gd name="connsiteY1725" fmla="*/ 185547 h 736847"/>
              <a:gd name="connsiteX1726" fmla="*/ 353139 w 550059"/>
              <a:gd name="connsiteY1726" fmla="*/ 177368 h 736847"/>
              <a:gd name="connsiteX1727" fmla="*/ 334716 w 550059"/>
              <a:gd name="connsiteY1727" fmla="*/ 177368 h 736847"/>
              <a:gd name="connsiteX1728" fmla="*/ 367066 w 550059"/>
              <a:gd name="connsiteY1728" fmla="*/ 177294 h 736847"/>
              <a:gd name="connsiteX1729" fmla="*/ 371782 w 550059"/>
              <a:gd name="connsiteY1729" fmla="*/ 185474 h 736847"/>
              <a:gd name="connsiteX1730" fmla="*/ 380698 w 550059"/>
              <a:gd name="connsiteY1730" fmla="*/ 185474 h 736847"/>
              <a:gd name="connsiteX1731" fmla="*/ 385561 w 550059"/>
              <a:gd name="connsiteY1731" fmla="*/ 177294 h 736847"/>
              <a:gd name="connsiteX1732" fmla="*/ 367066 w 550059"/>
              <a:gd name="connsiteY1732" fmla="*/ 177294 h 736847"/>
              <a:gd name="connsiteX1733" fmla="*/ 399488 w 550059"/>
              <a:gd name="connsiteY1733" fmla="*/ 177294 h 736847"/>
              <a:gd name="connsiteX1734" fmla="*/ 404205 w 550059"/>
              <a:gd name="connsiteY1734" fmla="*/ 185474 h 736847"/>
              <a:gd name="connsiteX1735" fmla="*/ 413121 w 550059"/>
              <a:gd name="connsiteY1735" fmla="*/ 185474 h 736847"/>
              <a:gd name="connsiteX1736" fmla="*/ 417984 w 550059"/>
              <a:gd name="connsiteY1736" fmla="*/ 177294 h 736847"/>
              <a:gd name="connsiteX1737" fmla="*/ 399488 w 550059"/>
              <a:gd name="connsiteY1737" fmla="*/ 177294 h 736847"/>
              <a:gd name="connsiteX1738" fmla="*/ 431838 w 550059"/>
              <a:gd name="connsiteY1738" fmla="*/ 177294 h 736847"/>
              <a:gd name="connsiteX1739" fmla="*/ 436480 w 550059"/>
              <a:gd name="connsiteY1739" fmla="*/ 185474 h 736847"/>
              <a:gd name="connsiteX1740" fmla="*/ 445396 w 550059"/>
              <a:gd name="connsiteY1740" fmla="*/ 185474 h 736847"/>
              <a:gd name="connsiteX1741" fmla="*/ 450260 w 550059"/>
              <a:gd name="connsiteY1741" fmla="*/ 177294 h 736847"/>
              <a:gd name="connsiteX1742" fmla="*/ 431838 w 550059"/>
              <a:gd name="connsiteY1742" fmla="*/ 177294 h 736847"/>
              <a:gd name="connsiteX1743" fmla="*/ 464187 w 550059"/>
              <a:gd name="connsiteY1743" fmla="*/ 177294 h 736847"/>
              <a:gd name="connsiteX1744" fmla="*/ 468829 w 550059"/>
              <a:gd name="connsiteY1744" fmla="*/ 185474 h 736847"/>
              <a:gd name="connsiteX1745" fmla="*/ 477745 w 550059"/>
              <a:gd name="connsiteY1745" fmla="*/ 185474 h 736847"/>
              <a:gd name="connsiteX1746" fmla="*/ 482609 w 550059"/>
              <a:gd name="connsiteY1746" fmla="*/ 177294 h 736847"/>
              <a:gd name="connsiteX1747" fmla="*/ 464187 w 550059"/>
              <a:gd name="connsiteY1747" fmla="*/ 177294 h 736847"/>
              <a:gd name="connsiteX1748" fmla="*/ 496536 w 550059"/>
              <a:gd name="connsiteY1748" fmla="*/ 177294 h 736847"/>
              <a:gd name="connsiteX1749" fmla="*/ 501178 w 550059"/>
              <a:gd name="connsiteY1749" fmla="*/ 185474 h 736847"/>
              <a:gd name="connsiteX1750" fmla="*/ 510095 w 550059"/>
              <a:gd name="connsiteY1750" fmla="*/ 185474 h 736847"/>
              <a:gd name="connsiteX1751" fmla="*/ 514958 w 550059"/>
              <a:gd name="connsiteY1751" fmla="*/ 177294 h 736847"/>
              <a:gd name="connsiteX1752" fmla="*/ 496536 w 550059"/>
              <a:gd name="connsiteY1752" fmla="*/ 177294 h 736847"/>
              <a:gd name="connsiteX1753" fmla="*/ 302294 w 550059"/>
              <a:gd name="connsiteY1753" fmla="*/ 177368 h 736847"/>
              <a:gd name="connsiteX1754" fmla="*/ 307083 w 550059"/>
              <a:gd name="connsiteY1754" fmla="*/ 185547 h 736847"/>
              <a:gd name="connsiteX1755" fmla="*/ 316000 w 550059"/>
              <a:gd name="connsiteY1755" fmla="*/ 185547 h 736847"/>
              <a:gd name="connsiteX1756" fmla="*/ 320789 w 550059"/>
              <a:gd name="connsiteY1756" fmla="*/ 177368 h 736847"/>
              <a:gd name="connsiteX1757" fmla="*/ 302294 w 550059"/>
              <a:gd name="connsiteY1757" fmla="*/ 177368 h 736847"/>
              <a:gd name="connsiteX1758" fmla="*/ 279082 w 550059"/>
              <a:gd name="connsiteY1758" fmla="*/ 177368 h 736847"/>
              <a:gd name="connsiteX1759" fmla="*/ 279082 w 550059"/>
              <a:gd name="connsiteY1759" fmla="*/ 185547 h 736847"/>
              <a:gd name="connsiteX1760" fmla="*/ 283650 w 550059"/>
              <a:gd name="connsiteY1760" fmla="*/ 185547 h 736847"/>
              <a:gd name="connsiteX1761" fmla="*/ 288440 w 550059"/>
              <a:gd name="connsiteY1761" fmla="*/ 177368 h 736847"/>
              <a:gd name="connsiteX1762" fmla="*/ 279082 w 550059"/>
              <a:gd name="connsiteY1762" fmla="*/ 177368 h 736847"/>
              <a:gd name="connsiteX1763" fmla="*/ 395509 w 550059"/>
              <a:gd name="connsiteY1763" fmla="*/ 457605 h 736847"/>
              <a:gd name="connsiteX1764" fmla="*/ 408626 w 550059"/>
              <a:gd name="connsiteY1764" fmla="*/ 431593 h 736847"/>
              <a:gd name="connsiteX1765" fmla="*/ 412015 w 550059"/>
              <a:gd name="connsiteY1765" fmla="*/ 426140 h 736847"/>
              <a:gd name="connsiteX1766" fmla="*/ 405531 w 550059"/>
              <a:gd name="connsiteY1766" fmla="*/ 425182 h 736847"/>
              <a:gd name="connsiteX1767" fmla="*/ 391677 w 550059"/>
              <a:gd name="connsiteY1767" fmla="*/ 435646 h 736847"/>
              <a:gd name="connsiteX1768" fmla="*/ 382835 w 550059"/>
              <a:gd name="connsiteY1768" fmla="*/ 453257 h 736847"/>
              <a:gd name="connsiteX1769" fmla="*/ 378487 w 550059"/>
              <a:gd name="connsiteY1769" fmla="*/ 461068 h 736847"/>
              <a:gd name="connsiteX1770" fmla="*/ 370308 w 550059"/>
              <a:gd name="connsiteY1770" fmla="*/ 464753 h 736847"/>
              <a:gd name="connsiteX1771" fmla="*/ 363307 w 550059"/>
              <a:gd name="connsiteY1771" fmla="*/ 466595 h 736847"/>
              <a:gd name="connsiteX1772" fmla="*/ 359992 w 550059"/>
              <a:gd name="connsiteY1772" fmla="*/ 464826 h 736847"/>
              <a:gd name="connsiteX1773" fmla="*/ 359255 w 550059"/>
              <a:gd name="connsiteY1773" fmla="*/ 462026 h 736847"/>
              <a:gd name="connsiteX1774" fmla="*/ 356676 w 550059"/>
              <a:gd name="connsiteY1774" fmla="*/ 465121 h 736847"/>
              <a:gd name="connsiteX1775" fmla="*/ 357412 w 550059"/>
              <a:gd name="connsiteY1775" fmla="*/ 467258 h 736847"/>
              <a:gd name="connsiteX1776" fmla="*/ 363307 w 550059"/>
              <a:gd name="connsiteY1776" fmla="*/ 470058 h 736847"/>
              <a:gd name="connsiteX1777" fmla="*/ 371118 w 550059"/>
              <a:gd name="connsiteY1777" fmla="*/ 467921 h 736847"/>
              <a:gd name="connsiteX1778" fmla="*/ 382098 w 550059"/>
              <a:gd name="connsiteY1778" fmla="*/ 462247 h 736847"/>
              <a:gd name="connsiteX1779" fmla="*/ 385930 w 550059"/>
              <a:gd name="connsiteY1779" fmla="*/ 454436 h 736847"/>
              <a:gd name="connsiteX1780" fmla="*/ 406047 w 550059"/>
              <a:gd name="connsiteY1780" fmla="*/ 427466 h 736847"/>
              <a:gd name="connsiteX1781" fmla="*/ 409289 w 550059"/>
              <a:gd name="connsiteY1781" fmla="*/ 427466 h 736847"/>
              <a:gd name="connsiteX1782" fmla="*/ 407226 w 550059"/>
              <a:gd name="connsiteY1782" fmla="*/ 429603 h 736847"/>
              <a:gd name="connsiteX1783" fmla="*/ 392193 w 550059"/>
              <a:gd name="connsiteY1783" fmla="*/ 458268 h 736847"/>
              <a:gd name="connsiteX1784" fmla="*/ 397573 w 550059"/>
              <a:gd name="connsiteY1784" fmla="*/ 463647 h 736847"/>
              <a:gd name="connsiteX1785" fmla="*/ 403173 w 550059"/>
              <a:gd name="connsiteY1785" fmla="*/ 463205 h 736847"/>
              <a:gd name="connsiteX1786" fmla="*/ 415037 w 550059"/>
              <a:gd name="connsiteY1786" fmla="*/ 459816 h 736847"/>
              <a:gd name="connsiteX1787" fmla="*/ 417984 w 550059"/>
              <a:gd name="connsiteY1787" fmla="*/ 456794 h 736847"/>
              <a:gd name="connsiteX1788" fmla="*/ 420490 w 550059"/>
              <a:gd name="connsiteY1788" fmla="*/ 453110 h 736847"/>
              <a:gd name="connsiteX1789" fmla="*/ 446649 w 550059"/>
              <a:gd name="connsiteY1789" fmla="*/ 432772 h 736847"/>
              <a:gd name="connsiteX1790" fmla="*/ 449597 w 550059"/>
              <a:gd name="connsiteY1790" fmla="*/ 433214 h 736847"/>
              <a:gd name="connsiteX1791" fmla="*/ 447681 w 550059"/>
              <a:gd name="connsiteY1791" fmla="*/ 434688 h 736847"/>
              <a:gd name="connsiteX1792" fmla="*/ 425943 w 550059"/>
              <a:gd name="connsiteY1792" fmla="*/ 457458 h 736847"/>
              <a:gd name="connsiteX1793" fmla="*/ 429922 w 550059"/>
              <a:gd name="connsiteY1793" fmla="*/ 463942 h 736847"/>
              <a:gd name="connsiteX1794" fmla="*/ 433680 w 550059"/>
              <a:gd name="connsiteY1794" fmla="*/ 464384 h 736847"/>
              <a:gd name="connsiteX1795" fmla="*/ 444144 w 550059"/>
              <a:gd name="connsiteY1795" fmla="*/ 464090 h 736847"/>
              <a:gd name="connsiteX1796" fmla="*/ 448712 w 550059"/>
              <a:gd name="connsiteY1796" fmla="*/ 461879 h 736847"/>
              <a:gd name="connsiteX1797" fmla="*/ 452839 w 550059"/>
              <a:gd name="connsiteY1797" fmla="*/ 458489 h 736847"/>
              <a:gd name="connsiteX1798" fmla="*/ 476272 w 550059"/>
              <a:gd name="connsiteY1798" fmla="*/ 445225 h 736847"/>
              <a:gd name="connsiteX1799" fmla="*/ 476640 w 550059"/>
              <a:gd name="connsiteY1799" fmla="*/ 447362 h 736847"/>
              <a:gd name="connsiteX1800" fmla="*/ 456302 w 550059"/>
              <a:gd name="connsiteY1800" fmla="*/ 464532 h 736847"/>
              <a:gd name="connsiteX1801" fmla="*/ 458071 w 550059"/>
              <a:gd name="connsiteY1801" fmla="*/ 469690 h 736847"/>
              <a:gd name="connsiteX1802" fmla="*/ 466250 w 550059"/>
              <a:gd name="connsiteY1802" fmla="*/ 473816 h 736847"/>
              <a:gd name="connsiteX1803" fmla="*/ 473693 w 550059"/>
              <a:gd name="connsiteY1803" fmla="*/ 477943 h 736847"/>
              <a:gd name="connsiteX1804" fmla="*/ 479514 w 550059"/>
              <a:gd name="connsiteY1804" fmla="*/ 483912 h 736847"/>
              <a:gd name="connsiteX1805" fmla="*/ 471408 w 550059"/>
              <a:gd name="connsiteY1805" fmla="*/ 483101 h 736847"/>
              <a:gd name="connsiteX1806" fmla="*/ 441565 w 550059"/>
              <a:gd name="connsiteY1806" fmla="*/ 473964 h 736847"/>
              <a:gd name="connsiteX1807" fmla="*/ 329116 w 550059"/>
              <a:gd name="connsiteY1807" fmla="*/ 496881 h 736847"/>
              <a:gd name="connsiteX1808" fmla="*/ 327495 w 550059"/>
              <a:gd name="connsiteY1808" fmla="*/ 500492 h 736847"/>
              <a:gd name="connsiteX1809" fmla="*/ 324474 w 550059"/>
              <a:gd name="connsiteY1809" fmla="*/ 508303 h 736847"/>
              <a:gd name="connsiteX1810" fmla="*/ 315926 w 550059"/>
              <a:gd name="connsiteY1810" fmla="*/ 506755 h 736847"/>
              <a:gd name="connsiteX1811" fmla="*/ 311210 w 550059"/>
              <a:gd name="connsiteY1811" fmla="*/ 505576 h 736847"/>
              <a:gd name="connsiteX1812" fmla="*/ 300083 w 550059"/>
              <a:gd name="connsiteY1812" fmla="*/ 502481 h 736847"/>
              <a:gd name="connsiteX1813" fmla="*/ 296841 w 550059"/>
              <a:gd name="connsiteY1813" fmla="*/ 503218 h 736847"/>
              <a:gd name="connsiteX1814" fmla="*/ 312020 w 550059"/>
              <a:gd name="connsiteY1814" fmla="*/ 508745 h 736847"/>
              <a:gd name="connsiteX1815" fmla="*/ 313715 w 550059"/>
              <a:gd name="connsiteY1815" fmla="*/ 509187 h 736847"/>
              <a:gd name="connsiteX1816" fmla="*/ 326758 w 550059"/>
              <a:gd name="connsiteY1816" fmla="*/ 510808 h 736847"/>
              <a:gd name="connsiteX1817" fmla="*/ 330811 w 550059"/>
              <a:gd name="connsiteY1817" fmla="*/ 500271 h 736847"/>
              <a:gd name="connsiteX1818" fmla="*/ 331179 w 550059"/>
              <a:gd name="connsiteY1818" fmla="*/ 499534 h 736847"/>
              <a:gd name="connsiteX1819" fmla="*/ 441122 w 550059"/>
              <a:gd name="connsiteY1819" fmla="*/ 477132 h 736847"/>
              <a:gd name="connsiteX1820" fmla="*/ 470156 w 550059"/>
              <a:gd name="connsiteY1820" fmla="*/ 485607 h 736847"/>
              <a:gd name="connsiteX1821" fmla="*/ 482609 w 550059"/>
              <a:gd name="connsiteY1821" fmla="*/ 485312 h 736847"/>
              <a:gd name="connsiteX1822" fmla="*/ 475830 w 550059"/>
              <a:gd name="connsiteY1822" fmla="*/ 476027 h 736847"/>
              <a:gd name="connsiteX1823" fmla="*/ 468608 w 550059"/>
              <a:gd name="connsiteY1823" fmla="*/ 471458 h 736847"/>
              <a:gd name="connsiteX1824" fmla="*/ 461460 w 550059"/>
              <a:gd name="connsiteY1824" fmla="*/ 467479 h 736847"/>
              <a:gd name="connsiteX1825" fmla="*/ 460502 w 550059"/>
              <a:gd name="connsiteY1825" fmla="*/ 464605 h 736847"/>
              <a:gd name="connsiteX1826" fmla="*/ 467282 w 550059"/>
              <a:gd name="connsiteY1826" fmla="*/ 456352 h 736847"/>
              <a:gd name="connsiteX1827" fmla="*/ 476861 w 550059"/>
              <a:gd name="connsiteY1827" fmla="*/ 450089 h 736847"/>
              <a:gd name="connsiteX1828" fmla="*/ 481872 w 550059"/>
              <a:gd name="connsiteY1828" fmla="*/ 445741 h 736847"/>
              <a:gd name="connsiteX1829" fmla="*/ 475240 w 550059"/>
              <a:gd name="connsiteY1829" fmla="*/ 443457 h 736847"/>
              <a:gd name="connsiteX1830" fmla="*/ 450923 w 550059"/>
              <a:gd name="connsiteY1830" fmla="*/ 456426 h 736847"/>
              <a:gd name="connsiteX1831" fmla="*/ 443775 w 550059"/>
              <a:gd name="connsiteY1831" fmla="*/ 461142 h 736847"/>
              <a:gd name="connsiteX1832" fmla="*/ 434343 w 550059"/>
              <a:gd name="connsiteY1832" fmla="*/ 461510 h 736847"/>
              <a:gd name="connsiteX1833" fmla="*/ 431543 w 550059"/>
              <a:gd name="connsiteY1833" fmla="*/ 461142 h 736847"/>
              <a:gd name="connsiteX1834" fmla="*/ 429627 w 550059"/>
              <a:gd name="connsiteY1834" fmla="*/ 457900 h 736847"/>
              <a:gd name="connsiteX1835" fmla="*/ 448565 w 550059"/>
              <a:gd name="connsiteY1835" fmla="*/ 437414 h 736847"/>
              <a:gd name="connsiteX1836" fmla="*/ 452691 w 550059"/>
              <a:gd name="connsiteY1836" fmla="*/ 432919 h 736847"/>
              <a:gd name="connsiteX1837" fmla="*/ 446207 w 550059"/>
              <a:gd name="connsiteY1837" fmla="*/ 431003 h 736847"/>
              <a:gd name="connsiteX1838" fmla="*/ 418132 w 550059"/>
              <a:gd name="connsiteY1838" fmla="*/ 451710 h 736847"/>
              <a:gd name="connsiteX1839" fmla="*/ 412458 w 550059"/>
              <a:gd name="connsiteY1839" fmla="*/ 458194 h 736847"/>
              <a:gd name="connsiteX1840" fmla="*/ 403394 w 550059"/>
              <a:gd name="connsiteY1840" fmla="*/ 460405 h 736847"/>
              <a:gd name="connsiteX1841" fmla="*/ 398604 w 550059"/>
              <a:gd name="connsiteY1841" fmla="*/ 460774 h 736847"/>
              <a:gd name="connsiteX1842" fmla="*/ 395509 w 550059"/>
              <a:gd name="connsiteY1842" fmla="*/ 457605 h 736847"/>
              <a:gd name="connsiteX1843" fmla="*/ 529254 w 550059"/>
              <a:gd name="connsiteY1843" fmla="*/ 399981 h 736847"/>
              <a:gd name="connsiteX1844" fmla="*/ 378708 w 550059"/>
              <a:gd name="connsiteY1844" fmla="*/ 400054 h 736847"/>
              <a:gd name="connsiteX1845" fmla="*/ 378635 w 550059"/>
              <a:gd name="connsiteY1845" fmla="*/ 401307 h 736847"/>
              <a:gd name="connsiteX1846" fmla="*/ 360655 w 550059"/>
              <a:gd name="connsiteY1846" fmla="*/ 459963 h 736847"/>
              <a:gd name="connsiteX1847" fmla="*/ 361686 w 550059"/>
              <a:gd name="connsiteY1847" fmla="*/ 464163 h 736847"/>
              <a:gd name="connsiteX1848" fmla="*/ 362718 w 550059"/>
              <a:gd name="connsiteY1848" fmla="*/ 464753 h 736847"/>
              <a:gd name="connsiteX1849" fmla="*/ 369718 w 550059"/>
              <a:gd name="connsiteY1849" fmla="*/ 462911 h 736847"/>
              <a:gd name="connsiteX1850" fmla="*/ 377087 w 550059"/>
              <a:gd name="connsiteY1850" fmla="*/ 459595 h 736847"/>
              <a:gd name="connsiteX1851" fmla="*/ 379298 w 550059"/>
              <a:gd name="connsiteY1851" fmla="*/ 456647 h 736847"/>
              <a:gd name="connsiteX1852" fmla="*/ 380919 w 550059"/>
              <a:gd name="connsiteY1852" fmla="*/ 452594 h 736847"/>
              <a:gd name="connsiteX1853" fmla="*/ 390130 w 550059"/>
              <a:gd name="connsiteY1853" fmla="*/ 434467 h 736847"/>
              <a:gd name="connsiteX1854" fmla="*/ 404868 w 550059"/>
              <a:gd name="connsiteY1854" fmla="*/ 423414 h 736847"/>
              <a:gd name="connsiteX1855" fmla="*/ 413784 w 550059"/>
              <a:gd name="connsiteY1855" fmla="*/ 425329 h 736847"/>
              <a:gd name="connsiteX1856" fmla="*/ 409731 w 550059"/>
              <a:gd name="connsiteY1856" fmla="*/ 432993 h 736847"/>
              <a:gd name="connsiteX1857" fmla="*/ 397204 w 550059"/>
              <a:gd name="connsiteY1857" fmla="*/ 457826 h 736847"/>
              <a:gd name="connsiteX1858" fmla="*/ 397867 w 550059"/>
              <a:gd name="connsiteY1858" fmla="*/ 458489 h 736847"/>
              <a:gd name="connsiteX1859" fmla="*/ 402731 w 550059"/>
              <a:gd name="connsiteY1859" fmla="*/ 458121 h 736847"/>
              <a:gd name="connsiteX1860" fmla="*/ 410689 w 550059"/>
              <a:gd name="connsiteY1860" fmla="*/ 456352 h 736847"/>
              <a:gd name="connsiteX1861" fmla="*/ 416068 w 550059"/>
              <a:gd name="connsiteY1861" fmla="*/ 450310 h 736847"/>
              <a:gd name="connsiteX1862" fmla="*/ 445396 w 550059"/>
              <a:gd name="connsiteY1862" fmla="*/ 428793 h 736847"/>
              <a:gd name="connsiteX1863" fmla="*/ 454092 w 550059"/>
              <a:gd name="connsiteY1863" fmla="*/ 431667 h 736847"/>
              <a:gd name="connsiteX1864" fmla="*/ 452986 w 550059"/>
              <a:gd name="connsiteY1864" fmla="*/ 436014 h 736847"/>
              <a:gd name="connsiteX1865" fmla="*/ 449007 w 550059"/>
              <a:gd name="connsiteY1865" fmla="*/ 438667 h 736847"/>
              <a:gd name="connsiteX1866" fmla="*/ 430953 w 550059"/>
              <a:gd name="connsiteY1866" fmla="*/ 458194 h 736847"/>
              <a:gd name="connsiteX1867" fmla="*/ 431396 w 550059"/>
              <a:gd name="connsiteY1867" fmla="*/ 458931 h 736847"/>
              <a:gd name="connsiteX1868" fmla="*/ 434122 w 550059"/>
              <a:gd name="connsiteY1868" fmla="*/ 459300 h 736847"/>
              <a:gd name="connsiteX1869" fmla="*/ 442375 w 550059"/>
              <a:gd name="connsiteY1869" fmla="*/ 459079 h 736847"/>
              <a:gd name="connsiteX1870" fmla="*/ 449228 w 550059"/>
              <a:gd name="connsiteY1870" fmla="*/ 454584 h 736847"/>
              <a:gd name="connsiteX1871" fmla="*/ 474503 w 550059"/>
              <a:gd name="connsiteY1871" fmla="*/ 441172 h 736847"/>
              <a:gd name="connsiteX1872" fmla="*/ 483493 w 550059"/>
              <a:gd name="connsiteY1872" fmla="*/ 444415 h 736847"/>
              <a:gd name="connsiteX1873" fmla="*/ 481798 w 550059"/>
              <a:gd name="connsiteY1873" fmla="*/ 448689 h 736847"/>
              <a:gd name="connsiteX1874" fmla="*/ 477377 w 550059"/>
              <a:gd name="connsiteY1874" fmla="*/ 451341 h 736847"/>
              <a:gd name="connsiteX1875" fmla="*/ 461829 w 550059"/>
              <a:gd name="connsiteY1875" fmla="*/ 464900 h 736847"/>
              <a:gd name="connsiteX1876" fmla="*/ 462050 w 550059"/>
              <a:gd name="connsiteY1876" fmla="*/ 465563 h 736847"/>
              <a:gd name="connsiteX1877" fmla="*/ 476493 w 550059"/>
              <a:gd name="connsiteY1877" fmla="*/ 474111 h 736847"/>
              <a:gd name="connsiteX1878" fmla="*/ 482683 w 550059"/>
              <a:gd name="connsiteY1878" fmla="*/ 488186 h 736847"/>
              <a:gd name="connsiteX1879" fmla="*/ 469050 w 550059"/>
              <a:gd name="connsiteY1879" fmla="*/ 487007 h 736847"/>
              <a:gd name="connsiteX1880" fmla="*/ 440385 w 550059"/>
              <a:gd name="connsiteY1880" fmla="*/ 478680 h 736847"/>
              <a:gd name="connsiteX1881" fmla="*/ 332727 w 550059"/>
              <a:gd name="connsiteY1881" fmla="*/ 500271 h 736847"/>
              <a:gd name="connsiteX1882" fmla="*/ 332432 w 550059"/>
              <a:gd name="connsiteY1882" fmla="*/ 500860 h 736847"/>
              <a:gd name="connsiteX1883" fmla="*/ 312315 w 550059"/>
              <a:gd name="connsiteY1883" fmla="*/ 510513 h 736847"/>
              <a:gd name="connsiteX1884" fmla="*/ 311799 w 550059"/>
              <a:gd name="connsiteY1884" fmla="*/ 510366 h 736847"/>
              <a:gd name="connsiteX1885" fmla="*/ 294630 w 550059"/>
              <a:gd name="connsiteY1885" fmla="*/ 503365 h 736847"/>
              <a:gd name="connsiteX1886" fmla="*/ 279008 w 550059"/>
              <a:gd name="connsiteY1886" fmla="*/ 505134 h 736847"/>
              <a:gd name="connsiteX1887" fmla="*/ 279008 w 550059"/>
              <a:gd name="connsiteY1887" fmla="*/ 724947 h 736847"/>
              <a:gd name="connsiteX1888" fmla="*/ 279082 w 550059"/>
              <a:gd name="connsiteY1888" fmla="*/ 724873 h 736847"/>
              <a:gd name="connsiteX1889" fmla="*/ 441122 w 550059"/>
              <a:gd name="connsiteY1889" fmla="*/ 603508 h 736847"/>
              <a:gd name="connsiteX1890" fmla="*/ 524685 w 550059"/>
              <a:gd name="connsiteY1890" fmla="*/ 427245 h 736847"/>
              <a:gd name="connsiteX1891" fmla="*/ 529254 w 550059"/>
              <a:gd name="connsiteY1891" fmla="*/ 399981 h 736847"/>
              <a:gd name="connsiteX1892" fmla="*/ 507147 w 550059"/>
              <a:gd name="connsiteY1892" fmla="*/ 391801 h 736847"/>
              <a:gd name="connsiteX1893" fmla="*/ 502947 w 550059"/>
              <a:gd name="connsiteY1893" fmla="*/ 383180 h 736847"/>
              <a:gd name="connsiteX1894" fmla="*/ 493588 w 550059"/>
              <a:gd name="connsiteY1894" fmla="*/ 383180 h 736847"/>
              <a:gd name="connsiteX1895" fmla="*/ 488651 w 550059"/>
              <a:gd name="connsiteY1895" fmla="*/ 391801 h 736847"/>
              <a:gd name="connsiteX1896" fmla="*/ 507147 w 550059"/>
              <a:gd name="connsiteY1896" fmla="*/ 391801 h 736847"/>
              <a:gd name="connsiteX1897" fmla="*/ 530285 w 550059"/>
              <a:gd name="connsiteY1897" fmla="*/ 391801 h 736847"/>
              <a:gd name="connsiteX1898" fmla="*/ 531243 w 550059"/>
              <a:gd name="connsiteY1898" fmla="*/ 383180 h 736847"/>
              <a:gd name="connsiteX1899" fmla="*/ 527485 w 550059"/>
              <a:gd name="connsiteY1899" fmla="*/ 383180 h 736847"/>
              <a:gd name="connsiteX1900" fmla="*/ 522327 w 550059"/>
              <a:gd name="connsiteY1900" fmla="*/ 391801 h 736847"/>
              <a:gd name="connsiteX1901" fmla="*/ 530285 w 550059"/>
              <a:gd name="connsiteY1901" fmla="*/ 391801 h 736847"/>
              <a:gd name="connsiteX1902" fmla="*/ 533159 w 550059"/>
              <a:gd name="connsiteY1902" fmla="*/ 361368 h 736847"/>
              <a:gd name="connsiteX1903" fmla="*/ 534117 w 550059"/>
              <a:gd name="connsiteY1903" fmla="*/ 345893 h 736847"/>
              <a:gd name="connsiteX1904" fmla="*/ 529254 w 550059"/>
              <a:gd name="connsiteY1904" fmla="*/ 345893 h 736847"/>
              <a:gd name="connsiteX1905" fmla="*/ 524243 w 550059"/>
              <a:gd name="connsiteY1905" fmla="*/ 353631 h 736847"/>
              <a:gd name="connsiteX1906" fmla="*/ 528664 w 550059"/>
              <a:gd name="connsiteY1906" fmla="*/ 361368 h 736847"/>
              <a:gd name="connsiteX1907" fmla="*/ 533159 w 550059"/>
              <a:gd name="connsiteY1907" fmla="*/ 361368 h 736847"/>
              <a:gd name="connsiteX1908" fmla="*/ 535149 w 550059"/>
              <a:gd name="connsiteY1908" fmla="*/ 327250 h 736847"/>
              <a:gd name="connsiteX1909" fmla="*/ 529622 w 550059"/>
              <a:gd name="connsiteY1909" fmla="*/ 327250 h 736847"/>
              <a:gd name="connsiteX1910" fmla="*/ 524759 w 550059"/>
              <a:gd name="connsiteY1910" fmla="*/ 334987 h 736847"/>
              <a:gd name="connsiteX1911" fmla="*/ 529327 w 550059"/>
              <a:gd name="connsiteY1911" fmla="*/ 342725 h 736847"/>
              <a:gd name="connsiteX1912" fmla="*/ 534264 w 550059"/>
              <a:gd name="connsiteY1912" fmla="*/ 342725 h 736847"/>
              <a:gd name="connsiteX1913" fmla="*/ 535149 w 550059"/>
              <a:gd name="connsiteY1913" fmla="*/ 327250 h 736847"/>
              <a:gd name="connsiteX1914" fmla="*/ 538907 w 550059"/>
              <a:gd name="connsiteY1914" fmla="*/ 177294 h 736847"/>
              <a:gd name="connsiteX1915" fmla="*/ 528812 w 550059"/>
              <a:gd name="connsiteY1915" fmla="*/ 177294 h 736847"/>
              <a:gd name="connsiteX1916" fmla="*/ 533454 w 550059"/>
              <a:gd name="connsiteY1916" fmla="*/ 185474 h 736847"/>
              <a:gd name="connsiteX1917" fmla="*/ 538759 w 550059"/>
              <a:gd name="connsiteY1917" fmla="*/ 185474 h 736847"/>
              <a:gd name="connsiteX1918" fmla="*/ 538907 w 550059"/>
              <a:gd name="connsiteY1918" fmla="*/ 177294 h 736847"/>
              <a:gd name="connsiteX1919" fmla="*/ 539717 w 550059"/>
              <a:gd name="connsiteY1919" fmla="*/ 66688 h 736847"/>
              <a:gd name="connsiteX1920" fmla="*/ 533675 w 550059"/>
              <a:gd name="connsiteY1920" fmla="*/ 57551 h 736847"/>
              <a:gd name="connsiteX1921" fmla="*/ 418869 w 550059"/>
              <a:gd name="connsiteY1921" fmla="*/ 23801 h 736847"/>
              <a:gd name="connsiteX1922" fmla="*/ 275029 w 550059"/>
              <a:gd name="connsiteY1922" fmla="*/ 10316 h 736847"/>
              <a:gd name="connsiteX1923" fmla="*/ 131189 w 550059"/>
              <a:gd name="connsiteY1923" fmla="*/ 23801 h 736847"/>
              <a:gd name="connsiteX1924" fmla="*/ 16456 w 550059"/>
              <a:gd name="connsiteY1924" fmla="*/ 57551 h 736847"/>
              <a:gd name="connsiteX1925" fmla="*/ 10414 w 550059"/>
              <a:gd name="connsiteY1925" fmla="*/ 66688 h 736847"/>
              <a:gd name="connsiteX1926" fmla="*/ 10782 w 550059"/>
              <a:gd name="connsiteY1926" fmla="*/ 142071 h 736847"/>
              <a:gd name="connsiteX1927" fmla="*/ 128094 w 550059"/>
              <a:gd name="connsiteY1927" fmla="*/ 106259 h 736847"/>
              <a:gd name="connsiteX1928" fmla="*/ 275103 w 550059"/>
              <a:gd name="connsiteY1928" fmla="*/ 92111 h 736847"/>
              <a:gd name="connsiteX1929" fmla="*/ 422258 w 550059"/>
              <a:gd name="connsiteY1929" fmla="*/ 106259 h 736847"/>
              <a:gd name="connsiteX1930" fmla="*/ 539423 w 550059"/>
              <a:gd name="connsiteY1930" fmla="*/ 142071 h 736847"/>
              <a:gd name="connsiteX1931" fmla="*/ 539717 w 550059"/>
              <a:gd name="connsiteY1931" fmla="*/ 66688 h 736847"/>
              <a:gd name="connsiteX1932" fmla="*/ 307968 w 550059"/>
              <a:gd name="connsiteY1932" fmla="*/ 286795 h 736847"/>
              <a:gd name="connsiteX1933" fmla="*/ 305536 w 550059"/>
              <a:gd name="connsiteY1933" fmla="*/ 286795 h 736847"/>
              <a:gd name="connsiteX1934" fmla="*/ 312684 w 550059"/>
              <a:gd name="connsiteY1934" fmla="*/ 263878 h 736847"/>
              <a:gd name="connsiteX1935" fmla="*/ 315557 w 550059"/>
              <a:gd name="connsiteY1935" fmla="*/ 263878 h 736847"/>
              <a:gd name="connsiteX1936" fmla="*/ 322705 w 550059"/>
              <a:gd name="connsiteY1936" fmla="*/ 286795 h 736847"/>
              <a:gd name="connsiteX1937" fmla="*/ 319979 w 550059"/>
              <a:gd name="connsiteY1937" fmla="*/ 286795 h 736847"/>
              <a:gd name="connsiteX1938" fmla="*/ 318284 w 550059"/>
              <a:gd name="connsiteY1938" fmla="*/ 281269 h 736847"/>
              <a:gd name="connsiteX1939" fmla="*/ 309589 w 550059"/>
              <a:gd name="connsiteY1939" fmla="*/ 281269 h 736847"/>
              <a:gd name="connsiteX1940" fmla="*/ 307968 w 550059"/>
              <a:gd name="connsiteY1940" fmla="*/ 286795 h 736847"/>
              <a:gd name="connsiteX1941" fmla="*/ 310326 w 550059"/>
              <a:gd name="connsiteY1941" fmla="*/ 278984 h 736847"/>
              <a:gd name="connsiteX1942" fmla="*/ 317621 w 550059"/>
              <a:gd name="connsiteY1942" fmla="*/ 278984 h 736847"/>
              <a:gd name="connsiteX1943" fmla="*/ 313936 w 550059"/>
              <a:gd name="connsiteY1943" fmla="*/ 266973 h 736847"/>
              <a:gd name="connsiteX1944" fmla="*/ 310326 w 550059"/>
              <a:gd name="connsiteY1944" fmla="*/ 278984 h 736847"/>
              <a:gd name="connsiteX1945" fmla="*/ 90071 w 550059"/>
              <a:gd name="connsiteY1945" fmla="*/ 75531 h 736847"/>
              <a:gd name="connsiteX1946" fmla="*/ 80860 w 550059"/>
              <a:gd name="connsiteY1946" fmla="*/ 87247 h 736847"/>
              <a:gd name="connsiteX1947" fmla="*/ 39447 w 550059"/>
              <a:gd name="connsiteY1947" fmla="*/ 100290 h 736847"/>
              <a:gd name="connsiteX1948" fmla="*/ 39521 w 550059"/>
              <a:gd name="connsiteY1948" fmla="*/ 112964 h 736847"/>
              <a:gd name="connsiteX1949" fmla="*/ 29647 w 550059"/>
              <a:gd name="connsiteY1949" fmla="*/ 116649 h 736847"/>
              <a:gd name="connsiteX1950" fmla="*/ 29278 w 550059"/>
              <a:gd name="connsiteY1950" fmla="*/ 70078 h 736847"/>
              <a:gd name="connsiteX1951" fmla="*/ 81302 w 550059"/>
              <a:gd name="connsiteY1951" fmla="*/ 53056 h 736847"/>
              <a:gd name="connsiteX1952" fmla="*/ 89997 w 550059"/>
              <a:gd name="connsiteY1952" fmla="*/ 59393 h 736847"/>
              <a:gd name="connsiteX1953" fmla="*/ 90071 w 550059"/>
              <a:gd name="connsiteY1953" fmla="*/ 75531 h 736847"/>
              <a:gd name="connsiteX1954" fmla="*/ 80639 w 550059"/>
              <a:gd name="connsiteY1954" fmla="*/ 76489 h 736847"/>
              <a:gd name="connsiteX1955" fmla="*/ 80565 w 550059"/>
              <a:gd name="connsiteY1955" fmla="*/ 64698 h 736847"/>
              <a:gd name="connsiteX1956" fmla="*/ 78134 w 550059"/>
              <a:gd name="connsiteY1956" fmla="*/ 62930 h 736847"/>
              <a:gd name="connsiteX1957" fmla="*/ 39226 w 550059"/>
              <a:gd name="connsiteY1957" fmla="*/ 75310 h 736847"/>
              <a:gd name="connsiteX1958" fmla="*/ 39373 w 550059"/>
              <a:gd name="connsiteY1958" fmla="*/ 91447 h 736847"/>
              <a:gd name="connsiteX1959" fmla="*/ 78797 w 550059"/>
              <a:gd name="connsiteY1959" fmla="*/ 78920 h 736847"/>
              <a:gd name="connsiteX1960" fmla="*/ 80639 w 550059"/>
              <a:gd name="connsiteY1960" fmla="*/ 76489 h 736847"/>
              <a:gd name="connsiteX1961" fmla="*/ 272818 w 550059"/>
              <a:gd name="connsiteY1961" fmla="*/ 286795 h 736847"/>
              <a:gd name="connsiteX1962" fmla="*/ 275471 w 550059"/>
              <a:gd name="connsiteY1962" fmla="*/ 286795 h 736847"/>
              <a:gd name="connsiteX1963" fmla="*/ 275471 w 550059"/>
              <a:gd name="connsiteY1963" fmla="*/ 266310 h 736847"/>
              <a:gd name="connsiteX1964" fmla="*/ 281956 w 550059"/>
              <a:gd name="connsiteY1964" fmla="*/ 266310 h 736847"/>
              <a:gd name="connsiteX1965" fmla="*/ 281956 w 550059"/>
              <a:gd name="connsiteY1965" fmla="*/ 263878 h 736847"/>
              <a:gd name="connsiteX1966" fmla="*/ 266260 w 550059"/>
              <a:gd name="connsiteY1966" fmla="*/ 263878 h 736847"/>
              <a:gd name="connsiteX1967" fmla="*/ 266260 w 550059"/>
              <a:gd name="connsiteY1967" fmla="*/ 266310 h 736847"/>
              <a:gd name="connsiteX1968" fmla="*/ 272818 w 550059"/>
              <a:gd name="connsiteY1968" fmla="*/ 266310 h 736847"/>
              <a:gd name="connsiteX1969" fmla="*/ 272818 w 550059"/>
              <a:gd name="connsiteY1969" fmla="*/ 286795 h 736847"/>
              <a:gd name="connsiteX1970" fmla="*/ 441565 w 550059"/>
              <a:gd name="connsiteY1970" fmla="*/ 65877 h 736847"/>
              <a:gd name="connsiteX1971" fmla="*/ 401625 w 550059"/>
              <a:gd name="connsiteY1971" fmla="*/ 57993 h 736847"/>
              <a:gd name="connsiteX1972" fmla="*/ 401625 w 550059"/>
              <a:gd name="connsiteY1972" fmla="*/ 38318 h 736847"/>
              <a:gd name="connsiteX1973" fmla="*/ 392267 w 550059"/>
              <a:gd name="connsiteY1973" fmla="*/ 36771 h 736847"/>
              <a:gd name="connsiteX1974" fmla="*/ 392193 w 550059"/>
              <a:gd name="connsiteY1974" fmla="*/ 83636 h 736847"/>
              <a:gd name="connsiteX1975" fmla="*/ 401625 w 550059"/>
              <a:gd name="connsiteY1975" fmla="*/ 85184 h 736847"/>
              <a:gd name="connsiteX1976" fmla="*/ 401625 w 550059"/>
              <a:gd name="connsiteY1976" fmla="*/ 65362 h 736847"/>
              <a:gd name="connsiteX1977" fmla="*/ 441565 w 550059"/>
              <a:gd name="connsiteY1977" fmla="*/ 73173 h 736847"/>
              <a:gd name="connsiteX1978" fmla="*/ 441491 w 550059"/>
              <a:gd name="connsiteY1978" fmla="*/ 92995 h 736847"/>
              <a:gd name="connsiteX1979" fmla="*/ 450849 w 550059"/>
              <a:gd name="connsiteY1979" fmla="*/ 95205 h 736847"/>
              <a:gd name="connsiteX1980" fmla="*/ 450997 w 550059"/>
              <a:gd name="connsiteY1980" fmla="*/ 48413 h 736847"/>
              <a:gd name="connsiteX1981" fmla="*/ 441638 w 550059"/>
              <a:gd name="connsiteY1981" fmla="*/ 46203 h 736847"/>
              <a:gd name="connsiteX1982" fmla="*/ 441565 w 550059"/>
              <a:gd name="connsiteY1982" fmla="*/ 65877 h 736847"/>
              <a:gd name="connsiteX1983" fmla="*/ 459618 w 550059"/>
              <a:gd name="connsiteY1983" fmla="*/ 97416 h 736847"/>
              <a:gd name="connsiteX1984" fmla="*/ 520485 w 550059"/>
              <a:gd name="connsiteY1984" fmla="*/ 116649 h 736847"/>
              <a:gd name="connsiteX1985" fmla="*/ 520558 w 550059"/>
              <a:gd name="connsiteY1985" fmla="*/ 109280 h 736847"/>
              <a:gd name="connsiteX1986" fmla="*/ 469198 w 550059"/>
              <a:gd name="connsiteY1986" fmla="*/ 92479 h 736847"/>
              <a:gd name="connsiteX1987" fmla="*/ 469271 w 550059"/>
              <a:gd name="connsiteY1987" fmla="*/ 80099 h 736847"/>
              <a:gd name="connsiteX1988" fmla="*/ 520706 w 550059"/>
              <a:gd name="connsiteY1988" fmla="*/ 96900 h 736847"/>
              <a:gd name="connsiteX1989" fmla="*/ 520780 w 550059"/>
              <a:gd name="connsiteY1989" fmla="*/ 89679 h 736847"/>
              <a:gd name="connsiteX1990" fmla="*/ 469345 w 550059"/>
              <a:gd name="connsiteY1990" fmla="*/ 72804 h 736847"/>
              <a:gd name="connsiteX1991" fmla="*/ 469419 w 550059"/>
              <a:gd name="connsiteY1991" fmla="*/ 60646 h 736847"/>
              <a:gd name="connsiteX1992" fmla="*/ 520927 w 550059"/>
              <a:gd name="connsiteY1992" fmla="*/ 77447 h 736847"/>
              <a:gd name="connsiteX1993" fmla="*/ 521001 w 550059"/>
              <a:gd name="connsiteY1993" fmla="*/ 70078 h 736847"/>
              <a:gd name="connsiteX1994" fmla="*/ 459913 w 550059"/>
              <a:gd name="connsiteY1994" fmla="*/ 50624 h 736847"/>
              <a:gd name="connsiteX1995" fmla="*/ 459618 w 550059"/>
              <a:gd name="connsiteY1995" fmla="*/ 97416 h 736847"/>
              <a:gd name="connsiteX1996" fmla="*/ 450112 w 550059"/>
              <a:gd name="connsiteY1996" fmla="*/ 532030 h 736847"/>
              <a:gd name="connsiteX1997" fmla="*/ 448418 w 550059"/>
              <a:gd name="connsiteY1997" fmla="*/ 534904 h 736847"/>
              <a:gd name="connsiteX1998" fmla="*/ 443259 w 550059"/>
              <a:gd name="connsiteY1998" fmla="*/ 536673 h 736847"/>
              <a:gd name="connsiteX1999" fmla="*/ 431248 w 550059"/>
              <a:gd name="connsiteY1999" fmla="*/ 542715 h 736847"/>
              <a:gd name="connsiteX2000" fmla="*/ 431248 w 550059"/>
              <a:gd name="connsiteY2000" fmla="*/ 542715 h 736847"/>
              <a:gd name="connsiteX2001" fmla="*/ 431322 w 550059"/>
              <a:gd name="connsiteY2001" fmla="*/ 543526 h 736847"/>
              <a:gd name="connsiteX2002" fmla="*/ 442891 w 550059"/>
              <a:gd name="connsiteY2002" fmla="*/ 552368 h 736847"/>
              <a:gd name="connsiteX2003" fmla="*/ 446723 w 550059"/>
              <a:gd name="connsiteY2003" fmla="*/ 561727 h 736847"/>
              <a:gd name="connsiteX2004" fmla="*/ 442744 w 550059"/>
              <a:gd name="connsiteY2004" fmla="*/ 564601 h 736847"/>
              <a:gd name="connsiteX2005" fmla="*/ 434785 w 550059"/>
              <a:gd name="connsiteY2005" fmla="*/ 562243 h 736847"/>
              <a:gd name="connsiteX2006" fmla="*/ 414521 w 550059"/>
              <a:gd name="connsiteY2006" fmla="*/ 553989 h 736847"/>
              <a:gd name="connsiteX2007" fmla="*/ 326832 w 550059"/>
              <a:gd name="connsiteY2007" fmla="*/ 574401 h 736847"/>
              <a:gd name="connsiteX2008" fmla="*/ 326611 w 550059"/>
              <a:gd name="connsiteY2008" fmla="*/ 574991 h 736847"/>
              <a:gd name="connsiteX2009" fmla="*/ 322779 w 550059"/>
              <a:gd name="connsiteY2009" fmla="*/ 585307 h 736847"/>
              <a:gd name="connsiteX2010" fmla="*/ 311578 w 550059"/>
              <a:gd name="connsiteY2010" fmla="*/ 584570 h 736847"/>
              <a:gd name="connsiteX2011" fmla="*/ 311062 w 550059"/>
              <a:gd name="connsiteY2011" fmla="*/ 584570 h 736847"/>
              <a:gd name="connsiteX2012" fmla="*/ 297799 w 550059"/>
              <a:gd name="connsiteY2012" fmla="*/ 582949 h 736847"/>
              <a:gd name="connsiteX2013" fmla="*/ 298978 w 550059"/>
              <a:gd name="connsiteY2013" fmla="*/ 569906 h 736847"/>
              <a:gd name="connsiteX2014" fmla="*/ 299125 w 550059"/>
              <a:gd name="connsiteY2014" fmla="*/ 569390 h 736847"/>
              <a:gd name="connsiteX2015" fmla="*/ 302515 w 550059"/>
              <a:gd name="connsiteY2015" fmla="*/ 558411 h 736847"/>
              <a:gd name="connsiteX2016" fmla="*/ 314010 w 550059"/>
              <a:gd name="connsiteY2016" fmla="*/ 558853 h 736847"/>
              <a:gd name="connsiteX2017" fmla="*/ 314599 w 550059"/>
              <a:gd name="connsiteY2017" fmla="*/ 558853 h 736847"/>
              <a:gd name="connsiteX2018" fmla="*/ 318800 w 550059"/>
              <a:gd name="connsiteY2018" fmla="*/ 556274 h 736847"/>
              <a:gd name="connsiteX2019" fmla="*/ 323589 w 550059"/>
              <a:gd name="connsiteY2019" fmla="*/ 551926 h 736847"/>
              <a:gd name="connsiteX2020" fmla="*/ 325063 w 550059"/>
              <a:gd name="connsiteY2020" fmla="*/ 545663 h 736847"/>
              <a:gd name="connsiteX2021" fmla="*/ 327569 w 550059"/>
              <a:gd name="connsiteY2021" fmla="*/ 532693 h 736847"/>
              <a:gd name="connsiteX2022" fmla="*/ 334053 w 550059"/>
              <a:gd name="connsiteY2022" fmla="*/ 521419 h 736847"/>
              <a:gd name="connsiteX2023" fmla="*/ 343264 w 550059"/>
              <a:gd name="connsiteY2023" fmla="*/ 518766 h 736847"/>
              <a:gd name="connsiteX2024" fmla="*/ 342969 w 550059"/>
              <a:gd name="connsiteY2024" fmla="*/ 527609 h 736847"/>
              <a:gd name="connsiteX2025" fmla="*/ 339727 w 550059"/>
              <a:gd name="connsiteY2025" fmla="*/ 545515 h 736847"/>
              <a:gd name="connsiteX2026" fmla="*/ 340464 w 550059"/>
              <a:gd name="connsiteY2026" fmla="*/ 545957 h 736847"/>
              <a:gd name="connsiteX2027" fmla="*/ 349012 w 550059"/>
              <a:gd name="connsiteY2027" fmla="*/ 542568 h 736847"/>
              <a:gd name="connsiteX2028" fmla="*/ 357560 w 550059"/>
              <a:gd name="connsiteY2028" fmla="*/ 531441 h 736847"/>
              <a:gd name="connsiteX2029" fmla="*/ 373403 w 550059"/>
              <a:gd name="connsiteY2029" fmla="*/ 507418 h 736847"/>
              <a:gd name="connsiteX2030" fmla="*/ 383351 w 550059"/>
              <a:gd name="connsiteY2030" fmla="*/ 507345 h 736847"/>
              <a:gd name="connsiteX2031" fmla="*/ 380182 w 550059"/>
              <a:gd name="connsiteY2031" fmla="*/ 516040 h 736847"/>
              <a:gd name="connsiteX2032" fmla="*/ 372371 w 550059"/>
              <a:gd name="connsiteY2032" fmla="*/ 536231 h 736847"/>
              <a:gd name="connsiteX2033" fmla="*/ 373034 w 550059"/>
              <a:gd name="connsiteY2033" fmla="*/ 536746 h 736847"/>
              <a:gd name="connsiteX2034" fmla="*/ 378340 w 550059"/>
              <a:gd name="connsiteY2034" fmla="*/ 535862 h 736847"/>
              <a:gd name="connsiteX2035" fmla="*/ 390720 w 550059"/>
              <a:gd name="connsiteY2035" fmla="*/ 526651 h 736847"/>
              <a:gd name="connsiteX2036" fmla="*/ 412605 w 550059"/>
              <a:gd name="connsiteY2036" fmla="*/ 511250 h 736847"/>
              <a:gd name="connsiteX2037" fmla="*/ 420563 w 550059"/>
              <a:gd name="connsiteY2037" fmla="*/ 513903 h 736847"/>
              <a:gd name="connsiteX2038" fmla="*/ 419384 w 550059"/>
              <a:gd name="connsiteY2038" fmla="*/ 517661 h 736847"/>
              <a:gd name="connsiteX2039" fmla="*/ 415626 w 550059"/>
              <a:gd name="connsiteY2039" fmla="*/ 520240 h 736847"/>
              <a:gd name="connsiteX2040" fmla="*/ 402731 w 550059"/>
              <a:gd name="connsiteY2040" fmla="*/ 535051 h 736847"/>
              <a:gd name="connsiteX2041" fmla="*/ 403173 w 550059"/>
              <a:gd name="connsiteY2041" fmla="*/ 535788 h 736847"/>
              <a:gd name="connsiteX2042" fmla="*/ 407447 w 550059"/>
              <a:gd name="connsiteY2042" fmla="*/ 536378 h 736847"/>
              <a:gd name="connsiteX2043" fmla="*/ 421079 w 550059"/>
              <a:gd name="connsiteY2043" fmla="*/ 533283 h 736847"/>
              <a:gd name="connsiteX2044" fmla="*/ 443259 w 550059"/>
              <a:gd name="connsiteY2044" fmla="*/ 527019 h 736847"/>
              <a:gd name="connsiteX2045" fmla="*/ 450112 w 550059"/>
              <a:gd name="connsiteY2045" fmla="*/ 532030 h 736847"/>
              <a:gd name="connsiteX2046" fmla="*/ 443038 w 550059"/>
              <a:gd name="connsiteY2046" fmla="*/ 528862 h 736847"/>
              <a:gd name="connsiteX2047" fmla="*/ 421963 w 550059"/>
              <a:gd name="connsiteY2047" fmla="*/ 534830 h 736847"/>
              <a:gd name="connsiteX2048" fmla="*/ 414889 w 550059"/>
              <a:gd name="connsiteY2048" fmla="*/ 538220 h 736847"/>
              <a:gd name="connsiteX2049" fmla="*/ 407078 w 550059"/>
              <a:gd name="connsiteY2049" fmla="*/ 538146 h 736847"/>
              <a:gd name="connsiteX2050" fmla="*/ 401994 w 550059"/>
              <a:gd name="connsiteY2050" fmla="*/ 537483 h 736847"/>
              <a:gd name="connsiteX2051" fmla="*/ 400520 w 550059"/>
              <a:gd name="connsiteY2051" fmla="*/ 535199 h 736847"/>
              <a:gd name="connsiteX2052" fmla="*/ 414521 w 550059"/>
              <a:gd name="connsiteY2052" fmla="*/ 518619 h 736847"/>
              <a:gd name="connsiteX2053" fmla="*/ 417100 w 550059"/>
              <a:gd name="connsiteY2053" fmla="*/ 516924 h 736847"/>
              <a:gd name="connsiteX2054" fmla="*/ 418426 w 550059"/>
              <a:gd name="connsiteY2054" fmla="*/ 514861 h 736847"/>
              <a:gd name="connsiteX2055" fmla="*/ 412826 w 550059"/>
              <a:gd name="connsiteY2055" fmla="*/ 513019 h 736847"/>
              <a:gd name="connsiteX2056" fmla="*/ 392193 w 550059"/>
              <a:gd name="connsiteY2056" fmla="*/ 527609 h 736847"/>
              <a:gd name="connsiteX2057" fmla="*/ 386740 w 550059"/>
              <a:gd name="connsiteY2057" fmla="*/ 534241 h 736847"/>
              <a:gd name="connsiteX2058" fmla="*/ 378635 w 550059"/>
              <a:gd name="connsiteY2058" fmla="*/ 537631 h 736847"/>
              <a:gd name="connsiteX2059" fmla="*/ 372592 w 550059"/>
              <a:gd name="connsiteY2059" fmla="*/ 538589 h 736847"/>
              <a:gd name="connsiteX2060" fmla="*/ 370455 w 550059"/>
              <a:gd name="connsiteY2060" fmla="*/ 536894 h 736847"/>
              <a:gd name="connsiteX2061" fmla="*/ 378782 w 550059"/>
              <a:gd name="connsiteY2061" fmla="*/ 514640 h 736847"/>
              <a:gd name="connsiteX2062" fmla="*/ 381877 w 550059"/>
              <a:gd name="connsiteY2062" fmla="*/ 509039 h 736847"/>
              <a:gd name="connsiteX2063" fmla="*/ 378340 w 550059"/>
              <a:gd name="connsiteY2063" fmla="*/ 507271 h 736847"/>
              <a:gd name="connsiteX2064" fmla="*/ 374361 w 550059"/>
              <a:gd name="connsiteY2064" fmla="*/ 508892 h 736847"/>
              <a:gd name="connsiteX2065" fmla="*/ 359402 w 550059"/>
              <a:gd name="connsiteY2065" fmla="*/ 531736 h 736847"/>
              <a:gd name="connsiteX2066" fmla="*/ 349823 w 550059"/>
              <a:gd name="connsiteY2066" fmla="*/ 544115 h 736847"/>
              <a:gd name="connsiteX2067" fmla="*/ 340390 w 550059"/>
              <a:gd name="connsiteY2067" fmla="*/ 547873 h 736847"/>
              <a:gd name="connsiteX2068" fmla="*/ 338032 w 550059"/>
              <a:gd name="connsiteY2068" fmla="*/ 546547 h 736847"/>
              <a:gd name="connsiteX2069" fmla="*/ 341275 w 550059"/>
              <a:gd name="connsiteY2069" fmla="*/ 526725 h 736847"/>
              <a:gd name="connsiteX2070" fmla="*/ 341864 w 550059"/>
              <a:gd name="connsiteY2070" fmla="*/ 520240 h 736847"/>
              <a:gd name="connsiteX2071" fmla="*/ 335380 w 550059"/>
              <a:gd name="connsiteY2071" fmla="*/ 522598 h 736847"/>
              <a:gd name="connsiteX2072" fmla="*/ 329337 w 550059"/>
              <a:gd name="connsiteY2072" fmla="*/ 533209 h 736847"/>
              <a:gd name="connsiteX2073" fmla="*/ 326979 w 550059"/>
              <a:gd name="connsiteY2073" fmla="*/ 545736 h 736847"/>
              <a:gd name="connsiteX2074" fmla="*/ 325284 w 550059"/>
              <a:gd name="connsiteY2074" fmla="*/ 552810 h 736847"/>
              <a:gd name="connsiteX2075" fmla="*/ 319905 w 550059"/>
              <a:gd name="connsiteY2075" fmla="*/ 557748 h 736847"/>
              <a:gd name="connsiteX2076" fmla="*/ 314968 w 550059"/>
              <a:gd name="connsiteY2076" fmla="*/ 560842 h 736847"/>
              <a:gd name="connsiteX2077" fmla="*/ 313863 w 550059"/>
              <a:gd name="connsiteY2077" fmla="*/ 560842 h 736847"/>
              <a:gd name="connsiteX2078" fmla="*/ 309662 w 550059"/>
              <a:gd name="connsiteY2078" fmla="*/ 558927 h 736847"/>
              <a:gd name="connsiteX2079" fmla="*/ 304062 w 550059"/>
              <a:gd name="connsiteY2079" fmla="*/ 559737 h 736847"/>
              <a:gd name="connsiteX2080" fmla="*/ 301115 w 550059"/>
              <a:gd name="connsiteY2080" fmla="*/ 569243 h 736847"/>
              <a:gd name="connsiteX2081" fmla="*/ 300746 w 550059"/>
              <a:gd name="connsiteY2081" fmla="*/ 570938 h 736847"/>
              <a:gd name="connsiteX2082" fmla="*/ 299346 w 550059"/>
              <a:gd name="connsiteY2082" fmla="*/ 581770 h 736847"/>
              <a:gd name="connsiteX2083" fmla="*/ 310694 w 550059"/>
              <a:gd name="connsiteY2083" fmla="*/ 582802 h 736847"/>
              <a:gd name="connsiteX2084" fmla="*/ 312463 w 550059"/>
              <a:gd name="connsiteY2084" fmla="*/ 582875 h 736847"/>
              <a:gd name="connsiteX2085" fmla="*/ 321968 w 550059"/>
              <a:gd name="connsiteY2085" fmla="*/ 583760 h 736847"/>
              <a:gd name="connsiteX2086" fmla="*/ 324621 w 550059"/>
              <a:gd name="connsiteY2086" fmla="*/ 574548 h 736847"/>
              <a:gd name="connsiteX2087" fmla="*/ 324916 w 550059"/>
              <a:gd name="connsiteY2087" fmla="*/ 573517 h 736847"/>
              <a:gd name="connsiteX2088" fmla="*/ 415037 w 550059"/>
              <a:gd name="connsiteY2088" fmla="*/ 552147 h 736847"/>
              <a:gd name="connsiteX2089" fmla="*/ 435743 w 550059"/>
              <a:gd name="connsiteY2089" fmla="*/ 560548 h 736847"/>
              <a:gd name="connsiteX2090" fmla="*/ 444365 w 550059"/>
              <a:gd name="connsiteY2090" fmla="*/ 561727 h 736847"/>
              <a:gd name="connsiteX2091" fmla="*/ 441712 w 550059"/>
              <a:gd name="connsiteY2091" fmla="*/ 553695 h 736847"/>
              <a:gd name="connsiteX2092" fmla="*/ 435743 w 550059"/>
              <a:gd name="connsiteY2092" fmla="*/ 548758 h 736847"/>
              <a:gd name="connsiteX2093" fmla="*/ 429406 w 550059"/>
              <a:gd name="connsiteY2093" fmla="*/ 544336 h 736847"/>
              <a:gd name="connsiteX2094" fmla="*/ 429111 w 550059"/>
              <a:gd name="connsiteY2094" fmla="*/ 542273 h 736847"/>
              <a:gd name="connsiteX2095" fmla="*/ 442891 w 550059"/>
              <a:gd name="connsiteY2095" fmla="*/ 534757 h 736847"/>
              <a:gd name="connsiteX2096" fmla="*/ 447828 w 550059"/>
              <a:gd name="connsiteY2096" fmla="*/ 532399 h 736847"/>
              <a:gd name="connsiteX2097" fmla="*/ 443038 w 550059"/>
              <a:gd name="connsiteY2097" fmla="*/ 528862 h 736847"/>
              <a:gd name="connsiteX2098" fmla="*/ 403762 w 550059"/>
              <a:gd name="connsiteY2098" fmla="*/ 602329 h 736847"/>
              <a:gd name="connsiteX2099" fmla="*/ 399710 w 550059"/>
              <a:gd name="connsiteY2099" fmla="*/ 608298 h 736847"/>
              <a:gd name="connsiteX2100" fmla="*/ 392046 w 550059"/>
              <a:gd name="connsiteY2100" fmla="*/ 613456 h 736847"/>
              <a:gd name="connsiteX2101" fmla="*/ 392267 w 550059"/>
              <a:gd name="connsiteY2101" fmla="*/ 614340 h 736847"/>
              <a:gd name="connsiteX2102" fmla="*/ 397425 w 550059"/>
              <a:gd name="connsiteY2102" fmla="*/ 616330 h 736847"/>
              <a:gd name="connsiteX2103" fmla="*/ 402657 w 550059"/>
              <a:gd name="connsiteY2103" fmla="*/ 624067 h 736847"/>
              <a:gd name="connsiteX2104" fmla="*/ 393962 w 550059"/>
              <a:gd name="connsiteY2104" fmla="*/ 626867 h 736847"/>
              <a:gd name="connsiteX2105" fmla="*/ 382319 w 550059"/>
              <a:gd name="connsiteY2105" fmla="*/ 625983 h 736847"/>
              <a:gd name="connsiteX2106" fmla="*/ 320421 w 550059"/>
              <a:gd name="connsiteY2106" fmla="*/ 653321 h 736847"/>
              <a:gd name="connsiteX2107" fmla="*/ 320273 w 550059"/>
              <a:gd name="connsiteY2107" fmla="*/ 653911 h 736847"/>
              <a:gd name="connsiteX2108" fmla="*/ 308999 w 550059"/>
              <a:gd name="connsiteY2108" fmla="*/ 663711 h 736847"/>
              <a:gd name="connsiteX2109" fmla="*/ 308483 w 550059"/>
              <a:gd name="connsiteY2109" fmla="*/ 663711 h 736847"/>
              <a:gd name="connsiteX2110" fmla="*/ 297209 w 550059"/>
              <a:gd name="connsiteY2110" fmla="*/ 652879 h 736847"/>
              <a:gd name="connsiteX2111" fmla="*/ 297283 w 550059"/>
              <a:gd name="connsiteY2111" fmla="*/ 652437 h 736847"/>
              <a:gd name="connsiteX2112" fmla="*/ 307231 w 550059"/>
              <a:gd name="connsiteY2112" fmla="*/ 642342 h 736847"/>
              <a:gd name="connsiteX2113" fmla="*/ 307746 w 550059"/>
              <a:gd name="connsiteY2113" fmla="*/ 642268 h 736847"/>
              <a:gd name="connsiteX2114" fmla="*/ 309957 w 550059"/>
              <a:gd name="connsiteY2114" fmla="*/ 640352 h 736847"/>
              <a:gd name="connsiteX2115" fmla="*/ 312757 w 550059"/>
              <a:gd name="connsiteY2115" fmla="*/ 632689 h 736847"/>
              <a:gd name="connsiteX2116" fmla="*/ 314747 w 550059"/>
              <a:gd name="connsiteY2116" fmla="*/ 610287 h 736847"/>
              <a:gd name="connsiteX2117" fmla="*/ 322410 w 550059"/>
              <a:gd name="connsiteY2117" fmla="*/ 605498 h 736847"/>
              <a:gd name="connsiteX2118" fmla="*/ 323737 w 550059"/>
              <a:gd name="connsiteY2118" fmla="*/ 613530 h 736847"/>
              <a:gd name="connsiteX2119" fmla="*/ 325579 w 550059"/>
              <a:gd name="connsiteY2119" fmla="*/ 628194 h 736847"/>
              <a:gd name="connsiteX2120" fmla="*/ 326390 w 550059"/>
              <a:gd name="connsiteY2120" fmla="*/ 628415 h 736847"/>
              <a:gd name="connsiteX2121" fmla="*/ 329042 w 550059"/>
              <a:gd name="connsiteY2121" fmla="*/ 626794 h 736847"/>
              <a:gd name="connsiteX2122" fmla="*/ 333464 w 550059"/>
              <a:gd name="connsiteY2122" fmla="*/ 618909 h 736847"/>
              <a:gd name="connsiteX2123" fmla="*/ 339875 w 550059"/>
              <a:gd name="connsiteY2123" fmla="*/ 597760 h 736847"/>
              <a:gd name="connsiteX2124" fmla="*/ 345401 w 550059"/>
              <a:gd name="connsiteY2124" fmla="*/ 592602 h 736847"/>
              <a:gd name="connsiteX2125" fmla="*/ 352917 w 550059"/>
              <a:gd name="connsiteY2125" fmla="*/ 592750 h 736847"/>
              <a:gd name="connsiteX2126" fmla="*/ 351444 w 550059"/>
              <a:gd name="connsiteY2126" fmla="*/ 599529 h 736847"/>
              <a:gd name="connsiteX2127" fmla="*/ 347317 w 550059"/>
              <a:gd name="connsiteY2127" fmla="*/ 617435 h 736847"/>
              <a:gd name="connsiteX2128" fmla="*/ 348054 w 550059"/>
              <a:gd name="connsiteY2128" fmla="*/ 617804 h 736847"/>
              <a:gd name="connsiteX2129" fmla="*/ 350559 w 550059"/>
              <a:gd name="connsiteY2129" fmla="*/ 616919 h 736847"/>
              <a:gd name="connsiteX2130" fmla="*/ 354612 w 550059"/>
              <a:gd name="connsiteY2130" fmla="*/ 614635 h 736847"/>
              <a:gd name="connsiteX2131" fmla="*/ 355791 w 550059"/>
              <a:gd name="connsiteY2131" fmla="*/ 612719 h 736847"/>
              <a:gd name="connsiteX2132" fmla="*/ 356602 w 550059"/>
              <a:gd name="connsiteY2132" fmla="*/ 610435 h 736847"/>
              <a:gd name="connsiteX2133" fmla="*/ 373698 w 550059"/>
              <a:gd name="connsiteY2133" fmla="*/ 591423 h 736847"/>
              <a:gd name="connsiteX2134" fmla="*/ 381509 w 550059"/>
              <a:gd name="connsiteY2134" fmla="*/ 592160 h 736847"/>
              <a:gd name="connsiteX2135" fmla="*/ 378193 w 550059"/>
              <a:gd name="connsiteY2135" fmla="*/ 598718 h 736847"/>
              <a:gd name="connsiteX2136" fmla="*/ 378193 w 550059"/>
              <a:gd name="connsiteY2136" fmla="*/ 598718 h 736847"/>
              <a:gd name="connsiteX2137" fmla="*/ 369939 w 550059"/>
              <a:gd name="connsiteY2137" fmla="*/ 612056 h 736847"/>
              <a:gd name="connsiteX2138" fmla="*/ 369939 w 550059"/>
              <a:gd name="connsiteY2138" fmla="*/ 612056 h 736847"/>
              <a:gd name="connsiteX2139" fmla="*/ 370529 w 550059"/>
              <a:gd name="connsiteY2139" fmla="*/ 612719 h 736847"/>
              <a:gd name="connsiteX2140" fmla="*/ 372961 w 550059"/>
              <a:gd name="connsiteY2140" fmla="*/ 612498 h 736847"/>
              <a:gd name="connsiteX2141" fmla="*/ 381214 w 550059"/>
              <a:gd name="connsiteY2141" fmla="*/ 608593 h 736847"/>
              <a:gd name="connsiteX2142" fmla="*/ 397794 w 550059"/>
              <a:gd name="connsiteY2142" fmla="*/ 600118 h 736847"/>
              <a:gd name="connsiteX2143" fmla="*/ 403762 w 550059"/>
              <a:gd name="connsiteY2143" fmla="*/ 602329 h 736847"/>
              <a:gd name="connsiteX2144" fmla="*/ 401994 w 550059"/>
              <a:gd name="connsiteY2144" fmla="*/ 603434 h 736847"/>
              <a:gd name="connsiteX2145" fmla="*/ 397867 w 550059"/>
              <a:gd name="connsiteY2145" fmla="*/ 601887 h 736847"/>
              <a:gd name="connsiteX2146" fmla="*/ 382393 w 550059"/>
              <a:gd name="connsiteY2146" fmla="*/ 609845 h 736847"/>
              <a:gd name="connsiteX2147" fmla="*/ 372961 w 550059"/>
              <a:gd name="connsiteY2147" fmla="*/ 614267 h 736847"/>
              <a:gd name="connsiteX2148" fmla="*/ 368834 w 550059"/>
              <a:gd name="connsiteY2148" fmla="*/ 614635 h 736847"/>
              <a:gd name="connsiteX2149" fmla="*/ 367655 w 550059"/>
              <a:gd name="connsiteY2149" fmla="*/ 613456 h 736847"/>
              <a:gd name="connsiteX2150" fmla="*/ 376792 w 550059"/>
              <a:gd name="connsiteY2150" fmla="*/ 597171 h 736847"/>
              <a:gd name="connsiteX2151" fmla="*/ 379519 w 550059"/>
              <a:gd name="connsiteY2151" fmla="*/ 592897 h 736847"/>
              <a:gd name="connsiteX2152" fmla="*/ 374287 w 550059"/>
              <a:gd name="connsiteY2152" fmla="*/ 592971 h 736847"/>
              <a:gd name="connsiteX2153" fmla="*/ 358297 w 550059"/>
              <a:gd name="connsiteY2153" fmla="*/ 610877 h 736847"/>
              <a:gd name="connsiteX2154" fmla="*/ 351149 w 550059"/>
              <a:gd name="connsiteY2154" fmla="*/ 618540 h 736847"/>
              <a:gd name="connsiteX2155" fmla="*/ 347317 w 550059"/>
              <a:gd name="connsiteY2155" fmla="*/ 619941 h 736847"/>
              <a:gd name="connsiteX2156" fmla="*/ 345843 w 550059"/>
              <a:gd name="connsiteY2156" fmla="*/ 619204 h 736847"/>
              <a:gd name="connsiteX2157" fmla="*/ 349970 w 550059"/>
              <a:gd name="connsiteY2157" fmla="*/ 598202 h 736847"/>
              <a:gd name="connsiteX2158" fmla="*/ 351296 w 550059"/>
              <a:gd name="connsiteY2158" fmla="*/ 593707 h 736847"/>
              <a:gd name="connsiteX2159" fmla="*/ 346433 w 550059"/>
              <a:gd name="connsiteY2159" fmla="*/ 594002 h 736847"/>
              <a:gd name="connsiteX2160" fmla="*/ 337885 w 550059"/>
              <a:gd name="connsiteY2160" fmla="*/ 604908 h 736847"/>
              <a:gd name="connsiteX2161" fmla="*/ 335380 w 550059"/>
              <a:gd name="connsiteY2161" fmla="*/ 618835 h 736847"/>
              <a:gd name="connsiteX2162" fmla="*/ 330074 w 550059"/>
              <a:gd name="connsiteY2162" fmla="*/ 628267 h 736847"/>
              <a:gd name="connsiteX2163" fmla="*/ 326316 w 550059"/>
              <a:gd name="connsiteY2163" fmla="*/ 630625 h 736847"/>
              <a:gd name="connsiteX2164" fmla="*/ 324768 w 550059"/>
              <a:gd name="connsiteY2164" fmla="*/ 630257 h 736847"/>
              <a:gd name="connsiteX2165" fmla="*/ 322042 w 550059"/>
              <a:gd name="connsiteY2165" fmla="*/ 613088 h 736847"/>
              <a:gd name="connsiteX2166" fmla="*/ 321526 w 550059"/>
              <a:gd name="connsiteY2166" fmla="*/ 607266 h 736847"/>
              <a:gd name="connsiteX2167" fmla="*/ 316515 w 550059"/>
              <a:gd name="connsiteY2167" fmla="*/ 611172 h 736847"/>
              <a:gd name="connsiteX2168" fmla="*/ 314747 w 550059"/>
              <a:gd name="connsiteY2168" fmla="*/ 632394 h 736847"/>
              <a:gd name="connsiteX2169" fmla="*/ 311357 w 550059"/>
              <a:gd name="connsiteY2169" fmla="*/ 641752 h 736847"/>
              <a:gd name="connsiteX2170" fmla="*/ 308410 w 550059"/>
              <a:gd name="connsiteY2170" fmla="*/ 644331 h 736847"/>
              <a:gd name="connsiteX2171" fmla="*/ 307525 w 550059"/>
              <a:gd name="connsiteY2171" fmla="*/ 644479 h 736847"/>
              <a:gd name="connsiteX2172" fmla="*/ 300525 w 550059"/>
              <a:gd name="connsiteY2172" fmla="*/ 645142 h 736847"/>
              <a:gd name="connsiteX2173" fmla="*/ 299346 w 550059"/>
              <a:gd name="connsiteY2173" fmla="*/ 652437 h 736847"/>
              <a:gd name="connsiteX2174" fmla="*/ 299272 w 550059"/>
              <a:gd name="connsiteY2174" fmla="*/ 653321 h 736847"/>
              <a:gd name="connsiteX2175" fmla="*/ 300009 w 550059"/>
              <a:gd name="connsiteY2175" fmla="*/ 661943 h 736847"/>
              <a:gd name="connsiteX2176" fmla="*/ 308262 w 550059"/>
              <a:gd name="connsiteY2176" fmla="*/ 661796 h 736847"/>
              <a:gd name="connsiteX2177" fmla="*/ 309147 w 550059"/>
              <a:gd name="connsiteY2177" fmla="*/ 661722 h 736847"/>
              <a:gd name="connsiteX2178" fmla="*/ 316442 w 550059"/>
              <a:gd name="connsiteY2178" fmla="*/ 661574 h 736847"/>
              <a:gd name="connsiteX2179" fmla="*/ 318137 w 550059"/>
              <a:gd name="connsiteY2179" fmla="*/ 653616 h 736847"/>
              <a:gd name="connsiteX2180" fmla="*/ 318284 w 550059"/>
              <a:gd name="connsiteY2180" fmla="*/ 652732 h 736847"/>
              <a:gd name="connsiteX2181" fmla="*/ 382319 w 550059"/>
              <a:gd name="connsiteY2181" fmla="*/ 624141 h 736847"/>
              <a:gd name="connsiteX2182" fmla="*/ 394257 w 550059"/>
              <a:gd name="connsiteY2182" fmla="*/ 625025 h 736847"/>
              <a:gd name="connsiteX2183" fmla="*/ 400667 w 550059"/>
              <a:gd name="connsiteY2183" fmla="*/ 623330 h 736847"/>
              <a:gd name="connsiteX2184" fmla="*/ 396615 w 550059"/>
              <a:gd name="connsiteY2184" fmla="*/ 618025 h 736847"/>
              <a:gd name="connsiteX2185" fmla="*/ 389614 w 550059"/>
              <a:gd name="connsiteY2185" fmla="*/ 615446 h 736847"/>
              <a:gd name="connsiteX2186" fmla="*/ 389172 w 550059"/>
              <a:gd name="connsiteY2186" fmla="*/ 614193 h 736847"/>
              <a:gd name="connsiteX2187" fmla="*/ 398899 w 550059"/>
              <a:gd name="connsiteY2187" fmla="*/ 606529 h 736847"/>
              <a:gd name="connsiteX2188" fmla="*/ 401110 w 550059"/>
              <a:gd name="connsiteY2188" fmla="*/ 605277 h 736847"/>
              <a:gd name="connsiteX2189" fmla="*/ 401994 w 550059"/>
              <a:gd name="connsiteY2189" fmla="*/ 603434 h 736847"/>
              <a:gd name="connsiteX2190" fmla="*/ 442522 w 550059"/>
              <a:gd name="connsiteY2190" fmla="*/ 530851 h 736847"/>
              <a:gd name="connsiteX2191" fmla="*/ 423585 w 550059"/>
              <a:gd name="connsiteY2191" fmla="*/ 537262 h 736847"/>
              <a:gd name="connsiteX2192" fmla="*/ 418721 w 550059"/>
              <a:gd name="connsiteY2192" fmla="*/ 540210 h 736847"/>
              <a:gd name="connsiteX2193" fmla="*/ 414005 w 550059"/>
              <a:gd name="connsiteY2193" fmla="*/ 541610 h 736847"/>
              <a:gd name="connsiteX2194" fmla="*/ 406710 w 550059"/>
              <a:gd name="connsiteY2194" fmla="*/ 541168 h 736847"/>
              <a:gd name="connsiteX2195" fmla="*/ 401183 w 550059"/>
              <a:gd name="connsiteY2195" fmla="*/ 540504 h 736847"/>
              <a:gd name="connsiteX2196" fmla="*/ 397573 w 550059"/>
              <a:gd name="connsiteY2196" fmla="*/ 535051 h 736847"/>
              <a:gd name="connsiteX2197" fmla="*/ 414079 w 550059"/>
              <a:gd name="connsiteY2197" fmla="*/ 516703 h 736847"/>
              <a:gd name="connsiteX2198" fmla="*/ 415921 w 550059"/>
              <a:gd name="connsiteY2198" fmla="*/ 515229 h 736847"/>
              <a:gd name="connsiteX2199" fmla="*/ 413416 w 550059"/>
              <a:gd name="connsiteY2199" fmla="*/ 514861 h 736847"/>
              <a:gd name="connsiteX2200" fmla="*/ 394551 w 550059"/>
              <a:gd name="connsiteY2200" fmla="*/ 529378 h 736847"/>
              <a:gd name="connsiteX2201" fmla="*/ 390941 w 550059"/>
              <a:gd name="connsiteY2201" fmla="*/ 534388 h 736847"/>
              <a:gd name="connsiteX2202" fmla="*/ 386814 w 550059"/>
              <a:gd name="connsiteY2202" fmla="*/ 537852 h 736847"/>
              <a:gd name="connsiteX2203" fmla="*/ 379150 w 550059"/>
              <a:gd name="connsiteY2203" fmla="*/ 540578 h 736847"/>
              <a:gd name="connsiteX2204" fmla="*/ 372740 w 550059"/>
              <a:gd name="connsiteY2204" fmla="*/ 541610 h 736847"/>
              <a:gd name="connsiteX2205" fmla="*/ 367581 w 550059"/>
              <a:gd name="connsiteY2205" fmla="*/ 537557 h 736847"/>
              <a:gd name="connsiteX2206" fmla="*/ 377161 w 550059"/>
              <a:gd name="connsiteY2206" fmla="*/ 512945 h 736847"/>
              <a:gd name="connsiteX2207" fmla="*/ 379298 w 550059"/>
              <a:gd name="connsiteY2207" fmla="*/ 509703 h 736847"/>
              <a:gd name="connsiteX2208" fmla="*/ 375613 w 550059"/>
              <a:gd name="connsiteY2208" fmla="*/ 510808 h 736847"/>
              <a:gd name="connsiteX2209" fmla="*/ 362202 w 550059"/>
              <a:gd name="connsiteY2209" fmla="*/ 532546 h 736847"/>
              <a:gd name="connsiteX2210" fmla="*/ 360507 w 550059"/>
              <a:gd name="connsiteY2210" fmla="*/ 538367 h 736847"/>
              <a:gd name="connsiteX2211" fmla="*/ 357633 w 550059"/>
              <a:gd name="connsiteY2211" fmla="*/ 542641 h 736847"/>
              <a:gd name="connsiteX2212" fmla="*/ 350928 w 550059"/>
              <a:gd name="connsiteY2212" fmla="*/ 546842 h 736847"/>
              <a:gd name="connsiteX2213" fmla="*/ 340980 w 550059"/>
              <a:gd name="connsiteY2213" fmla="*/ 550821 h 736847"/>
              <a:gd name="connsiteX2214" fmla="*/ 335232 w 550059"/>
              <a:gd name="connsiteY2214" fmla="*/ 547652 h 736847"/>
              <a:gd name="connsiteX2215" fmla="*/ 339211 w 550059"/>
              <a:gd name="connsiteY2215" fmla="*/ 525472 h 736847"/>
              <a:gd name="connsiteX2216" fmla="*/ 339654 w 550059"/>
              <a:gd name="connsiteY2216" fmla="*/ 522377 h 736847"/>
              <a:gd name="connsiteX2217" fmla="*/ 337296 w 550059"/>
              <a:gd name="connsiteY2217" fmla="*/ 524146 h 736847"/>
              <a:gd name="connsiteX2218" fmla="*/ 329853 w 550059"/>
              <a:gd name="connsiteY2218" fmla="*/ 546031 h 736847"/>
              <a:gd name="connsiteX2219" fmla="*/ 321453 w 550059"/>
              <a:gd name="connsiteY2219" fmla="*/ 560327 h 736847"/>
              <a:gd name="connsiteX2220" fmla="*/ 316073 w 550059"/>
              <a:gd name="connsiteY2220" fmla="*/ 563716 h 736847"/>
              <a:gd name="connsiteX2221" fmla="*/ 312831 w 550059"/>
              <a:gd name="connsiteY2221" fmla="*/ 563643 h 736847"/>
              <a:gd name="connsiteX2222" fmla="*/ 306420 w 550059"/>
              <a:gd name="connsiteY2222" fmla="*/ 561800 h 736847"/>
              <a:gd name="connsiteX2223" fmla="*/ 303841 w 550059"/>
              <a:gd name="connsiteY2223" fmla="*/ 568506 h 736847"/>
              <a:gd name="connsiteX2224" fmla="*/ 302809 w 550059"/>
              <a:gd name="connsiteY2224" fmla="*/ 572927 h 736847"/>
              <a:gd name="connsiteX2225" fmla="*/ 301409 w 550059"/>
              <a:gd name="connsiteY2225" fmla="*/ 580001 h 736847"/>
              <a:gd name="connsiteX2226" fmla="*/ 309294 w 550059"/>
              <a:gd name="connsiteY2226" fmla="*/ 580370 h 736847"/>
              <a:gd name="connsiteX2227" fmla="*/ 314010 w 550059"/>
              <a:gd name="connsiteY2227" fmla="*/ 580665 h 736847"/>
              <a:gd name="connsiteX2228" fmla="*/ 320495 w 550059"/>
              <a:gd name="connsiteY2228" fmla="*/ 581402 h 736847"/>
              <a:gd name="connsiteX2229" fmla="*/ 321600 w 550059"/>
              <a:gd name="connsiteY2229" fmla="*/ 574991 h 736847"/>
              <a:gd name="connsiteX2230" fmla="*/ 322337 w 550059"/>
              <a:gd name="connsiteY2230" fmla="*/ 571822 h 736847"/>
              <a:gd name="connsiteX2231" fmla="*/ 415626 w 550059"/>
              <a:gd name="connsiteY2231" fmla="*/ 549494 h 736847"/>
              <a:gd name="connsiteX2232" fmla="*/ 435301 w 550059"/>
              <a:gd name="connsiteY2232" fmla="*/ 557821 h 736847"/>
              <a:gd name="connsiteX2233" fmla="*/ 442228 w 550059"/>
              <a:gd name="connsiteY2233" fmla="*/ 559442 h 736847"/>
              <a:gd name="connsiteX2234" fmla="*/ 438101 w 550059"/>
              <a:gd name="connsiteY2234" fmla="*/ 554063 h 736847"/>
              <a:gd name="connsiteX2235" fmla="*/ 426458 w 550059"/>
              <a:gd name="connsiteY2235" fmla="*/ 546178 h 736847"/>
              <a:gd name="connsiteX2236" fmla="*/ 425648 w 550059"/>
              <a:gd name="connsiteY2236" fmla="*/ 541831 h 736847"/>
              <a:gd name="connsiteX2237" fmla="*/ 442744 w 550059"/>
              <a:gd name="connsiteY2237" fmla="*/ 532841 h 736847"/>
              <a:gd name="connsiteX2238" fmla="*/ 445838 w 550059"/>
              <a:gd name="connsiteY2238" fmla="*/ 531662 h 736847"/>
              <a:gd name="connsiteX2239" fmla="*/ 442522 w 550059"/>
              <a:gd name="connsiteY2239" fmla="*/ 530851 h 736847"/>
              <a:gd name="connsiteX2240" fmla="*/ 398383 w 550059"/>
              <a:gd name="connsiteY2240" fmla="*/ 603582 h 736847"/>
              <a:gd name="connsiteX2241" fmla="*/ 384235 w 550059"/>
              <a:gd name="connsiteY2241" fmla="*/ 611687 h 736847"/>
              <a:gd name="connsiteX2242" fmla="*/ 373255 w 550059"/>
              <a:gd name="connsiteY2242" fmla="*/ 616919 h 736847"/>
              <a:gd name="connsiteX2243" fmla="*/ 369055 w 550059"/>
              <a:gd name="connsiteY2243" fmla="*/ 617288 h 736847"/>
              <a:gd name="connsiteX2244" fmla="*/ 365223 w 550059"/>
              <a:gd name="connsiteY2244" fmla="*/ 613456 h 736847"/>
              <a:gd name="connsiteX2245" fmla="*/ 376277 w 550059"/>
              <a:gd name="connsiteY2245" fmla="*/ 595697 h 736847"/>
              <a:gd name="connsiteX2246" fmla="*/ 377382 w 550059"/>
              <a:gd name="connsiteY2246" fmla="*/ 593855 h 736847"/>
              <a:gd name="connsiteX2247" fmla="*/ 375245 w 550059"/>
              <a:gd name="connsiteY2247" fmla="*/ 594518 h 736847"/>
              <a:gd name="connsiteX2248" fmla="*/ 360802 w 550059"/>
              <a:gd name="connsiteY2248" fmla="*/ 611835 h 736847"/>
              <a:gd name="connsiteX2249" fmla="*/ 352033 w 550059"/>
              <a:gd name="connsiteY2249" fmla="*/ 621120 h 736847"/>
              <a:gd name="connsiteX2250" fmla="*/ 348201 w 550059"/>
              <a:gd name="connsiteY2250" fmla="*/ 622520 h 736847"/>
              <a:gd name="connsiteX2251" fmla="*/ 343338 w 550059"/>
              <a:gd name="connsiteY2251" fmla="*/ 620088 h 736847"/>
              <a:gd name="connsiteX2252" fmla="*/ 348644 w 550059"/>
              <a:gd name="connsiteY2252" fmla="*/ 596876 h 736847"/>
              <a:gd name="connsiteX2253" fmla="*/ 347612 w 550059"/>
              <a:gd name="connsiteY2253" fmla="*/ 595697 h 736847"/>
              <a:gd name="connsiteX2254" fmla="*/ 340243 w 550059"/>
              <a:gd name="connsiteY2254" fmla="*/ 605866 h 736847"/>
              <a:gd name="connsiteX2255" fmla="*/ 337959 w 550059"/>
              <a:gd name="connsiteY2255" fmla="*/ 619056 h 736847"/>
              <a:gd name="connsiteX2256" fmla="*/ 331400 w 550059"/>
              <a:gd name="connsiteY2256" fmla="*/ 630552 h 736847"/>
              <a:gd name="connsiteX2257" fmla="*/ 327642 w 550059"/>
              <a:gd name="connsiteY2257" fmla="*/ 632910 h 736847"/>
              <a:gd name="connsiteX2258" fmla="*/ 322410 w 550059"/>
              <a:gd name="connsiteY2258" fmla="*/ 631657 h 736847"/>
              <a:gd name="connsiteX2259" fmla="*/ 320052 w 550059"/>
              <a:gd name="connsiteY2259" fmla="*/ 612572 h 736847"/>
              <a:gd name="connsiteX2260" fmla="*/ 320273 w 550059"/>
              <a:gd name="connsiteY2260" fmla="*/ 609550 h 736847"/>
              <a:gd name="connsiteX2261" fmla="*/ 318284 w 550059"/>
              <a:gd name="connsiteY2261" fmla="*/ 611982 h 736847"/>
              <a:gd name="connsiteX2262" fmla="*/ 317252 w 550059"/>
              <a:gd name="connsiteY2262" fmla="*/ 632025 h 736847"/>
              <a:gd name="connsiteX2263" fmla="*/ 312978 w 550059"/>
              <a:gd name="connsiteY2263" fmla="*/ 643668 h 736847"/>
              <a:gd name="connsiteX2264" fmla="*/ 309736 w 550059"/>
              <a:gd name="connsiteY2264" fmla="*/ 646542 h 736847"/>
              <a:gd name="connsiteX2265" fmla="*/ 306862 w 550059"/>
              <a:gd name="connsiteY2265" fmla="*/ 646984 h 736847"/>
              <a:gd name="connsiteX2266" fmla="*/ 302072 w 550059"/>
              <a:gd name="connsiteY2266" fmla="*/ 647205 h 736847"/>
              <a:gd name="connsiteX2267" fmla="*/ 301704 w 550059"/>
              <a:gd name="connsiteY2267" fmla="*/ 651479 h 736847"/>
              <a:gd name="connsiteX2268" fmla="*/ 301409 w 550059"/>
              <a:gd name="connsiteY2268" fmla="*/ 654795 h 736847"/>
              <a:gd name="connsiteX2269" fmla="*/ 302662 w 550059"/>
              <a:gd name="connsiteY2269" fmla="*/ 660469 h 736847"/>
              <a:gd name="connsiteX2270" fmla="*/ 307231 w 550059"/>
              <a:gd name="connsiteY2270" fmla="*/ 659364 h 736847"/>
              <a:gd name="connsiteX2271" fmla="*/ 309957 w 550059"/>
              <a:gd name="connsiteY2271" fmla="*/ 659216 h 736847"/>
              <a:gd name="connsiteX2272" fmla="*/ 315042 w 550059"/>
              <a:gd name="connsiteY2272" fmla="*/ 659438 h 736847"/>
              <a:gd name="connsiteX2273" fmla="*/ 315484 w 550059"/>
              <a:gd name="connsiteY2273" fmla="*/ 654206 h 736847"/>
              <a:gd name="connsiteX2274" fmla="*/ 315852 w 550059"/>
              <a:gd name="connsiteY2274" fmla="*/ 651553 h 736847"/>
              <a:gd name="connsiteX2275" fmla="*/ 382393 w 550059"/>
              <a:gd name="connsiteY2275" fmla="*/ 621783 h 736847"/>
              <a:gd name="connsiteX2276" fmla="*/ 394846 w 550059"/>
              <a:gd name="connsiteY2276" fmla="*/ 623109 h 736847"/>
              <a:gd name="connsiteX2277" fmla="*/ 398678 w 550059"/>
              <a:gd name="connsiteY2277" fmla="*/ 622299 h 736847"/>
              <a:gd name="connsiteX2278" fmla="*/ 395878 w 550059"/>
              <a:gd name="connsiteY2278" fmla="*/ 619941 h 736847"/>
              <a:gd name="connsiteX2279" fmla="*/ 387625 w 550059"/>
              <a:gd name="connsiteY2279" fmla="*/ 617288 h 736847"/>
              <a:gd name="connsiteX2280" fmla="*/ 386519 w 550059"/>
              <a:gd name="connsiteY2280" fmla="*/ 614856 h 736847"/>
              <a:gd name="connsiteX2281" fmla="*/ 398825 w 550059"/>
              <a:gd name="connsiteY2281" fmla="*/ 604834 h 736847"/>
              <a:gd name="connsiteX2282" fmla="*/ 398383 w 550059"/>
              <a:gd name="connsiteY2282" fmla="*/ 603582 h 736847"/>
              <a:gd name="connsiteX2283" fmla="*/ 293746 w 550059"/>
              <a:gd name="connsiteY2283" fmla="*/ 287164 h 736847"/>
              <a:gd name="connsiteX2284" fmla="*/ 301262 w 550059"/>
              <a:gd name="connsiteY2284" fmla="*/ 278174 h 736847"/>
              <a:gd name="connsiteX2285" fmla="*/ 301262 w 550059"/>
              <a:gd name="connsiteY2285" fmla="*/ 275005 h 736847"/>
              <a:gd name="connsiteX2286" fmla="*/ 293746 w 550059"/>
              <a:gd name="connsiteY2286" fmla="*/ 275005 h 736847"/>
              <a:gd name="connsiteX2287" fmla="*/ 293746 w 550059"/>
              <a:gd name="connsiteY2287" fmla="*/ 277289 h 736847"/>
              <a:gd name="connsiteX2288" fmla="*/ 298683 w 550059"/>
              <a:gd name="connsiteY2288" fmla="*/ 277289 h 736847"/>
              <a:gd name="connsiteX2289" fmla="*/ 298683 w 550059"/>
              <a:gd name="connsiteY2289" fmla="*/ 278174 h 736847"/>
              <a:gd name="connsiteX2290" fmla="*/ 293746 w 550059"/>
              <a:gd name="connsiteY2290" fmla="*/ 285027 h 736847"/>
              <a:gd name="connsiteX2291" fmla="*/ 288293 w 550059"/>
              <a:gd name="connsiteY2291" fmla="*/ 275152 h 736847"/>
              <a:gd name="connsiteX2292" fmla="*/ 293746 w 550059"/>
              <a:gd name="connsiteY2292" fmla="*/ 265941 h 736847"/>
              <a:gd name="connsiteX2293" fmla="*/ 298535 w 550059"/>
              <a:gd name="connsiteY2293" fmla="*/ 271100 h 736847"/>
              <a:gd name="connsiteX2294" fmla="*/ 301041 w 550059"/>
              <a:gd name="connsiteY2294" fmla="*/ 271100 h 736847"/>
              <a:gd name="connsiteX2295" fmla="*/ 293672 w 550059"/>
              <a:gd name="connsiteY2295" fmla="*/ 263510 h 736847"/>
              <a:gd name="connsiteX2296" fmla="*/ 285493 w 550059"/>
              <a:gd name="connsiteY2296" fmla="*/ 275152 h 736847"/>
              <a:gd name="connsiteX2297" fmla="*/ 293746 w 550059"/>
              <a:gd name="connsiteY2297" fmla="*/ 287164 h 736847"/>
              <a:gd name="connsiteX2298" fmla="*/ 326832 w 550059"/>
              <a:gd name="connsiteY2298" fmla="*/ 384653 h 736847"/>
              <a:gd name="connsiteX2299" fmla="*/ 329706 w 550059"/>
              <a:gd name="connsiteY2299" fmla="*/ 397328 h 736847"/>
              <a:gd name="connsiteX2300" fmla="*/ 328453 w 550059"/>
              <a:gd name="connsiteY2300" fmla="*/ 402707 h 736847"/>
              <a:gd name="connsiteX2301" fmla="*/ 327348 w 550059"/>
              <a:gd name="connsiteY2301" fmla="*/ 405286 h 736847"/>
              <a:gd name="connsiteX2302" fmla="*/ 319905 w 550059"/>
              <a:gd name="connsiteY2302" fmla="*/ 416487 h 736847"/>
              <a:gd name="connsiteX2303" fmla="*/ 320863 w 550059"/>
              <a:gd name="connsiteY2303" fmla="*/ 420761 h 736847"/>
              <a:gd name="connsiteX2304" fmla="*/ 326758 w 550059"/>
              <a:gd name="connsiteY2304" fmla="*/ 425772 h 736847"/>
              <a:gd name="connsiteX2305" fmla="*/ 330369 w 550059"/>
              <a:gd name="connsiteY2305" fmla="*/ 434541 h 736847"/>
              <a:gd name="connsiteX2306" fmla="*/ 315410 w 550059"/>
              <a:gd name="connsiteY2306" fmla="*/ 464458 h 736847"/>
              <a:gd name="connsiteX2307" fmla="*/ 309736 w 550059"/>
              <a:gd name="connsiteY2307" fmla="*/ 466669 h 736847"/>
              <a:gd name="connsiteX2308" fmla="*/ 307304 w 550059"/>
              <a:gd name="connsiteY2308" fmla="*/ 468437 h 736847"/>
              <a:gd name="connsiteX2309" fmla="*/ 307673 w 550059"/>
              <a:gd name="connsiteY2309" fmla="*/ 469543 h 736847"/>
              <a:gd name="connsiteX2310" fmla="*/ 308631 w 550059"/>
              <a:gd name="connsiteY2310" fmla="*/ 470648 h 736847"/>
              <a:gd name="connsiteX2311" fmla="*/ 308778 w 550059"/>
              <a:gd name="connsiteY2311" fmla="*/ 473964 h 736847"/>
              <a:gd name="connsiteX2312" fmla="*/ 307968 w 550059"/>
              <a:gd name="connsiteY2312" fmla="*/ 474701 h 736847"/>
              <a:gd name="connsiteX2313" fmla="*/ 296177 w 550059"/>
              <a:gd name="connsiteY2313" fmla="*/ 474995 h 736847"/>
              <a:gd name="connsiteX2314" fmla="*/ 295293 w 550059"/>
              <a:gd name="connsiteY2314" fmla="*/ 473522 h 736847"/>
              <a:gd name="connsiteX2315" fmla="*/ 299272 w 550059"/>
              <a:gd name="connsiteY2315" fmla="*/ 465637 h 736847"/>
              <a:gd name="connsiteX2316" fmla="*/ 308557 w 550059"/>
              <a:gd name="connsiteY2316" fmla="*/ 458342 h 736847"/>
              <a:gd name="connsiteX2317" fmla="*/ 317326 w 550059"/>
              <a:gd name="connsiteY2317" fmla="*/ 441099 h 736847"/>
              <a:gd name="connsiteX2318" fmla="*/ 316736 w 550059"/>
              <a:gd name="connsiteY2318" fmla="*/ 432109 h 736847"/>
              <a:gd name="connsiteX2319" fmla="*/ 316221 w 550059"/>
              <a:gd name="connsiteY2319" fmla="*/ 431593 h 736847"/>
              <a:gd name="connsiteX2320" fmla="*/ 294630 w 550059"/>
              <a:gd name="connsiteY2320" fmla="*/ 399907 h 736847"/>
              <a:gd name="connsiteX2321" fmla="*/ 288882 w 550059"/>
              <a:gd name="connsiteY2321" fmla="*/ 408602 h 736847"/>
              <a:gd name="connsiteX2322" fmla="*/ 263312 w 550059"/>
              <a:gd name="connsiteY2322" fmla="*/ 394601 h 736847"/>
              <a:gd name="connsiteX2323" fmla="*/ 251670 w 550059"/>
              <a:gd name="connsiteY2323" fmla="*/ 393791 h 736847"/>
              <a:gd name="connsiteX2324" fmla="*/ 262502 w 550059"/>
              <a:gd name="connsiteY2324" fmla="*/ 383401 h 736847"/>
              <a:gd name="connsiteX2325" fmla="*/ 252185 w 550059"/>
              <a:gd name="connsiteY2325" fmla="*/ 390106 h 736847"/>
              <a:gd name="connsiteX2326" fmla="*/ 244964 w 550059"/>
              <a:gd name="connsiteY2326" fmla="*/ 393938 h 736847"/>
              <a:gd name="connsiteX2327" fmla="*/ 241353 w 550059"/>
              <a:gd name="connsiteY2327" fmla="*/ 391506 h 736847"/>
              <a:gd name="connsiteX2328" fmla="*/ 227426 w 550059"/>
              <a:gd name="connsiteY2328" fmla="*/ 391875 h 736847"/>
              <a:gd name="connsiteX2329" fmla="*/ 219173 w 550059"/>
              <a:gd name="connsiteY2329" fmla="*/ 405507 h 736847"/>
              <a:gd name="connsiteX2330" fmla="*/ 218584 w 550059"/>
              <a:gd name="connsiteY2330" fmla="*/ 410518 h 736847"/>
              <a:gd name="connsiteX2331" fmla="*/ 217331 w 550059"/>
              <a:gd name="connsiteY2331" fmla="*/ 413539 h 736847"/>
              <a:gd name="connsiteX2332" fmla="*/ 219099 w 550059"/>
              <a:gd name="connsiteY2332" fmla="*/ 417887 h 736847"/>
              <a:gd name="connsiteX2333" fmla="*/ 220205 w 550059"/>
              <a:gd name="connsiteY2333" fmla="*/ 418108 h 736847"/>
              <a:gd name="connsiteX2334" fmla="*/ 221678 w 550059"/>
              <a:gd name="connsiteY2334" fmla="*/ 421866 h 736847"/>
              <a:gd name="connsiteX2335" fmla="*/ 221678 w 550059"/>
              <a:gd name="connsiteY2335" fmla="*/ 422603 h 736847"/>
              <a:gd name="connsiteX2336" fmla="*/ 214310 w 550059"/>
              <a:gd name="connsiteY2336" fmla="*/ 429382 h 736847"/>
              <a:gd name="connsiteX2337" fmla="*/ 212173 w 550059"/>
              <a:gd name="connsiteY2337" fmla="*/ 427540 h 736847"/>
              <a:gd name="connsiteX2338" fmla="*/ 210994 w 550059"/>
              <a:gd name="connsiteY2338" fmla="*/ 423340 h 736847"/>
              <a:gd name="connsiteX2339" fmla="*/ 211288 w 550059"/>
              <a:gd name="connsiteY2339" fmla="*/ 408381 h 736847"/>
              <a:gd name="connsiteX2340" fmla="*/ 217920 w 550059"/>
              <a:gd name="connsiteY2340" fmla="*/ 388485 h 736847"/>
              <a:gd name="connsiteX2341" fmla="*/ 234942 w 550059"/>
              <a:gd name="connsiteY2341" fmla="*/ 378537 h 736847"/>
              <a:gd name="connsiteX2342" fmla="*/ 235900 w 550059"/>
              <a:gd name="connsiteY2342" fmla="*/ 376990 h 736847"/>
              <a:gd name="connsiteX2343" fmla="*/ 257712 w 550059"/>
              <a:gd name="connsiteY2343" fmla="*/ 340735 h 736847"/>
              <a:gd name="connsiteX2344" fmla="*/ 259554 w 550059"/>
              <a:gd name="connsiteY2344" fmla="*/ 339335 h 736847"/>
              <a:gd name="connsiteX2345" fmla="*/ 259628 w 550059"/>
              <a:gd name="connsiteY2345" fmla="*/ 336903 h 736847"/>
              <a:gd name="connsiteX2346" fmla="*/ 266407 w 550059"/>
              <a:gd name="connsiteY2346" fmla="*/ 330492 h 736847"/>
              <a:gd name="connsiteX2347" fmla="*/ 255133 w 550059"/>
              <a:gd name="connsiteY2347" fmla="*/ 334840 h 736847"/>
              <a:gd name="connsiteX2348" fmla="*/ 253364 w 550059"/>
              <a:gd name="connsiteY2348" fmla="*/ 334545 h 736847"/>
              <a:gd name="connsiteX2349" fmla="*/ 247617 w 550059"/>
              <a:gd name="connsiteY2349" fmla="*/ 337051 h 736847"/>
              <a:gd name="connsiteX2350" fmla="*/ 244227 w 550059"/>
              <a:gd name="connsiteY2350" fmla="*/ 340072 h 736847"/>
              <a:gd name="connsiteX2351" fmla="*/ 240616 w 550059"/>
              <a:gd name="connsiteY2351" fmla="*/ 340514 h 736847"/>
              <a:gd name="connsiteX2352" fmla="*/ 237079 w 550059"/>
              <a:gd name="connsiteY2352" fmla="*/ 338082 h 736847"/>
              <a:gd name="connsiteX2353" fmla="*/ 237521 w 550059"/>
              <a:gd name="connsiteY2353" fmla="*/ 336388 h 736847"/>
              <a:gd name="connsiteX2354" fmla="*/ 237079 w 550059"/>
              <a:gd name="connsiteY2354" fmla="*/ 335503 h 736847"/>
              <a:gd name="connsiteX2355" fmla="*/ 241427 w 550059"/>
              <a:gd name="connsiteY2355" fmla="*/ 333514 h 736847"/>
              <a:gd name="connsiteX2356" fmla="*/ 235827 w 550059"/>
              <a:gd name="connsiteY2356" fmla="*/ 333587 h 736847"/>
              <a:gd name="connsiteX2357" fmla="*/ 235606 w 550059"/>
              <a:gd name="connsiteY2357" fmla="*/ 333072 h 736847"/>
              <a:gd name="connsiteX2358" fmla="*/ 237816 w 550059"/>
              <a:gd name="connsiteY2358" fmla="*/ 327250 h 736847"/>
              <a:gd name="connsiteX2359" fmla="*/ 238553 w 550059"/>
              <a:gd name="connsiteY2359" fmla="*/ 327029 h 736847"/>
              <a:gd name="connsiteX2360" fmla="*/ 249533 w 550059"/>
              <a:gd name="connsiteY2360" fmla="*/ 318776 h 736847"/>
              <a:gd name="connsiteX2361" fmla="*/ 256091 w 550059"/>
              <a:gd name="connsiteY2361" fmla="*/ 312513 h 736847"/>
              <a:gd name="connsiteX2362" fmla="*/ 252038 w 550059"/>
              <a:gd name="connsiteY2362" fmla="*/ 306396 h 736847"/>
              <a:gd name="connsiteX2363" fmla="*/ 265597 w 550059"/>
              <a:gd name="connsiteY2363" fmla="*/ 304407 h 736847"/>
              <a:gd name="connsiteX2364" fmla="*/ 258891 w 550059"/>
              <a:gd name="connsiteY2364" fmla="*/ 310154 h 736847"/>
              <a:gd name="connsiteX2365" fmla="*/ 263755 w 550059"/>
              <a:gd name="connsiteY2365" fmla="*/ 307502 h 736847"/>
              <a:gd name="connsiteX2366" fmla="*/ 283650 w 550059"/>
              <a:gd name="connsiteY2366" fmla="*/ 305217 h 736847"/>
              <a:gd name="connsiteX2367" fmla="*/ 275987 w 550059"/>
              <a:gd name="connsiteY2367" fmla="*/ 306470 h 736847"/>
              <a:gd name="connsiteX2368" fmla="*/ 278124 w 550059"/>
              <a:gd name="connsiteY2368" fmla="*/ 307796 h 736847"/>
              <a:gd name="connsiteX2369" fmla="*/ 296841 w 550059"/>
              <a:gd name="connsiteY2369" fmla="*/ 311628 h 736847"/>
              <a:gd name="connsiteX2370" fmla="*/ 290061 w 550059"/>
              <a:gd name="connsiteY2370" fmla="*/ 314649 h 736847"/>
              <a:gd name="connsiteX2371" fmla="*/ 303988 w 550059"/>
              <a:gd name="connsiteY2371" fmla="*/ 331156 h 736847"/>
              <a:gd name="connsiteX2372" fmla="*/ 289472 w 550059"/>
              <a:gd name="connsiteY2372" fmla="*/ 325482 h 736847"/>
              <a:gd name="connsiteX2373" fmla="*/ 302883 w 550059"/>
              <a:gd name="connsiteY2373" fmla="*/ 342283 h 736847"/>
              <a:gd name="connsiteX2374" fmla="*/ 290503 w 550059"/>
              <a:gd name="connsiteY2374" fmla="*/ 340293 h 736847"/>
              <a:gd name="connsiteX2375" fmla="*/ 301262 w 550059"/>
              <a:gd name="connsiteY2375" fmla="*/ 352010 h 736847"/>
              <a:gd name="connsiteX2376" fmla="*/ 296325 w 550059"/>
              <a:gd name="connsiteY2376" fmla="*/ 361736 h 736847"/>
              <a:gd name="connsiteX2377" fmla="*/ 279082 w 550059"/>
              <a:gd name="connsiteY2377" fmla="*/ 359084 h 736847"/>
              <a:gd name="connsiteX2378" fmla="*/ 307452 w 550059"/>
              <a:gd name="connsiteY2378" fmla="*/ 373158 h 736847"/>
              <a:gd name="connsiteX2379" fmla="*/ 323295 w 550059"/>
              <a:gd name="connsiteY2379" fmla="*/ 380158 h 736847"/>
              <a:gd name="connsiteX2380" fmla="*/ 327642 w 550059"/>
              <a:gd name="connsiteY2380" fmla="*/ 379053 h 736847"/>
              <a:gd name="connsiteX2381" fmla="*/ 324400 w 550059"/>
              <a:gd name="connsiteY2381" fmla="*/ 362842 h 736847"/>
              <a:gd name="connsiteX2382" fmla="*/ 321895 w 550059"/>
              <a:gd name="connsiteY2382" fmla="*/ 343388 h 736847"/>
              <a:gd name="connsiteX2383" fmla="*/ 329042 w 550059"/>
              <a:gd name="connsiteY2383" fmla="*/ 362031 h 736847"/>
              <a:gd name="connsiteX2384" fmla="*/ 332211 w 550059"/>
              <a:gd name="connsiteY2384" fmla="*/ 335577 h 736847"/>
              <a:gd name="connsiteX2385" fmla="*/ 324179 w 550059"/>
              <a:gd name="connsiteY2385" fmla="*/ 337714 h 736847"/>
              <a:gd name="connsiteX2386" fmla="*/ 336485 w 550059"/>
              <a:gd name="connsiteY2386" fmla="*/ 329313 h 736847"/>
              <a:gd name="connsiteX2387" fmla="*/ 347612 w 550059"/>
              <a:gd name="connsiteY2387" fmla="*/ 321576 h 736847"/>
              <a:gd name="connsiteX2388" fmla="*/ 343117 w 550059"/>
              <a:gd name="connsiteY2388" fmla="*/ 334398 h 736847"/>
              <a:gd name="connsiteX2389" fmla="*/ 334790 w 550059"/>
              <a:gd name="connsiteY2389" fmla="*/ 346114 h 736847"/>
              <a:gd name="connsiteX2390" fmla="*/ 346433 w 550059"/>
              <a:gd name="connsiteY2390" fmla="*/ 336461 h 736847"/>
              <a:gd name="connsiteX2391" fmla="*/ 339359 w 550059"/>
              <a:gd name="connsiteY2391" fmla="*/ 353631 h 736847"/>
              <a:gd name="connsiteX2392" fmla="*/ 349823 w 550059"/>
              <a:gd name="connsiteY2392" fmla="*/ 357168 h 736847"/>
              <a:gd name="connsiteX2393" fmla="*/ 346507 w 550059"/>
              <a:gd name="connsiteY2393" fmla="*/ 366452 h 736847"/>
              <a:gd name="connsiteX2394" fmla="*/ 339875 w 550059"/>
              <a:gd name="connsiteY2394" fmla="*/ 376179 h 736847"/>
              <a:gd name="connsiteX2395" fmla="*/ 347833 w 550059"/>
              <a:gd name="connsiteY2395" fmla="*/ 375590 h 736847"/>
              <a:gd name="connsiteX2396" fmla="*/ 330000 w 550059"/>
              <a:gd name="connsiteY2396" fmla="*/ 383401 h 736847"/>
              <a:gd name="connsiteX2397" fmla="*/ 326832 w 550059"/>
              <a:gd name="connsiteY2397" fmla="*/ 384653 h 736847"/>
              <a:gd name="connsiteX2398" fmla="*/ 243490 w 550059"/>
              <a:gd name="connsiteY2398" fmla="*/ 328798 h 736847"/>
              <a:gd name="connsiteX2399" fmla="*/ 240616 w 550059"/>
              <a:gd name="connsiteY2399" fmla="*/ 327840 h 736847"/>
              <a:gd name="connsiteX2400" fmla="*/ 241280 w 550059"/>
              <a:gd name="connsiteY2400" fmla="*/ 330050 h 736847"/>
              <a:gd name="connsiteX2401" fmla="*/ 240322 w 550059"/>
              <a:gd name="connsiteY2401" fmla="*/ 331672 h 736847"/>
              <a:gd name="connsiteX2402" fmla="*/ 240985 w 550059"/>
              <a:gd name="connsiteY2402" fmla="*/ 331524 h 736847"/>
              <a:gd name="connsiteX2403" fmla="*/ 243490 w 550059"/>
              <a:gd name="connsiteY2403" fmla="*/ 328798 h 736847"/>
              <a:gd name="connsiteX2404" fmla="*/ 259407 w 550059"/>
              <a:gd name="connsiteY2404" fmla="*/ 319881 h 736847"/>
              <a:gd name="connsiteX2405" fmla="*/ 259038 w 550059"/>
              <a:gd name="connsiteY2405" fmla="*/ 318997 h 736847"/>
              <a:gd name="connsiteX2406" fmla="*/ 257786 w 550059"/>
              <a:gd name="connsiteY2406" fmla="*/ 319218 h 736847"/>
              <a:gd name="connsiteX2407" fmla="*/ 258154 w 550059"/>
              <a:gd name="connsiteY2407" fmla="*/ 319955 h 736847"/>
              <a:gd name="connsiteX2408" fmla="*/ 256901 w 550059"/>
              <a:gd name="connsiteY2408" fmla="*/ 321650 h 736847"/>
              <a:gd name="connsiteX2409" fmla="*/ 255133 w 550059"/>
              <a:gd name="connsiteY2409" fmla="*/ 320471 h 736847"/>
              <a:gd name="connsiteX2410" fmla="*/ 255207 w 550059"/>
              <a:gd name="connsiteY2410" fmla="*/ 319587 h 736847"/>
              <a:gd name="connsiteX2411" fmla="*/ 253291 w 550059"/>
              <a:gd name="connsiteY2411" fmla="*/ 319881 h 736847"/>
              <a:gd name="connsiteX2412" fmla="*/ 253217 w 550059"/>
              <a:gd name="connsiteY2412" fmla="*/ 320987 h 736847"/>
              <a:gd name="connsiteX2413" fmla="*/ 256754 w 550059"/>
              <a:gd name="connsiteY2413" fmla="*/ 323271 h 736847"/>
              <a:gd name="connsiteX2414" fmla="*/ 259407 w 550059"/>
              <a:gd name="connsiteY2414" fmla="*/ 319881 h 736847"/>
              <a:gd name="connsiteX2415" fmla="*/ 279082 w 550059"/>
              <a:gd name="connsiteY2415" fmla="*/ 352820 h 736847"/>
              <a:gd name="connsiteX2416" fmla="*/ 273113 w 550059"/>
              <a:gd name="connsiteY2416" fmla="*/ 314502 h 736847"/>
              <a:gd name="connsiteX2417" fmla="*/ 279082 w 550059"/>
              <a:gd name="connsiteY2417" fmla="*/ 352820 h 736847"/>
              <a:gd name="connsiteX2418" fmla="*/ 235311 w 550059"/>
              <a:gd name="connsiteY2418" fmla="*/ 287164 h 736847"/>
              <a:gd name="connsiteX2419" fmla="*/ 242901 w 550059"/>
              <a:gd name="connsiteY2419" fmla="*/ 279205 h 736847"/>
              <a:gd name="connsiteX2420" fmla="*/ 242901 w 550059"/>
              <a:gd name="connsiteY2420" fmla="*/ 263878 h 736847"/>
              <a:gd name="connsiteX2421" fmla="*/ 240248 w 550059"/>
              <a:gd name="connsiteY2421" fmla="*/ 263878 h 736847"/>
              <a:gd name="connsiteX2422" fmla="*/ 240248 w 550059"/>
              <a:gd name="connsiteY2422" fmla="*/ 279205 h 736847"/>
              <a:gd name="connsiteX2423" fmla="*/ 235311 w 550059"/>
              <a:gd name="connsiteY2423" fmla="*/ 285027 h 736847"/>
              <a:gd name="connsiteX2424" fmla="*/ 230374 w 550059"/>
              <a:gd name="connsiteY2424" fmla="*/ 279205 h 736847"/>
              <a:gd name="connsiteX2425" fmla="*/ 230374 w 550059"/>
              <a:gd name="connsiteY2425" fmla="*/ 263878 h 736847"/>
              <a:gd name="connsiteX2426" fmla="*/ 227721 w 550059"/>
              <a:gd name="connsiteY2426" fmla="*/ 263878 h 736847"/>
              <a:gd name="connsiteX2427" fmla="*/ 227721 w 550059"/>
              <a:gd name="connsiteY2427" fmla="*/ 279205 h 736847"/>
              <a:gd name="connsiteX2428" fmla="*/ 235311 w 550059"/>
              <a:gd name="connsiteY2428" fmla="*/ 287164 h 736847"/>
              <a:gd name="connsiteX2429" fmla="*/ 339285 w 550059"/>
              <a:gd name="connsiteY2429" fmla="*/ 325334 h 736847"/>
              <a:gd name="connsiteX2430" fmla="*/ 345696 w 550059"/>
              <a:gd name="connsiteY2430" fmla="*/ 320397 h 736847"/>
              <a:gd name="connsiteX2431" fmla="*/ 336632 w 550059"/>
              <a:gd name="connsiteY2431" fmla="*/ 312807 h 736847"/>
              <a:gd name="connsiteX2432" fmla="*/ 339285 w 550059"/>
              <a:gd name="connsiteY2432" fmla="*/ 325334 h 736847"/>
              <a:gd name="connsiteX2433" fmla="*/ 352991 w 550059"/>
              <a:gd name="connsiteY2433" fmla="*/ 286795 h 736847"/>
              <a:gd name="connsiteX2434" fmla="*/ 355644 w 550059"/>
              <a:gd name="connsiteY2434" fmla="*/ 286795 h 736847"/>
              <a:gd name="connsiteX2435" fmla="*/ 355644 w 550059"/>
              <a:gd name="connsiteY2435" fmla="*/ 266310 h 736847"/>
              <a:gd name="connsiteX2436" fmla="*/ 362128 w 550059"/>
              <a:gd name="connsiteY2436" fmla="*/ 266310 h 736847"/>
              <a:gd name="connsiteX2437" fmla="*/ 362128 w 550059"/>
              <a:gd name="connsiteY2437" fmla="*/ 263878 h 736847"/>
              <a:gd name="connsiteX2438" fmla="*/ 346433 w 550059"/>
              <a:gd name="connsiteY2438" fmla="*/ 263878 h 736847"/>
              <a:gd name="connsiteX2439" fmla="*/ 346433 w 550059"/>
              <a:gd name="connsiteY2439" fmla="*/ 266310 h 736847"/>
              <a:gd name="connsiteX2440" fmla="*/ 352991 w 550059"/>
              <a:gd name="connsiteY2440" fmla="*/ 266310 h 736847"/>
              <a:gd name="connsiteX2441" fmla="*/ 352991 w 550059"/>
              <a:gd name="connsiteY2441" fmla="*/ 286795 h 736847"/>
              <a:gd name="connsiteX2442" fmla="*/ 352991 w 550059"/>
              <a:gd name="connsiteY2442" fmla="*/ 286795 h 736847"/>
              <a:gd name="connsiteX2443" fmla="*/ 306494 w 550059"/>
              <a:gd name="connsiteY2443" fmla="*/ 432477 h 736847"/>
              <a:gd name="connsiteX2444" fmla="*/ 285787 w 550059"/>
              <a:gd name="connsiteY2444" fmla="*/ 410444 h 736847"/>
              <a:gd name="connsiteX2445" fmla="*/ 291756 w 550059"/>
              <a:gd name="connsiteY2445" fmla="*/ 428351 h 736847"/>
              <a:gd name="connsiteX2446" fmla="*/ 292051 w 550059"/>
              <a:gd name="connsiteY2446" fmla="*/ 428793 h 736847"/>
              <a:gd name="connsiteX2447" fmla="*/ 291093 w 550059"/>
              <a:gd name="connsiteY2447" fmla="*/ 433288 h 736847"/>
              <a:gd name="connsiteX2448" fmla="*/ 273924 w 550059"/>
              <a:gd name="connsiteY2448" fmla="*/ 445373 h 736847"/>
              <a:gd name="connsiteX2449" fmla="*/ 267292 w 550059"/>
              <a:gd name="connsiteY2449" fmla="*/ 452594 h 736847"/>
              <a:gd name="connsiteX2450" fmla="*/ 265007 w 550059"/>
              <a:gd name="connsiteY2450" fmla="*/ 459447 h 736847"/>
              <a:gd name="connsiteX2451" fmla="*/ 265891 w 550059"/>
              <a:gd name="connsiteY2451" fmla="*/ 460258 h 736847"/>
              <a:gd name="connsiteX2452" fmla="*/ 276871 w 550059"/>
              <a:gd name="connsiteY2452" fmla="*/ 459963 h 736847"/>
              <a:gd name="connsiteX2453" fmla="*/ 277534 w 550059"/>
              <a:gd name="connsiteY2453" fmla="*/ 458784 h 736847"/>
              <a:gd name="connsiteX2454" fmla="*/ 277387 w 550059"/>
              <a:gd name="connsiteY2454" fmla="*/ 455173 h 736847"/>
              <a:gd name="connsiteX2455" fmla="*/ 276871 w 550059"/>
              <a:gd name="connsiteY2455" fmla="*/ 454436 h 736847"/>
              <a:gd name="connsiteX2456" fmla="*/ 278566 w 550059"/>
              <a:gd name="connsiteY2456" fmla="*/ 450973 h 736847"/>
              <a:gd name="connsiteX2457" fmla="*/ 282619 w 550059"/>
              <a:gd name="connsiteY2457" fmla="*/ 448173 h 736847"/>
              <a:gd name="connsiteX2458" fmla="*/ 306494 w 550059"/>
              <a:gd name="connsiteY2458" fmla="*/ 432477 h 736847"/>
              <a:gd name="connsiteX2459" fmla="*/ 214089 w 550059"/>
              <a:gd name="connsiteY2459" fmla="*/ 286795 h 736847"/>
              <a:gd name="connsiteX2460" fmla="*/ 216741 w 550059"/>
              <a:gd name="connsiteY2460" fmla="*/ 286795 h 736847"/>
              <a:gd name="connsiteX2461" fmla="*/ 216741 w 550059"/>
              <a:gd name="connsiteY2461" fmla="*/ 266310 h 736847"/>
              <a:gd name="connsiteX2462" fmla="*/ 223226 w 550059"/>
              <a:gd name="connsiteY2462" fmla="*/ 266310 h 736847"/>
              <a:gd name="connsiteX2463" fmla="*/ 223226 w 550059"/>
              <a:gd name="connsiteY2463" fmla="*/ 263878 h 736847"/>
              <a:gd name="connsiteX2464" fmla="*/ 207530 w 550059"/>
              <a:gd name="connsiteY2464" fmla="*/ 263878 h 736847"/>
              <a:gd name="connsiteX2465" fmla="*/ 207530 w 550059"/>
              <a:gd name="connsiteY2465" fmla="*/ 266310 h 736847"/>
              <a:gd name="connsiteX2466" fmla="*/ 214089 w 550059"/>
              <a:gd name="connsiteY2466" fmla="*/ 266310 h 736847"/>
              <a:gd name="connsiteX2467" fmla="*/ 214089 w 550059"/>
              <a:gd name="connsiteY2467" fmla="*/ 286795 h 736847"/>
              <a:gd name="connsiteX2468" fmla="*/ 214089 w 550059"/>
              <a:gd name="connsiteY2468" fmla="*/ 286795 h 736847"/>
              <a:gd name="connsiteX2469" fmla="*/ 204656 w 550059"/>
              <a:gd name="connsiteY2469" fmla="*/ 280974 h 736847"/>
              <a:gd name="connsiteX2470" fmla="*/ 198761 w 550059"/>
              <a:gd name="connsiteY2470" fmla="*/ 274416 h 736847"/>
              <a:gd name="connsiteX2471" fmla="*/ 196330 w 550059"/>
              <a:gd name="connsiteY2471" fmla="*/ 273900 h 736847"/>
              <a:gd name="connsiteX2472" fmla="*/ 192203 w 550059"/>
              <a:gd name="connsiteY2472" fmla="*/ 269700 h 736847"/>
              <a:gd name="connsiteX2473" fmla="*/ 196919 w 550059"/>
              <a:gd name="connsiteY2473" fmla="*/ 265868 h 736847"/>
              <a:gd name="connsiteX2474" fmla="*/ 201930 w 550059"/>
              <a:gd name="connsiteY2474" fmla="*/ 271026 h 736847"/>
              <a:gd name="connsiteX2475" fmla="*/ 204435 w 550059"/>
              <a:gd name="connsiteY2475" fmla="*/ 271026 h 736847"/>
              <a:gd name="connsiteX2476" fmla="*/ 196845 w 550059"/>
              <a:gd name="connsiteY2476" fmla="*/ 263436 h 736847"/>
              <a:gd name="connsiteX2477" fmla="*/ 189477 w 550059"/>
              <a:gd name="connsiteY2477" fmla="*/ 269700 h 736847"/>
              <a:gd name="connsiteX2478" fmla="*/ 195298 w 550059"/>
              <a:gd name="connsiteY2478" fmla="*/ 276258 h 736847"/>
              <a:gd name="connsiteX2479" fmla="*/ 197730 w 550059"/>
              <a:gd name="connsiteY2479" fmla="*/ 276774 h 736847"/>
              <a:gd name="connsiteX2480" fmla="*/ 201856 w 550059"/>
              <a:gd name="connsiteY2480" fmla="*/ 281048 h 736847"/>
              <a:gd name="connsiteX2481" fmla="*/ 196845 w 550059"/>
              <a:gd name="connsiteY2481" fmla="*/ 285100 h 736847"/>
              <a:gd name="connsiteX2482" fmla="*/ 191614 w 550059"/>
              <a:gd name="connsiteY2482" fmla="*/ 279869 h 736847"/>
              <a:gd name="connsiteX2483" fmla="*/ 189108 w 550059"/>
              <a:gd name="connsiteY2483" fmla="*/ 279869 h 736847"/>
              <a:gd name="connsiteX2484" fmla="*/ 196845 w 550059"/>
              <a:gd name="connsiteY2484" fmla="*/ 287237 h 736847"/>
              <a:gd name="connsiteX2485" fmla="*/ 204656 w 550059"/>
              <a:gd name="connsiteY2485" fmla="*/ 280974 h 736847"/>
              <a:gd name="connsiteX2486" fmla="*/ 224773 w 550059"/>
              <a:gd name="connsiteY2486" fmla="*/ 366895 h 736847"/>
              <a:gd name="connsiteX2487" fmla="*/ 233837 w 550059"/>
              <a:gd name="connsiteY2487" fmla="*/ 375737 h 736847"/>
              <a:gd name="connsiteX2488" fmla="*/ 233248 w 550059"/>
              <a:gd name="connsiteY2488" fmla="*/ 360484 h 736847"/>
              <a:gd name="connsiteX2489" fmla="*/ 226468 w 550059"/>
              <a:gd name="connsiteY2489" fmla="*/ 359305 h 736847"/>
              <a:gd name="connsiteX2490" fmla="*/ 221900 w 550059"/>
              <a:gd name="connsiteY2490" fmla="*/ 359305 h 736847"/>
              <a:gd name="connsiteX2491" fmla="*/ 202372 w 550059"/>
              <a:gd name="connsiteY2491" fmla="*/ 371758 h 736847"/>
              <a:gd name="connsiteX2492" fmla="*/ 200383 w 550059"/>
              <a:gd name="connsiteY2492" fmla="*/ 375811 h 736847"/>
              <a:gd name="connsiteX2493" fmla="*/ 197288 w 550059"/>
              <a:gd name="connsiteY2493" fmla="*/ 382590 h 736847"/>
              <a:gd name="connsiteX2494" fmla="*/ 197288 w 550059"/>
              <a:gd name="connsiteY2494" fmla="*/ 387601 h 736847"/>
              <a:gd name="connsiteX2495" fmla="*/ 198467 w 550059"/>
              <a:gd name="connsiteY2495" fmla="*/ 388780 h 736847"/>
              <a:gd name="connsiteX2496" fmla="*/ 206646 w 550059"/>
              <a:gd name="connsiteY2496" fmla="*/ 384506 h 736847"/>
              <a:gd name="connsiteX2497" fmla="*/ 206793 w 550059"/>
              <a:gd name="connsiteY2497" fmla="*/ 383474 h 736847"/>
              <a:gd name="connsiteX2498" fmla="*/ 205467 w 550059"/>
              <a:gd name="connsiteY2498" fmla="*/ 380895 h 736847"/>
              <a:gd name="connsiteX2499" fmla="*/ 204141 w 550059"/>
              <a:gd name="connsiteY2499" fmla="*/ 379053 h 736847"/>
              <a:gd name="connsiteX2500" fmla="*/ 205909 w 550059"/>
              <a:gd name="connsiteY2500" fmla="*/ 376990 h 736847"/>
              <a:gd name="connsiteX2501" fmla="*/ 206867 w 550059"/>
              <a:gd name="connsiteY2501" fmla="*/ 376474 h 736847"/>
              <a:gd name="connsiteX2502" fmla="*/ 219763 w 550059"/>
              <a:gd name="connsiteY2502" fmla="*/ 367558 h 736847"/>
              <a:gd name="connsiteX2503" fmla="*/ 224773 w 550059"/>
              <a:gd name="connsiteY2503" fmla="*/ 366895 h 73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Lst>
            <a:rect l="l" t="t" r="r" b="b"/>
            <a:pathLst>
              <a:path w="550059" h="736847">
                <a:moveTo>
                  <a:pt x="310989" y="57403"/>
                </a:moveTo>
                <a:cubicBezTo>
                  <a:pt x="310989" y="60498"/>
                  <a:pt x="310989" y="63593"/>
                  <a:pt x="310989" y="66688"/>
                </a:cubicBezTo>
                <a:cubicBezTo>
                  <a:pt x="310989" y="68825"/>
                  <a:pt x="310989" y="71036"/>
                  <a:pt x="309957" y="72730"/>
                </a:cubicBezTo>
                <a:cubicBezTo>
                  <a:pt x="308410" y="75310"/>
                  <a:pt x="305536" y="75457"/>
                  <a:pt x="302072" y="75310"/>
                </a:cubicBezTo>
                <a:cubicBezTo>
                  <a:pt x="283429" y="74646"/>
                  <a:pt x="264712" y="74720"/>
                  <a:pt x="246069" y="75383"/>
                </a:cubicBezTo>
                <a:cubicBezTo>
                  <a:pt x="246069" y="72878"/>
                  <a:pt x="246069" y="70372"/>
                  <a:pt x="246069" y="67867"/>
                </a:cubicBezTo>
                <a:cubicBezTo>
                  <a:pt x="263681" y="67204"/>
                  <a:pt x="281292" y="67130"/>
                  <a:pt x="298830" y="67720"/>
                </a:cubicBezTo>
                <a:cubicBezTo>
                  <a:pt x="300378" y="67867"/>
                  <a:pt x="301041" y="67130"/>
                  <a:pt x="300967" y="65656"/>
                </a:cubicBezTo>
                <a:cubicBezTo>
                  <a:pt x="300967" y="63004"/>
                  <a:pt x="300967" y="60277"/>
                  <a:pt x="300967" y="57624"/>
                </a:cubicBezTo>
                <a:cubicBezTo>
                  <a:pt x="300967" y="56151"/>
                  <a:pt x="300451" y="55487"/>
                  <a:pt x="298830" y="55414"/>
                </a:cubicBezTo>
                <a:cubicBezTo>
                  <a:pt x="283650" y="54972"/>
                  <a:pt x="268471" y="54898"/>
                  <a:pt x="253291" y="55340"/>
                </a:cubicBezTo>
                <a:cubicBezTo>
                  <a:pt x="251154" y="55414"/>
                  <a:pt x="249091" y="55414"/>
                  <a:pt x="247469" y="54603"/>
                </a:cubicBezTo>
                <a:cubicBezTo>
                  <a:pt x="244596" y="53203"/>
                  <a:pt x="244374" y="50108"/>
                  <a:pt x="244374" y="46718"/>
                </a:cubicBezTo>
                <a:cubicBezTo>
                  <a:pt x="244374" y="43697"/>
                  <a:pt x="244374" y="40676"/>
                  <a:pt x="244374" y="37655"/>
                </a:cubicBezTo>
                <a:cubicBezTo>
                  <a:pt x="244374" y="34928"/>
                  <a:pt x="244301" y="33455"/>
                  <a:pt x="245406" y="31539"/>
                </a:cubicBezTo>
                <a:cubicBezTo>
                  <a:pt x="246954" y="28812"/>
                  <a:pt x="249827" y="28444"/>
                  <a:pt x="253364" y="28370"/>
                </a:cubicBezTo>
                <a:cubicBezTo>
                  <a:pt x="272008" y="27854"/>
                  <a:pt x="290724" y="28002"/>
                  <a:pt x="309294" y="28812"/>
                </a:cubicBezTo>
                <a:cubicBezTo>
                  <a:pt x="309294" y="31318"/>
                  <a:pt x="309294" y="33823"/>
                  <a:pt x="309294" y="36328"/>
                </a:cubicBezTo>
                <a:cubicBezTo>
                  <a:pt x="291830" y="35370"/>
                  <a:pt x="274145" y="35149"/>
                  <a:pt x="256533" y="35591"/>
                </a:cubicBezTo>
                <a:cubicBezTo>
                  <a:pt x="254912" y="35591"/>
                  <a:pt x="254396" y="36255"/>
                  <a:pt x="254396" y="37728"/>
                </a:cubicBezTo>
                <a:cubicBezTo>
                  <a:pt x="254396" y="40381"/>
                  <a:pt x="254396" y="42960"/>
                  <a:pt x="254396" y="45613"/>
                </a:cubicBezTo>
                <a:cubicBezTo>
                  <a:pt x="254396" y="47161"/>
                  <a:pt x="254986" y="47750"/>
                  <a:pt x="256533" y="47750"/>
                </a:cubicBezTo>
                <a:cubicBezTo>
                  <a:pt x="271713" y="47382"/>
                  <a:pt x="286819" y="47455"/>
                  <a:pt x="301925" y="47971"/>
                </a:cubicBezTo>
                <a:cubicBezTo>
                  <a:pt x="309220" y="48192"/>
                  <a:pt x="310989" y="50624"/>
                  <a:pt x="310989" y="57403"/>
                </a:cubicBezTo>
                <a:close/>
                <a:moveTo>
                  <a:pt x="323663" y="30286"/>
                </a:moveTo>
                <a:cubicBezTo>
                  <a:pt x="320789" y="31686"/>
                  <a:pt x="320642" y="34707"/>
                  <a:pt x="320642" y="38097"/>
                </a:cubicBezTo>
                <a:cubicBezTo>
                  <a:pt x="320642" y="47750"/>
                  <a:pt x="320642" y="57330"/>
                  <a:pt x="320642" y="66983"/>
                </a:cubicBezTo>
                <a:cubicBezTo>
                  <a:pt x="320642" y="73836"/>
                  <a:pt x="322337" y="76120"/>
                  <a:pt x="329706" y="76636"/>
                </a:cubicBezTo>
                <a:cubicBezTo>
                  <a:pt x="347464" y="77889"/>
                  <a:pt x="365150" y="79731"/>
                  <a:pt x="382614" y="82236"/>
                </a:cubicBezTo>
                <a:cubicBezTo>
                  <a:pt x="382614" y="79215"/>
                  <a:pt x="382614" y="76267"/>
                  <a:pt x="382614" y="73246"/>
                </a:cubicBezTo>
                <a:cubicBezTo>
                  <a:pt x="366329" y="70962"/>
                  <a:pt x="349749" y="69120"/>
                  <a:pt x="333169" y="67867"/>
                </a:cubicBezTo>
                <a:cubicBezTo>
                  <a:pt x="331548" y="67793"/>
                  <a:pt x="331106" y="67130"/>
                  <a:pt x="331106" y="65656"/>
                </a:cubicBezTo>
                <a:cubicBezTo>
                  <a:pt x="331106" y="57477"/>
                  <a:pt x="331106" y="49298"/>
                  <a:pt x="331106" y="41118"/>
                </a:cubicBezTo>
                <a:cubicBezTo>
                  <a:pt x="331106" y="39497"/>
                  <a:pt x="331695" y="38981"/>
                  <a:pt x="333316" y="39055"/>
                </a:cubicBezTo>
                <a:cubicBezTo>
                  <a:pt x="349823" y="40308"/>
                  <a:pt x="366329" y="42076"/>
                  <a:pt x="382614" y="44360"/>
                </a:cubicBezTo>
                <a:cubicBezTo>
                  <a:pt x="382614" y="41266"/>
                  <a:pt x="382614" y="38244"/>
                  <a:pt x="382614" y="35297"/>
                </a:cubicBezTo>
                <a:cubicBezTo>
                  <a:pt x="365076" y="32791"/>
                  <a:pt x="347317" y="30949"/>
                  <a:pt x="329485" y="29696"/>
                </a:cubicBezTo>
                <a:cubicBezTo>
                  <a:pt x="327421" y="29623"/>
                  <a:pt x="325358" y="29475"/>
                  <a:pt x="323663" y="30286"/>
                </a:cubicBezTo>
                <a:close/>
                <a:moveTo>
                  <a:pt x="161475" y="73983"/>
                </a:moveTo>
                <a:cubicBezTo>
                  <a:pt x="161549" y="80910"/>
                  <a:pt x="159412" y="83415"/>
                  <a:pt x="152338" y="84594"/>
                </a:cubicBezTo>
                <a:cubicBezTo>
                  <a:pt x="137305" y="87026"/>
                  <a:pt x="122420" y="89900"/>
                  <a:pt x="107904" y="93216"/>
                </a:cubicBezTo>
                <a:cubicBezTo>
                  <a:pt x="104661" y="93953"/>
                  <a:pt x="101714" y="94542"/>
                  <a:pt x="100166" y="92258"/>
                </a:cubicBezTo>
                <a:cubicBezTo>
                  <a:pt x="99208" y="90784"/>
                  <a:pt x="99208" y="88721"/>
                  <a:pt x="99208" y="86584"/>
                </a:cubicBezTo>
                <a:cubicBezTo>
                  <a:pt x="99208" y="76931"/>
                  <a:pt x="99135" y="67351"/>
                  <a:pt x="99135" y="57698"/>
                </a:cubicBezTo>
                <a:cubicBezTo>
                  <a:pt x="99135" y="50550"/>
                  <a:pt x="101272" y="47824"/>
                  <a:pt x="108346" y="46276"/>
                </a:cubicBezTo>
                <a:cubicBezTo>
                  <a:pt x="122789" y="42960"/>
                  <a:pt x="137600" y="40086"/>
                  <a:pt x="152632" y="37655"/>
                </a:cubicBezTo>
                <a:cubicBezTo>
                  <a:pt x="156022" y="37065"/>
                  <a:pt x="158896" y="36844"/>
                  <a:pt x="160443" y="39276"/>
                </a:cubicBezTo>
                <a:cubicBezTo>
                  <a:pt x="161401" y="40823"/>
                  <a:pt x="161401" y="42960"/>
                  <a:pt x="161401" y="45024"/>
                </a:cubicBezTo>
                <a:cubicBezTo>
                  <a:pt x="161475" y="54677"/>
                  <a:pt x="161475" y="64330"/>
                  <a:pt x="161475" y="73983"/>
                </a:cubicBezTo>
                <a:close/>
                <a:moveTo>
                  <a:pt x="152632" y="73541"/>
                </a:moveTo>
                <a:cubicBezTo>
                  <a:pt x="152632" y="65362"/>
                  <a:pt x="152632" y="57182"/>
                  <a:pt x="152559" y="49003"/>
                </a:cubicBezTo>
                <a:cubicBezTo>
                  <a:pt x="152632" y="47455"/>
                  <a:pt x="151822" y="46718"/>
                  <a:pt x="150274" y="47087"/>
                </a:cubicBezTo>
                <a:cubicBezTo>
                  <a:pt x="136568" y="49371"/>
                  <a:pt x="123083" y="51950"/>
                  <a:pt x="109893" y="54972"/>
                </a:cubicBezTo>
                <a:cubicBezTo>
                  <a:pt x="108419" y="55193"/>
                  <a:pt x="107977" y="55929"/>
                  <a:pt x="107977" y="57330"/>
                </a:cubicBezTo>
                <a:cubicBezTo>
                  <a:pt x="107977" y="65509"/>
                  <a:pt x="108051" y="73688"/>
                  <a:pt x="108051" y="81868"/>
                </a:cubicBezTo>
                <a:cubicBezTo>
                  <a:pt x="108051" y="83489"/>
                  <a:pt x="108788" y="84152"/>
                  <a:pt x="110409" y="83710"/>
                </a:cubicBezTo>
                <a:cubicBezTo>
                  <a:pt x="123599" y="80762"/>
                  <a:pt x="137011" y="78110"/>
                  <a:pt x="150643" y="75899"/>
                </a:cubicBezTo>
                <a:cubicBezTo>
                  <a:pt x="152117" y="75604"/>
                  <a:pt x="152632" y="75015"/>
                  <a:pt x="152632" y="73541"/>
                </a:cubicBezTo>
                <a:close/>
                <a:moveTo>
                  <a:pt x="330885" y="286795"/>
                </a:moveTo>
                <a:lnTo>
                  <a:pt x="328232" y="286795"/>
                </a:lnTo>
                <a:lnTo>
                  <a:pt x="328232" y="263878"/>
                </a:lnTo>
                <a:lnTo>
                  <a:pt x="335453" y="263878"/>
                </a:lnTo>
                <a:cubicBezTo>
                  <a:pt x="340022" y="263878"/>
                  <a:pt x="342012" y="265720"/>
                  <a:pt x="342012" y="270879"/>
                </a:cubicBezTo>
                <a:cubicBezTo>
                  <a:pt x="342012" y="275226"/>
                  <a:pt x="340317" y="276921"/>
                  <a:pt x="337369" y="277289"/>
                </a:cubicBezTo>
                <a:lnTo>
                  <a:pt x="342675" y="286722"/>
                </a:lnTo>
                <a:lnTo>
                  <a:pt x="339654" y="286722"/>
                </a:lnTo>
                <a:lnTo>
                  <a:pt x="334643" y="277584"/>
                </a:lnTo>
                <a:lnTo>
                  <a:pt x="330958" y="277584"/>
                </a:lnTo>
                <a:lnTo>
                  <a:pt x="330885" y="286795"/>
                </a:lnTo>
                <a:lnTo>
                  <a:pt x="330885" y="286795"/>
                </a:lnTo>
                <a:close/>
                <a:moveTo>
                  <a:pt x="330885" y="275447"/>
                </a:moveTo>
                <a:lnTo>
                  <a:pt x="335380" y="275447"/>
                </a:lnTo>
                <a:cubicBezTo>
                  <a:pt x="338253" y="275447"/>
                  <a:pt x="339285" y="274563"/>
                  <a:pt x="339285" y="270879"/>
                </a:cubicBezTo>
                <a:cubicBezTo>
                  <a:pt x="339285" y="267268"/>
                  <a:pt x="338253" y="266310"/>
                  <a:pt x="335453" y="266310"/>
                </a:cubicBezTo>
                <a:lnTo>
                  <a:pt x="330885" y="266310"/>
                </a:lnTo>
                <a:lnTo>
                  <a:pt x="330885" y="275447"/>
                </a:lnTo>
                <a:close/>
                <a:moveTo>
                  <a:pt x="253954" y="286795"/>
                </a:moveTo>
                <a:lnTo>
                  <a:pt x="256607" y="286795"/>
                </a:lnTo>
                <a:lnTo>
                  <a:pt x="256607" y="266310"/>
                </a:lnTo>
                <a:lnTo>
                  <a:pt x="263091" y="266310"/>
                </a:lnTo>
                <a:lnTo>
                  <a:pt x="263091" y="263878"/>
                </a:lnTo>
                <a:lnTo>
                  <a:pt x="247396" y="263878"/>
                </a:lnTo>
                <a:lnTo>
                  <a:pt x="247396" y="266310"/>
                </a:lnTo>
                <a:lnTo>
                  <a:pt x="253954" y="266310"/>
                </a:lnTo>
                <a:lnTo>
                  <a:pt x="253954" y="286795"/>
                </a:lnTo>
                <a:lnTo>
                  <a:pt x="253954" y="286795"/>
                </a:lnTo>
                <a:close/>
                <a:moveTo>
                  <a:pt x="225437" y="61235"/>
                </a:moveTo>
                <a:cubicBezTo>
                  <a:pt x="225437" y="61751"/>
                  <a:pt x="225805" y="62193"/>
                  <a:pt x="226321" y="62414"/>
                </a:cubicBezTo>
                <a:cubicBezTo>
                  <a:pt x="231847" y="64183"/>
                  <a:pt x="234721" y="68751"/>
                  <a:pt x="235016" y="75825"/>
                </a:cubicBezTo>
                <a:cubicBezTo>
                  <a:pt x="231774" y="75973"/>
                  <a:pt x="228605" y="76194"/>
                  <a:pt x="225363" y="76415"/>
                </a:cubicBezTo>
                <a:cubicBezTo>
                  <a:pt x="225363" y="71920"/>
                  <a:pt x="224773" y="68088"/>
                  <a:pt x="220794" y="65804"/>
                </a:cubicBezTo>
                <a:cubicBezTo>
                  <a:pt x="218141" y="64330"/>
                  <a:pt x="215268" y="64404"/>
                  <a:pt x="211583" y="64698"/>
                </a:cubicBezTo>
                <a:cubicBezTo>
                  <a:pt x="201046" y="65583"/>
                  <a:pt x="190582" y="66614"/>
                  <a:pt x="180118" y="67941"/>
                </a:cubicBezTo>
                <a:cubicBezTo>
                  <a:pt x="180118" y="72215"/>
                  <a:pt x="180118" y="76415"/>
                  <a:pt x="180118" y="80689"/>
                </a:cubicBezTo>
                <a:cubicBezTo>
                  <a:pt x="176876" y="81057"/>
                  <a:pt x="173634" y="81499"/>
                  <a:pt x="170465" y="81942"/>
                </a:cubicBezTo>
                <a:cubicBezTo>
                  <a:pt x="170465" y="66246"/>
                  <a:pt x="170391" y="50698"/>
                  <a:pt x="170391" y="35076"/>
                </a:cubicBezTo>
                <a:cubicBezTo>
                  <a:pt x="188740" y="32570"/>
                  <a:pt x="207383" y="30654"/>
                  <a:pt x="226026" y="29475"/>
                </a:cubicBezTo>
                <a:cubicBezTo>
                  <a:pt x="229489" y="29254"/>
                  <a:pt x="232363" y="29328"/>
                  <a:pt x="233911" y="31907"/>
                </a:cubicBezTo>
                <a:cubicBezTo>
                  <a:pt x="234869" y="33528"/>
                  <a:pt x="234942" y="35739"/>
                  <a:pt x="234942" y="37876"/>
                </a:cubicBezTo>
                <a:cubicBezTo>
                  <a:pt x="234942" y="41413"/>
                  <a:pt x="234942" y="44950"/>
                  <a:pt x="234942" y="48487"/>
                </a:cubicBezTo>
                <a:cubicBezTo>
                  <a:pt x="234942" y="51140"/>
                  <a:pt x="234869" y="52098"/>
                  <a:pt x="234648" y="53350"/>
                </a:cubicBezTo>
                <a:cubicBezTo>
                  <a:pt x="234353" y="54677"/>
                  <a:pt x="233837" y="56077"/>
                  <a:pt x="232879" y="57182"/>
                </a:cubicBezTo>
                <a:cubicBezTo>
                  <a:pt x="231332" y="59024"/>
                  <a:pt x="229047" y="59835"/>
                  <a:pt x="226468" y="60130"/>
                </a:cubicBezTo>
                <a:cubicBezTo>
                  <a:pt x="225952" y="60056"/>
                  <a:pt x="225437" y="60572"/>
                  <a:pt x="225437" y="61235"/>
                </a:cubicBezTo>
                <a:close/>
                <a:moveTo>
                  <a:pt x="225658" y="52540"/>
                </a:moveTo>
                <a:cubicBezTo>
                  <a:pt x="225658" y="48634"/>
                  <a:pt x="225658" y="44655"/>
                  <a:pt x="225658" y="40750"/>
                </a:cubicBezTo>
                <a:cubicBezTo>
                  <a:pt x="225658" y="39202"/>
                  <a:pt x="225068" y="38613"/>
                  <a:pt x="223447" y="38686"/>
                </a:cubicBezTo>
                <a:cubicBezTo>
                  <a:pt x="209004" y="39644"/>
                  <a:pt x="194561" y="41044"/>
                  <a:pt x="180192" y="42813"/>
                </a:cubicBezTo>
                <a:cubicBezTo>
                  <a:pt x="180192" y="48192"/>
                  <a:pt x="180192" y="53571"/>
                  <a:pt x="180192" y="58877"/>
                </a:cubicBezTo>
                <a:cubicBezTo>
                  <a:pt x="194561" y="57109"/>
                  <a:pt x="209004" y="55708"/>
                  <a:pt x="223521" y="54750"/>
                </a:cubicBezTo>
                <a:cubicBezTo>
                  <a:pt x="225216" y="54677"/>
                  <a:pt x="225658" y="54014"/>
                  <a:pt x="225658" y="52540"/>
                </a:cubicBezTo>
                <a:close/>
                <a:moveTo>
                  <a:pt x="51606" y="214949"/>
                </a:moveTo>
                <a:cubicBezTo>
                  <a:pt x="53374" y="214360"/>
                  <a:pt x="54111" y="214433"/>
                  <a:pt x="55585" y="215612"/>
                </a:cubicBezTo>
                <a:cubicBezTo>
                  <a:pt x="58385" y="217749"/>
                  <a:pt x="61185" y="218560"/>
                  <a:pt x="64133" y="216791"/>
                </a:cubicBezTo>
                <a:cubicBezTo>
                  <a:pt x="66933" y="215096"/>
                  <a:pt x="67080" y="212886"/>
                  <a:pt x="65975" y="208317"/>
                </a:cubicBezTo>
                <a:cubicBezTo>
                  <a:pt x="65459" y="206475"/>
                  <a:pt x="65828" y="205591"/>
                  <a:pt x="67522" y="204706"/>
                </a:cubicBezTo>
                <a:cubicBezTo>
                  <a:pt x="108714" y="179873"/>
                  <a:pt x="152264" y="168820"/>
                  <a:pt x="192940" y="172726"/>
                </a:cubicBezTo>
                <a:cubicBezTo>
                  <a:pt x="202962" y="173610"/>
                  <a:pt x="213352" y="175821"/>
                  <a:pt x="224405" y="179358"/>
                </a:cubicBezTo>
                <a:cubicBezTo>
                  <a:pt x="229195" y="180905"/>
                  <a:pt x="232658" y="181126"/>
                  <a:pt x="232658" y="179063"/>
                </a:cubicBezTo>
                <a:cubicBezTo>
                  <a:pt x="232658" y="177515"/>
                  <a:pt x="230374" y="175894"/>
                  <a:pt x="226616" y="174273"/>
                </a:cubicBezTo>
                <a:cubicBezTo>
                  <a:pt x="223300" y="172799"/>
                  <a:pt x="219836" y="171399"/>
                  <a:pt x="216299" y="170147"/>
                </a:cubicBezTo>
                <a:cubicBezTo>
                  <a:pt x="214973" y="169631"/>
                  <a:pt x="213499" y="169189"/>
                  <a:pt x="211878" y="168673"/>
                </a:cubicBezTo>
                <a:cubicBezTo>
                  <a:pt x="203625" y="166020"/>
                  <a:pt x="207972" y="167494"/>
                  <a:pt x="205172" y="166462"/>
                </a:cubicBezTo>
                <a:cubicBezTo>
                  <a:pt x="202077" y="165283"/>
                  <a:pt x="201488" y="163367"/>
                  <a:pt x="203477" y="160714"/>
                </a:cubicBezTo>
                <a:cubicBezTo>
                  <a:pt x="209299" y="152535"/>
                  <a:pt x="220131" y="146493"/>
                  <a:pt x="231847" y="144135"/>
                </a:cubicBezTo>
                <a:cubicBezTo>
                  <a:pt x="233911" y="143766"/>
                  <a:pt x="235237" y="143324"/>
                  <a:pt x="235237" y="142587"/>
                </a:cubicBezTo>
                <a:cubicBezTo>
                  <a:pt x="235237" y="141850"/>
                  <a:pt x="233690" y="141555"/>
                  <a:pt x="231626" y="141703"/>
                </a:cubicBezTo>
                <a:cubicBezTo>
                  <a:pt x="219099" y="142440"/>
                  <a:pt x="207162" y="148630"/>
                  <a:pt x="197656" y="157325"/>
                </a:cubicBezTo>
                <a:cubicBezTo>
                  <a:pt x="191982" y="162630"/>
                  <a:pt x="189477" y="163662"/>
                  <a:pt x="181666" y="163588"/>
                </a:cubicBezTo>
                <a:cubicBezTo>
                  <a:pt x="177760" y="163515"/>
                  <a:pt x="174002" y="163441"/>
                  <a:pt x="170244" y="163441"/>
                </a:cubicBezTo>
                <a:cubicBezTo>
                  <a:pt x="166117" y="163441"/>
                  <a:pt x="164570" y="161746"/>
                  <a:pt x="165454" y="157546"/>
                </a:cubicBezTo>
                <a:cubicBezTo>
                  <a:pt x="167739" y="145166"/>
                  <a:pt x="177539" y="136250"/>
                  <a:pt x="186898" y="132123"/>
                </a:cubicBezTo>
                <a:cubicBezTo>
                  <a:pt x="188813" y="131313"/>
                  <a:pt x="189771" y="130797"/>
                  <a:pt x="189771" y="130060"/>
                </a:cubicBezTo>
                <a:cubicBezTo>
                  <a:pt x="189771" y="129323"/>
                  <a:pt x="188224" y="129176"/>
                  <a:pt x="186382" y="129692"/>
                </a:cubicBezTo>
                <a:cubicBezTo>
                  <a:pt x="181002" y="131018"/>
                  <a:pt x="175255" y="134039"/>
                  <a:pt x="170539" y="138092"/>
                </a:cubicBezTo>
                <a:cubicBezTo>
                  <a:pt x="166044" y="141998"/>
                  <a:pt x="162286" y="147008"/>
                  <a:pt x="158896" y="153640"/>
                </a:cubicBezTo>
                <a:cubicBezTo>
                  <a:pt x="157201" y="156956"/>
                  <a:pt x="156833" y="157693"/>
                  <a:pt x="155801" y="159167"/>
                </a:cubicBezTo>
                <a:cubicBezTo>
                  <a:pt x="154696" y="160714"/>
                  <a:pt x="153369" y="161967"/>
                  <a:pt x="151896" y="162851"/>
                </a:cubicBezTo>
                <a:cubicBezTo>
                  <a:pt x="149980" y="164030"/>
                  <a:pt x="147622" y="164915"/>
                  <a:pt x="144232" y="165652"/>
                </a:cubicBezTo>
                <a:cubicBezTo>
                  <a:pt x="139369" y="166683"/>
                  <a:pt x="133474" y="167788"/>
                  <a:pt x="128610" y="168894"/>
                </a:cubicBezTo>
                <a:cubicBezTo>
                  <a:pt x="124778" y="169778"/>
                  <a:pt x="122862" y="168599"/>
                  <a:pt x="122641" y="164473"/>
                </a:cubicBezTo>
                <a:cubicBezTo>
                  <a:pt x="121978" y="155851"/>
                  <a:pt x="125663" y="144798"/>
                  <a:pt x="134284" y="137945"/>
                </a:cubicBezTo>
                <a:cubicBezTo>
                  <a:pt x="136200" y="136471"/>
                  <a:pt x="136863" y="136029"/>
                  <a:pt x="136863" y="135218"/>
                </a:cubicBezTo>
                <a:cubicBezTo>
                  <a:pt x="136863" y="134408"/>
                  <a:pt x="135095" y="134629"/>
                  <a:pt x="133031" y="135808"/>
                </a:cubicBezTo>
                <a:cubicBezTo>
                  <a:pt x="128610" y="138166"/>
                  <a:pt x="124484" y="142145"/>
                  <a:pt x="121831" y="146198"/>
                </a:cubicBezTo>
                <a:cubicBezTo>
                  <a:pt x="119325" y="149956"/>
                  <a:pt x="117631" y="154451"/>
                  <a:pt x="116157" y="160714"/>
                </a:cubicBezTo>
                <a:cubicBezTo>
                  <a:pt x="115346" y="164399"/>
                  <a:pt x="115125" y="165283"/>
                  <a:pt x="114388" y="166978"/>
                </a:cubicBezTo>
                <a:cubicBezTo>
                  <a:pt x="113651" y="168746"/>
                  <a:pt x="112620" y="170220"/>
                  <a:pt x="111293" y="171473"/>
                </a:cubicBezTo>
                <a:cubicBezTo>
                  <a:pt x="109598" y="173020"/>
                  <a:pt x="107314" y="174420"/>
                  <a:pt x="104072" y="175747"/>
                </a:cubicBezTo>
                <a:cubicBezTo>
                  <a:pt x="99135" y="177810"/>
                  <a:pt x="95008" y="179210"/>
                  <a:pt x="89997" y="181126"/>
                </a:cubicBezTo>
                <a:cubicBezTo>
                  <a:pt x="86092" y="182674"/>
                  <a:pt x="83881" y="181642"/>
                  <a:pt x="83218" y="177368"/>
                </a:cubicBezTo>
                <a:cubicBezTo>
                  <a:pt x="81376" y="167346"/>
                  <a:pt x="83881" y="158283"/>
                  <a:pt x="88818" y="152830"/>
                </a:cubicBezTo>
                <a:cubicBezTo>
                  <a:pt x="90218" y="151282"/>
                  <a:pt x="90808" y="150766"/>
                  <a:pt x="90661" y="150030"/>
                </a:cubicBezTo>
                <a:cubicBezTo>
                  <a:pt x="90513" y="149219"/>
                  <a:pt x="88966" y="149587"/>
                  <a:pt x="87197" y="150840"/>
                </a:cubicBezTo>
                <a:cubicBezTo>
                  <a:pt x="80934" y="155335"/>
                  <a:pt x="77839" y="162188"/>
                  <a:pt x="77102" y="172726"/>
                </a:cubicBezTo>
                <a:cubicBezTo>
                  <a:pt x="76733" y="178473"/>
                  <a:pt x="76807" y="182010"/>
                  <a:pt x="74744" y="185179"/>
                </a:cubicBezTo>
                <a:cubicBezTo>
                  <a:pt x="73565" y="186947"/>
                  <a:pt x="71796" y="188495"/>
                  <a:pt x="68923" y="190263"/>
                </a:cubicBezTo>
                <a:cubicBezTo>
                  <a:pt x="65828" y="192179"/>
                  <a:pt x="63322" y="193285"/>
                  <a:pt x="60154" y="194980"/>
                </a:cubicBezTo>
                <a:cubicBezTo>
                  <a:pt x="58532" y="195864"/>
                  <a:pt x="57648" y="195790"/>
                  <a:pt x="56248" y="194537"/>
                </a:cubicBezTo>
                <a:cubicBezTo>
                  <a:pt x="53301" y="191885"/>
                  <a:pt x="50427" y="191074"/>
                  <a:pt x="47774" y="192769"/>
                </a:cubicBezTo>
                <a:cubicBezTo>
                  <a:pt x="45269" y="194390"/>
                  <a:pt x="44826" y="196822"/>
                  <a:pt x="45711" y="200875"/>
                </a:cubicBezTo>
                <a:cubicBezTo>
                  <a:pt x="46153" y="202790"/>
                  <a:pt x="45932" y="203527"/>
                  <a:pt x="44532" y="204854"/>
                </a:cubicBezTo>
                <a:cubicBezTo>
                  <a:pt x="40774" y="208612"/>
                  <a:pt x="40479" y="211412"/>
                  <a:pt x="42100" y="213696"/>
                </a:cubicBezTo>
                <a:cubicBezTo>
                  <a:pt x="43868" y="216275"/>
                  <a:pt x="46816" y="216497"/>
                  <a:pt x="51606" y="214949"/>
                </a:cubicBezTo>
                <a:close/>
                <a:moveTo>
                  <a:pt x="38121" y="217012"/>
                </a:moveTo>
                <a:cubicBezTo>
                  <a:pt x="34068" y="211854"/>
                  <a:pt x="36131" y="205959"/>
                  <a:pt x="40258" y="201685"/>
                </a:cubicBezTo>
                <a:cubicBezTo>
                  <a:pt x="40405" y="201538"/>
                  <a:pt x="40479" y="201390"/>
                  <a:pt x="40405" y="201169"/>
                </a:cubicBezTo>
                <a:cubicBezTo>
                  <a:pt x="39373" y="196380"/>
                  <a:pt x="40184" y="191295"/>
                  <a:pt x="44900" y="188348"/>
                </a:cubicBezTo>
                <a:cubicBezTo>
                  <a:pt x="49616" y="185400"/>
                  <a:pt x="54627" y="186800"/>
                  <a:pt x="58238" y="189674"/>
                </a:cubicBezTo>
                <a:cubicBezTo>
                  <a:pt x="58459" y="189821"/>
                  <a:pt x="58606" y="189895"/>
                  <a:pt x="58827" y="189748"/>
                </a:cubicBezTo>
                <a:cubicBezTo>
                  <a:pt x="61038" y="188569"/>
                  <a:pt x="64059" y="187095"/>
                  <a:pt x="66049" y="185842"/>
                </a:cubicBezTo>
                <a:cubicBezTo>
                  <a:pt x="70838" y="182895"/>
                  <a:pt x="71133" y="180979"/>
                  <a:pt x="71796" y="172357"/>
                </a:cubicBezTo>
                <a:cubicBezTo>
                  <a:pt x="72828" y="157619"/>
                  <a:pt x="78428" y="150766"/>
                  <a:pt x="84839" y="147156"/>
                </a:cubicBezTo>
                <a:cubicBezTo>
                  <a:pt x="89187" y="144724"/>
                  <a:pt x="93387" y="144577"/>
                  <a:pt x="95008" y="147008"/>
                </a:cubicBezTo>
                <a:cubicBezTo>
                  <a:pt x="96850" y="149809"/>
                  <a:pt x="94271" y="152314"/>
                  <a:pt x="91766" y="155777"/>
                </a:cubicBezTo>
                <a:cubicBezTo>
                  <a:pt x="88818" y="159830"/>
                  <a:pt x="86460" y="167125"/>
                  <a:pt x="87787" y="175599"/>
                </a:cubicBezTo>
                <a:cubicBezTo>
                  <a:pt x="87860" y="176115"/>
                  <a:pt x="88081" y="176263"/>
                  <a:pt x="88524" y="176042"/>
                </a:cubicBezTo>
                <a:cubicBezTo>
                  <a:pt x="91840" y="174789"/>
                  <a:pt x="98545" y="172283"/>
                  <a:pt x="101788" y="170957"/>
                </a:cubicBezTo>
                <a:cubicBezTo>
                  <a:pt x="104293" y="169925"/>
                  <a:pt x="106577" y="168746"/>
                  <a:pt x="108198" y="166609"/>
                </a:cubicBezTo>
                <a:cubicBezTo>
                  <a:pt x="109967" y="164325"/>
                  <a:pt x="110114" y="162851"/>
                  <a:pt x="110925" y="159462"/>
                </a:cubicBezTo>
                <a:cubicBezTo>
                  <a:pt x="112325" y="153419"/>
                  <a:pt x="114093" y="148114"/>
                  <a:pt x="117483" y="143177"/>
                </a:cubicBezTo>
                <a:cubicBezTo>
                  <a:pt x="121168" y="137871"/>
                  <a:pt x="126178" y="134039"/>
                  <a:pt x="131115" y="131976"/>
                </a:cubicBezTo>
                <a:cubicBezTo>
                  <a:pt x="135095" y="130281"/>
                  <a:pt x="139516" y="129986"/>
                  <a:pt x="141137" y="133081"/>
                </a:cubicBezTo>
                <a:cubicBezTo>
                  <a:pt x="142685" y="136102"/>
                  <a:pt x="139884" y="138387"/>
                  <a:pt x="136716" y="141334"/>
                </a:cubicBezTo>
                <a:cubicBezTo>
                  <a:pt x="130231" y="147229"/>
                  <a:pt x="127284" y="155704"/>
                  <a:pt x="127505" y="162999"/>
                </a:cubicBezTo>
                <a:cubicBezTo>
                  <a:pt x="127505" y="163515"/>
                  <a:pt x="127726" y="163662"/>
                  <a:pt x="128242" y="163588"/>
                </a:cubicBezTo>
                <a:cubicBezTo>
                  <a:pt x="133179" y="162483"/>
                  <a:pt x="138116" y="161599"/>
                  <a:pt x="142979" y="160567"/>
                </a:cubicBezTo>
                <a:cubicBezTo>
                  <a:pt x="149685" y="159093"/>
                  <a:pt x="151232" y="157104"/>
                  <a:pt x="154254" y="151209"/>
                </a:cubicBezTo>
                <a:cubicBezTo>
                  <a:pt x="157864" y="144208"/>
                  <a:pt x="161770" y="138829"/>
                  <a:pt x="167075" y="134555"/>
                </a:cubicBezTo>
                <a:cubicBezTo>
                  <a:pt x="172528" y="130134"/>
                  <a:pt x="178939" y="127039"/>
                  <a:pt x="185276" y="125786"/>
                </a:cubicBezTo>
                <a:cubicBezTo>
                  <a:pt x="189329" y="124976"/>
                  <a:pt x="193972" y="125344"/>
                  <a:pt x="194856" y="128734"/>
                </a:cubicBezTo>
                <a:cubicBezTo>
                  <a:pt x="195298" y="130355"/>
                  <a:pt x="194414" y="131902"/>
                  <a:pt x="193235" y="133008"/>
                </a:cubicBezTo>
                <a:cubicBezTo>
                  <a:pt x="191982" y="134187"/>
                  <a:pt x="191835" y="134187"/>
                  <a:pt x="188371" y="136029"/>
                </a:cubicBezTo>
                <a:cubicBezTo>
                  <a:pt x="182108" y="139345"/>
                  <a:pt x="172970" y="146345"/>
                  <a:pt x="170465" y="157546"/>
                </a:cubicBezTo>
                <a:cubicBezTo>
                  <a:pt x="170391" y="157988"/>
                  <a:pt x="170465" y="158283"/>
                  <a:pt x="170981" y="158283"/>
                </a:cubicBezTo>
                <a:cubicBezTo>
                  <a:pt x="174444" y="158283"/>
                  <a:pt x="177981" y="158430"/>
                  <a:pt x="181518" y="158430"/>
                </a:cubicBezTo>
                <a:cubicBezTo>
                  <a:pt x="184392" y="158430"/>
                  <a:pt x="186455" y="158283"/>
                  <a:pt x="188371" y="157546"/>
                </a:cubicBezTo>
                <a:cubicBezTo>
                  <a:pt x="190508" y="156662"/>
                  <a:pt x="190803" y="156440"/>
                  <a:pt x="193972" y="153567"/>
                </a:cubicBezTo>
                <a:cubicBezTo>
                  <a:pt x="204435" y="143987"/>
                  <a:pt x="217110" y="137871"/>
                  <a:pt x="231111" y="137724"/>
                </a:cubicBezTo>
                <a:cubicBezTo>
                  <a:pt x="234205" y="137724"/>
                  <a:pt x="240101" y="138239"/>
                  <a:pt x="240322" y="142440"/>
                </a:cubicBezTo>
                <a:cubicBezTo>
                  <a:pt x="240395" y="144135"/>
                  <a:pt x="239216" y="145535"/>
                  <a:pt x="237743" y="146419"/>
                </a:cubicBezTo>
                <a:cubicBezTo>
                  <a:pt x="236121" y="147451"/>
                  <a:pt x="236048" y="147377"/>
                  <a:pt x="232069" y="148482"/>
                </a:cubicBezTo>
                <a:cubicBezTo>
                  <a:pt x="222784" y="150988"/>
                  <a:pt x="214752" y="155188"/>
                  <a:pt x="209299" y="161599"/>
                </a:cubicBezTo>
                <a:cubicBezTo>
                  <a:pt x="208930" y="161967"/>
                  <a:pt x="209004" y="162262"/>
                  <a:pt x="209520" y="162483"/>
                </a:cubicBezTo>
                <a:cubicBezTo>
                  <a:pt x="212688" y="163662"/>
                  <a:pt x="216447" y="164915"/>
                  <a:pt x="221015" y="166831"/>
                </a:cubicBezTo>
                <a:cubicBezTo>
                  <a:pt x="224700" y="168378"/>
                  <a:pt x="227795" y="169778"/>
                  <a:pt x="230079" y="170957"/>
                </a:cubicBezTo>
                <a:cubicBezTo>
                  <a:pt x="232363" y="172136"/>
                  <a:pt x="234574" y="173536"/>
                  <a:pt x="236121" y="175526"/>
                </a:cubicBezTo>
                <a:cubicBezTo>
                  <a:pt x="237595" y="177442"/>
                  <a:pt x="238332" y="179873"/>
                  <a:pt x="237300" y="182158"/>
                </a:cubicBezTo>
                <a:cubicBezTo>
                  <a:pt x="236195" y="184442"/>
                  <a:pt x="233763" y="185474"/>
                  <a:pt x="231332" y="185621"/>
                </a:cubicBezTo>
                <a:cubicBezTo>
                  <a:pt x="229489" y="185695"/>
                  <a:pt x="226910" y="185179"/>
                  <a:pt x="224184" y="184442"/>
                </a:cubicBezTo>
                <a:cubicBezTo>
                  <a:pt x="214899" y="181863"/>
                  <a:pt x="205246" y="179210"/>
                  <a:pt x="192129" y="177957"/>
                </a:cubicBezTo>
                <a:cubicBezTo>
                  <a:pt x="153443" y="174347"/>
                  <a:pt x="112030" y="184295"/>
                  <a:pt x="71354" y="208391"/>
                </a:cubicBezTo>
                <a:cubicBezTo>
                  <a:pt x="71059" y="208538"/>
                  <a:pt x="71059" y="208686"/>
                  <a:pt x="71133" y="208980"/>
                </a:cubicBezTo>
                <a:cubicBezTo>
                  <a:pt x="72312" y="213844"/>
                  <a:pt x="71133" y="218855"/>
                  <a:pt x="66270" y="221581"/>
                </a:cubicBezTo>
                <a:cubicBezTo>
                  <a:pt x="61406" y="224307"/>
                  <a:pt x="56469" y="222907"/>
                  <a:pt x="52932" y="220328"/>
                </a:cubicBezTo>
                <a:cubicBezTo>
                  <a:pt x="52711" y="220181"/>
                  <a:pt x="52711" y="220181"/>
                  <a:pt x="52416" y="220255"/>
                </a:cubicBezTo>
                <a:cubicBezTo>
                  <a:pt x="47627" y="221581"/>
                  <a:pt x="41953" y="221876"/>
                  <a:pt x="38121" y="217012"/>
                </a:cubicBezTo>
                <a:close/>
                <a:moveTo>
                  <a:pt x="52637" y="218044"/>
                </a:moveTo>
                <a:cubicBezTo>
                  <a:pt x="53080" y="217897"/>
                  <a:pt x="53301" y="217970"/>
                  <a:pt x="53669" y="218191"/>
                </a:cubicBezTo>
                <a:cubicBezTo>
                  <a:pt x="57132" y="220770"/>
                  <a:pt x="61259" y="222244"/>
                  <a:pt x="65680" y="219591"/>
                </a:cubicBezTo>
                <a:cubicBezTo>
                  <a:pt x="70249" y="216939"/>
                  <a:pt x="70396" y="212812"/>
                  <a:pt x="69217" y="208022"/>
                </a:cubicBezTo>
                <a:cubicBezTo>
                  <a:pt x="69070" y="207507"/>
                  <a:pt x="69217" y="207285"/>
                  <a:pt x="69586" y="207064"/>
                </a:cubicBezTo>
                <a:cubicBezTo>
                  <a:pt x="110851" y="182452"/>
                  <a:pt x="153001" y="172136"/>
                  <a:pt x="192498" y="175821"/>
                </a:cubicBezTo>
                <a:cubicBezTo>
                  <a:pt x="205835" y="177073"/>
                  <a:pt x="215562" y="179800"/>
                  <a:pt x="224921" y="182379"/>
                </a:cubicBezTo>
                <a:cubicBezTo>
                  <a:pt x="230079" y="183853"/>
                  <a:pt x="234500" y="184074"/>
                  <a:pt x="235827" y="181052"/>
                </a:cubicBezTo>
                <a:cubicBezTo>
                  <a:pt x="237227" y="178031"/>
                  <a:pt x="234205" y="174863"/>
                  <a:pt x="229416" y="172357"/>
                </a:cubicBezTo>
                <a:cubicBezTo>
                  <a:pt x="226689" y="170883"/>
                  <a:pt x="223079" y="169262"/>
                  <a:pt x="219320" y="167788"/>
                </a:cubicBezTo>
                <a:cubicBezTo>
                  <a:pt x="216447" y="166683"/>
                  <a:pt x="210257" y="164546"/>
                  <a:pt x="208046" y="163588"/>
                </a:cubicBezTo>
                <a:cubicBezTo>
                  <a:pt x="206572" y="162999"/>
                  <a:pt x="206425" y="162114"/>
                  <a:pt x="207383" y="160935"/>
                </a:cubicBezTo>
                <a:cubicBezTo>
                  <a:pt x="212173" y="154967"/>
                  <a:pt x="219836" y="149661"/>
                  <a:pt x="231700" y="146493"/>
                </a:cubicBezTo>
                <a:cubicBezTo>
                  <a:pt x="235532" y="145461"/>
                  <a:pt x="238479" y="144503"/>
                  <a:pt x="238406" y="142366"/>
                </a:cubicBezTo>
                <a:cubicBezTo>
                  <a:pt x="238332" y="140376"/>
                  <a:pt x="235237" y="139418"/>
                  <a:pt x="231184" y="139418"/>
                </a:cubicBezTo>
                <a:cubicBezTo>
                  <a:pt x="217773" y="139566"/>
                  <a:pt x="205467" y="145461"/>
                  <a:pt x="195298" y="154746"/>
                </a:cubicBezTo>
                <a:cubicBezTo>
                  <a:pt x="191835" y="157914"/>
                  <a:pt x="191540" y="158209"/>
                  <a:pt x="189108" y="159167"/>
                </a:cubicBezTo>
                <a:cubicBezTo>
                  <a:pt x="186971" y="160051"/>
                  <a:pt x="184687" y="160199"/>
                  <a:pt x="181518" y="160199"/>
                </a:cubicBezTo>
                <a:cubicBezTo>
                  <a:pt x="177981" y="160125"/>
                  <a:pt x="174444" y="160051"/>
                  <a:pt x="170981" y="160051"/>
                </a:cubicBezTo>
                <a:cubicBezTo>
                  <a:pt x="168844" y="160051"/>
                  <a:pt x="168181" y="159167"/>
                  <a:pt x="168623" y="157104"/>
                </a:cubicBezTo>
                <a:cubicBezTo>
                  <a:pt x="171423" y="144503"/>
                  <a:pt x="181887" y="137208"/>
                  <a:pt x="187413" y="134334"/>
                </a:cubicBezTo>
                <a:cubicBezTo>
                  <a:pt x="190729" y="132565"/>
                  <a:pt x="193308" y="131165"/>
                  <a:pt x="192793" y="129176"/>
                </a:cubicBezTo>
                <a:cubicBezTo>
                  <a:pt x="192350" y="127334"/>
                  <a:pt x="189329" y="126891"/>
                  <a:pt x="185497" y="127628"/>
                </a:cubicBezTo>
                <a:cubicBezTo>
                  <a:pt x="178644" y="128955"/>
                  <a:pt x="171497" y="132713"/>
                  <a:pt x="165970" y="137871"/>
                </a:cubicBezTo>
                <a:cubicBezTo>
                  <a:pt x="162212" y="141408"/>
                  <a:pt x="158896" y="146050"/>
                  <a:pt x="155801" y="152093"/>
                </a:cubicBezTo>
                <a:cubicBezTo>
                  <a:pt x="152338" y="158946"/>
                  <a:pt x="150496" y="160788"/>
                  <a:pt x="143274" y="162409"/>
                </a:cubicBezTo>
                <a:cubicBezTo>
                  <a:pt x="138411" y="163515"/>
                  <a:pt x="133474" y="164399"/>
                  <a:pt x="128536" y="165430"/>
                </a:cubicBezTo>
                <a:cubicBezTo>
                  <a:pt x="126620" y="165873"/>
                  <a:pt x="125589" y="165209"/>
                  <a:pt x="125515" y="163072"/>
                </a:cubicBezTo>
                <a:cubicBezTo>
                  <a:pt x="125220" y="154451"/>
                  <a:pt x="128979" y="145756"/>
                  <a:pt x="135316" y="139934"/>
                </a:cubicBezTo>
                <a:cubicBezTo>
                  <a:pt x="137895" y="137576"/>
                  <a:pt x="140105" y="135734"/>
                  <a:pt x="139148" y="133892"/>
                </a:cubicBezTo>
                <a:cubicBezTo>
                  <a:pt x="138263" y="132123"/>
                  <a:pt x="135242" y="132197"/>
                  <a:pt x="131779" y="133744"/>
                </a:cubicBezTo>
                <a:cubicBezTo>
                  <a:pt x="127210" y="135660"/>
                  <a:pt x="122494" y="139271"/>
                  <a:pt x="119031" y="144282"/>
                </a:cubicBezTo>
                <a:cubicBezTo>
                  <a:pt x="115715" y="148998"/>
                  <a:pt x="114020" y="154304"/>
                  <a:pt x="112693" y="159978"/>
                </a:cubicBezTo>
                <a:cubicBezTo>
                  <a:pt x="110999" y="167125"/>
                  <a:pt x="109525" y="169778"/>
                  <a:pt x="102451" y="172726"/>
                </a:cubicBezTo>
                <a:cubicBezTo>
                  <a:pt x="99724" y="173905"/>
                  <a:pt x="94124" y="175894"/>
                  <a:pt x="89187" y="177810"/>
                </a:cubicBezTo>
                <a:cubicBezTo>
                  <a:pt x="87197" y="178547"/>
                  <a:pt x="86239" y="178031"/>
                  <a:pt x="85945" y="175894"/>
                </a:cubicBezTo>
                <a:cubicBezTo>
                  <a:pt x="84839" y="169041"/>
                  <a:pt x="85945" y="160567"/>
                  <a:pt x="90218" y="154672"/>
                </a:cubicBezTo>
                <a:cubicBezTo>
                  <a:pt x="92282" y="151798"/>
                  <a:pt x="94271" y="149809"/>
                  <a:pt x="93166" y="148040"/>
                </a:cubicBezTo>
                <a:cubicBezTo>
                  <a:pt x="92134" y="146493"/>
                  <a:pt x="89113" y="146787"/>
                  <a:pt x="85723" y="148703"/>
                </a:cubicBezTo>
                <a:cubicBezTo>
                  <a:pt x="79902" y="152019"/>
                  <a:pt x="74597" y="158283"/>
                  <a:pt x="73639" y="172431"/>
                </a:cubicBezTo>
                <a:cubicBezTo>
                  <a:pt x="73344" y="176484"/>
                  <a:pt x="73344" y="179358"/>
                  <a:pt x="72165" y="182084"/>
                </a:cubicBezTo>
                <a:cubicBezTo>
                  <a:pt x="71059" y="184589"/>
                  <a:pt x="69291" y="186063"/>
                  <a:pt x="67007" y="187390"/>
                </a:cubicBezTo>
                <a:cubicBezTo>
                  <a:pt x="64796" y="188716"/>
                  <a:pt x="62512" y="189821"/>
                  <a:pt x="58901" y="191737"/>
                </a:cubicBezTo>
                <a:cubicBezTo>
                  <a:pt x="58385" y="191958"/>
                  <a:pt x="58164" y="191958"/>
                  <a:pt x="57722" y="191590"/>
                </a:cubicBezTo>
                <a:cubicBezTo>
                  <a:pt x="54480" y="188790"/>
                  <a:pt x="50427" y="187316"/>
                  <a:pt x="46300" y="189600"/>
                </a:cubicBezTo>
                <a:cubicBezTo>
                  <a:pt x="41731" y="192106"/>
                  <a:pt x="41289" y="196601"/>
                  <a:pt x="42395" y="201390"/>
                </a:cubicBezTo>
                <a:cubicBezTo>
                  <a:pt x="42468" y="201833"/>
                  <a:pt x="42395" y="202054"/>
                  <a:pt x="42100" y="202422"/>
                </a:cubicBezTo>
                <a:cubicBezTo>
                  <a:pt x="38194" y="206328"/>
                  <a:pt x="35910" y="211191"/>
                  <a:pt x="39668" y="215833"/>
                </a:cubicBezTo>
                <a:cubicBezTo>
                  <a:pt x="43500" y="220697"/>
                  <a:pt x="49100" y="219149"/>
                  <a:pt x="52637" y="218044"/>
                </a:cubicBezTo>
                <a:close/>
                <a:moveTo>
                  <a:pt x="549518" y="153788"/>
                </a:moveTo>
                <a:cubicBezTo>
                  <a:pt x="548928" y="196674"/>
                  <a:pt x="548044" y="240003"/>
                  <a:pt x="546865" y="282890"/>
                </a:cubicBezTo>
                <a:cubicBezTo>
                  <a:pt x="545539" y="332408"/>
                  <a:pt x="544139" y="383106"/>
                  <a:pt x="534780" y="429309"/>
                </a:cubicBezTo>
                <a:cubicBezTo>
                  <a:pt x="521516" y="494818"/>
                  <a:pt x="490936" y="557821"/>
                  <a:pt x="449154" y="609993"/>
                </a:cubicBezTo>
                <a:cubicBezTo>
                  <a:pt x="406857" y="662754"/>
                  <a:pt x="350928" y="707261"/>
                  <a:pt x="282913" y="734526"/>
                </a:cubicBezTo>
                <a:cubicBezTo>
                  <a:pt x="275250" y="737621"/>
                  <a:pt x="274955" y="737621"/>
                  <a:pt x="267292" y="734526"/>
                </a:cubicBezTo>
                <a:cubicBezTo>
                  <a:pt x="199277" y="707261"/>
                  <a:pt x="143348" y="662754"/>
                  <a:pt x="101051" y="609993"/>
                </a:cubicBezTo>
                <a:cubicBezTo>
                  <a:pt x="59196" y="557821"/>
                  <a:pt x="28615" y="494818"/>
                  <a:pt x="15351" y="429309"/>
                </a:cubicBezTo>
                <a:cubicBezTo>
                  <a:pt x="5993" y="383032"/>
                  <a:pt x="4519" y="330419"/>
                  <a:pt x="3266" y="282890"/>
                </a:cubicBezTo>
                <a:cubicBezTo>
                  <a:pt x="2013" y="237792"/>
                  <a:pt x="1129" y="194316"/>
                  <a:pt x="613" y="153788"/>
                </a:cubicBezTo>
                <a:cubicBezTo>
                  <a:pt x="24" y="113038"/>
                  <a:pt x="-123" y="83710"/>
                  <a:pt x="98" y="66614"/>
                </a:cubicBezTo>
                <a:cubicBezTo>
                  <a:pt x="245" y="54529"/>
                  <a:pt x="834" y="53203"/>
                  <a:pt x="12330" y="48192"/>
                </a:cubicBezTo>
                <a:cubicBezTo>
                  <a:pt x="42616" y="34928"/>
                  <a:pt x="83586" y="22549"/>
                  <a:pt x="129273" y="13706"/>
                </a:cubicBezTo>
                <a:cubicBezTo>
                  <a:pt x="175402" y="4863"/>
                  <a:pt x="224552" y="0"/>
                  <a:pt x="275029" y="0"/>
                </a:cubicBezTo>
                <a:cubicBezTo>
                  <a:pt x="325505" y="0"/>
                  <a:pt x="374729" y="4863"/>
                  <a:pt x="420784" y="13706"/>
                </a:cubicBezTo>
                <a:cubicBezTo>
                  <a:pt x="466471" y="22475"/>
                  <a:pt x="507442" y="34928"/>
                  <a:pt x="537728" y="48192"/>
                </a:cubicBezTo>
                <a:cubicBezTo>
                  <a:pt x="549223" y="53203"/>
                  <a:pt x="549813" y="54603"/>
                  <a:pt x="549960" y="66614"/>
                </a:cubicBezTo>
                <a:cubicBezTo>
                  <a:pt x="550181" y="83710"/>
                  <a:pt x="550034" y="113038"/>
                  <a:pt x="549518" y="153788"/>
                </a:cubicBezTo>
                <a:close/>
                <a:moveTo>
                  <a:pt x="19846" y="391801"/>
                </a:moveTo>
                <a:lnTo>
                  <a:pt x="171055" y="391875"/>
                </a:lnTo>
                <a:cubicBezTo>
                  <a:pt x="170612" y="378979"/>
                  <a:pt x="170318" y="360263"/>
                  <a:pt x="170244" y="338672"/>
                </a:cubicBezTo>
                <a:cubicBezTo>
                  <a:pt x="136937" y="336314"/>
                  <a:pt x="102377" y="347957"/>
                  <a:pt x="75702" y="361073"/>
                </a:cubicBezTo>
                <a:cubicBezTo>
                  <a:pt x="75407" y="361221"/>
                  <a:pt x="75333" y="361368"/>
                  <a:pt x="75407" y="361663"/>
                </a:cubicBezTo>
                <a:cubicBezTo>
                  <a:pt x="76291" y="365789"/>
                  <a:pt x="74818" y="369695"/>
                  <a:pt x="71059" y="371758"/>
                </a:cubicBezTo>
                <a:cubicBezTo>
                  <a:pt x="67301" y="373821"/>
                  <a:pt x="62954" y="372937"/>
                  <a:pt x="59564" y="370358"/>
                </a:cubicBezTo>
                <a:cubicBezTo>
                  <a:pt x="59343" y="370211"/>
                  <a:pt x="59269" y="370211"/>
                  <a:pt x="59048" y="370284"/>
                </a:cubicBezTo>
                <a:cubicBezTo>
                  <a:pt x="54848" y="371684"/>
                  <a:pt x="49690" y="371463"/>
                  <a:pt x="46890" y="366895"/>
                </a:cubicBezTo>
                <a:cubicBezTo>
                  <a:pt x="44163" y="362473"/>
                  <a:pt x="45858" y="357610"/>
                  <a:pt x="49469" y="354294"/>
                </a:cubicBezTo>
                <a:cubicBezTo>
                  <a:pt x="49690" y="354146"/>
                  <a:pt x="49690" y="354073"/>
                  <a:pt x="49616" y="353778"/>
                </a:cubicBezTo>
                <a:cubicBezTo>
                  <a:pt x="47921" y="344125"/>
                  <a:pt x="58754" y="339998"/>
                  <a:pt x="65385" y="345525"/>
                </a:cubicBezTo>
                <a:cubicBezTo>
                  <a:pt x="65607" y="345672"/>
                  <a:pt x="65680" y="345746"/>
                  <a:pt x="65975" y="345599"/>
                </a:cubicBezTo>
                <a:cubicBezTo>
                  <a:pt x="67965" y="344714"/>
                  <a:pt x="68775" y="344346"/>
                  <a:pt x="69880" y="343830"/>
                </a:cubicBezTo>
                <a:cubicBezTo>
                  <a:pt x="73344" y="342135"/>
                  <a:pt x="74007" y="340809"/>
                  <a:pt x="74081" y="337051"/>
                </a:cubicBezTo>
                <a:cubicBezTo>
                  <a:pt x="74302" y="328282"/>
                  <a:pt x="76070" y="319881"/>
                  <a:pt x="81081" y="314797"/>
                </a:cubicBezTo>
                <a:cubicBezTo>
                  <a:pt x="83292" y="312513"/>
                  <a:pt x="87713" y="310376"/>
                  <a:pt x="90218" y="313618"/>
                </a:cubicBezTo>
                <a:cubicBezTo>
                  <a:pt x="92061" y="316050"/>
                  <a:pt x="90292" y="318776"/>
                  <a:pt x="89555" y="320545"/>
                </a:cubicBezTo>
                <a:cubicBezTo>
                  <a:pt x="87713" y="324671"/>
                  <a:pt x="86976" y="330566"/>
                  <a:pt x="88376" y="336314"/>
                </a:cubicBezTo>
                <a:cubicBezTo>
                  <a:pt x="88450" y="336756"/>
                  <a:pt x="88671" y="336830"/>
                  <a:pt x="89113" y="336682"/>
                </a:cubicBezTo>
                <a:cubicBezTo>
                  <a:pt x="91029" y="336093"/>
                  <a:pt x="93682" y="335209"/>
                  <a:pt x="95524" y="334398"/>
                </a:cubicBezTo>
                <a:cubicBezTo>
                  <a:pt x="100756" y="332261"/>
                  <a:pt x="101493" y="330198"/>
                  <a:pt x="102524" y="325040"/>
                </a:cubicBezTo>
                <a:cubicBezTo>
                  <a:pt x="103924" y="318187"/>
                  <a:pt x="105619" y="313397"/>
                  <a:pt x="108346" y="308975"/>
                </a:cubicBezTo>
                <a:cubicBezTo>
                  <a:pt x="111441" y="303965"/>
                  <a:pt x="116083" y="299322"/>
                  <a:pt x="121536" y="296964"/>
                </a:cubicBezTo>
                <a:cubicBezTo>
                  <a:pt x="125368" y="295343"/>
                  <a:pt x="129494" y="295343"/>
                  <a:pt x="130673" y="298364"/>
                </a:cubicBezTo>
                <a:cubicBezTo>
                  <a:pt x="131779" y="301165"/>
                  <a:pt x="129421" y="302933"/>
                  <a:pt x="126694" y="305291"/>
                </a:cubicBezTo>
                <a:cubicBezTo>
                  <a:pt x="119915" y="311039"/>
                  <a:pt x="117483" y="318923"/>
                  <a:pt x="117704" y="327766"/>
                </a:cubicBezTo>
                <a:cubicBezTo>
                  <a:pt x="117704" y="328208"/>
                  <a:pt x="117925" y="328356"/>
                  <a:pt x="118367" y="328282"/>
                </a:cubicBezTo>
                <a:cubicBezTo>
                  <a:pt x="120283" y="327913"/>
                  <a:pt x="123231" y="327250"/>
                  <a:pt x="125147" y="326734"/>
                </a:cubicBezTo>
                <a:cubicBezTo>
                  <a:pt x="127578" y="326145"/>
                  <a:pt x="129568" y="325482"/>
                  <a:pt x="131189" y="323861"/>
                </a:cubicBezTo>
                <a:cubicBezTo>
                  <a:pt x="131852" y="323197"/>
                  <a:pt x="132442" y="322387"/>
                  <a:pt x="132958" y="321281"/>
                </a:cubicBezTo>
                <a:cubicBezTo>
                  <a:pt x="133474" y="320250"/>
                  <a:pt x="133400" y="320397"/>
                  <a:pt x="134284" y="317965"/>
                </a:cubicBezTo>
                <a:cubicBezTo>
                  <a:pt x="136053" y="312955"/>
                  <a:pt x="138263" y="308460"/>
                  <a:pt x="142095" y="304480"/>
                </a:cubicBezTo>
                <a:cubicBezTo>
                  <a:pt x="145706" y="300649"/>
                  <a:pt x="150422" y="297775"/>
                  <a:pt x="155359" y="296670"/>
                </a:cubicBezTo>
                <a:cubicBezTo>
                  <a:pt x="158454" y="296006"/>
                  <a:pt x="162212" y="296154"/>
                  <a:pt x="163170" y="299175"/>
                </a:cubicBezTo>
                <a:cubicBezTo>
                  <a:pt x="164202" y="302417"/>
                  <a:pt x="160738" y="304407"/>
                  <a:pt x="159043" y="305512"/>
                </a:cubicBezTo>
                <a:cubicBezTo>
                  <a:pt x="153148" y="309197"/>
                  <a:pt x="148211" y="314723"/>
                  <a:pt x="147695" y="322903"/>
                </a:cubicBezTo>
                <a:cubicBezTo>
                  <a:pt x="147695" y="323345"/>
                  <a:pt x="147843" y="323492"/>
                  <a:pt x="148285" y="323492"/>
                </a:cubicBezTo>
                <a:cubicBezTo>
                  <a:pt x="151011" y="323345"/>
                  <a:pt x="153296" y="323197"/>
                  <a:pt x="156022" y="323124"/>
                </a:cubicBezTo>
                <a:cubicBezTo>
                  <a:pt x="161254" y="322976"/>
                  <a:pt x="166191" y="323050"/>
                  <a:pt x="170244" y="318850"/>
                </a:cubicBezTo>
                <a:cubicBezTo>
                  <a:pt x="170170" y="300649"/>
                  <a:pt x="170244" y="281195"/>
                  <a:pt x="170391" y="261373"/>
                </a:cubicBezTo>
                <a:cubicBezTo>
                  <a:pt x="140548" y="258794"/>
                  <a:pt x="105988" y="268078"/>
                  <a:pt x="72975" y="286058"/>
                </a:cubicBezTo>
                <a:cubicBezTo>
                  <a:pt x="72681" y="286206"/>
                  <a:pt x="72607" y="286353"/>
                  <a:pt x="72681" y="286648"/>
                </a:cubicBezTo>
                <a:cubicBezTo>
                  <a:pt x="73786" y="291217"/>
                  <a:pt x="72312" y="295638"/>
                  <a:pt x="68038" y="297996"/>
                </a:cubicBezTo>
                <a:cubicBezTo>
                  <a:pt x="63838" y="300280"/>
                  <a:pt x="59048" y="299175"/>
                  <a:pt x="55364" y="296227"/>
                </a:cubicBezTo>
                <a:cubicBezTo>
                  <a:pt x="55143" y="296080"/>
                  <a:pt x="55069" y="296080"/>
                  <a:pt x="54848" y="296154"/>
                </a:cubicBezTo>
                <a:cubicBezTo>
                  <a:pt x="50132" y="297701"/>
                  <a:pt x="44532" y="297406"/>
                  <a:pt x="41437" y="292396"/>
                </a:cubicBezTo>
                <a:cubicBezTo>
                  <a:pt x="38416" y="287532"/>
                  <a:pt x="40184" y="282079"/>
                  <a:pt x="44237" y="278542"/>
                </a:cubicBezTo>
                <a:cubicBezTo>
                  <a:pt x="44458" y="278395"/>
                  <a:pt x="44458" y="278247"/>
                  <a:pt x="44384" y="278026"/>
                </a:cubicBezTo>
                <a:cubicBezTo>
                  <a:pt x="42321" y="267268"/>
                  <a:pt x="54185" y="262773"/>
                  <a:pt x="61554" y="269036"/>
                </a:cubicBezTo>
                <a:cubicBezTo>
                  <a:pt x="61775" y="269257"/>
                  <a:pt x="61922" y="269257"/>
                  <a:pt x="62143" y="269110"/>
                </a:cubicBezTo>
                <a:cubicBezTo>
                  <a:pt x="63027" y="268668"/>
                  <a:pt x="63985" y="268226"/>
                  <a:pt x="64796" y="267784"/>
                </a:cubicBezTo>
                <a:cubicBezTo>
                  <a:pt x="68112" y="266015"/>
                  <a:pt x="68554" y="264615"/>
                  <a:pt x="68333" y="261078"/>
                </a:cubicBezTo>
                <a:cubicBezTo>
                  <a:pt x="67596" y="248993"/>
                  <a:pt x="70175" y="239929"/>
                  <a:pt x="76144" y="234403"/>
                </a:cubicBezTo>
                <a:cubicBezTo>
                  <a:pt x="78944" y="231750"/>
                  <a:pt x="83218" y="230203"/>
                  <a:pt x="85429" y="233003"/>
                </a:cubicBezTo>
                <a:cubicBezTo>
                  <a:pt x="87050" y="235140"/>
                  <a:pt x="85797" y="237571"/>
                  <a:pt x="84618" y="240224"/>
                </a:cubicBezTo>
                <a:cubicBezTo>
                  <a:pt x="82260" y="245530"/>
                  <a:pt x="81228" y="252309"/>
                  <a:pt x="83144" y="259162"/>
                </a:cubicBezTo>
                <a:cubicBezTo>
                  <a:pt x="83292" y="259604"/>
                  <a:pt x="83439" y="259678"/>
                  <a:pt x="83881" y="259531"/>
                </a:cubicBezTo>
                <a:cubicBezTo>
                  <a:pt x="86387" y="258646"/>
                  <a:pt x="90587" y="257025"/>
                  <a:pt x="92798" y="256141"/>
                </a:cubicBezTo>
                <a:cubicBezTo>
                  <a:pt x="97661" y="254151"/>
                  <a:pt x="98472" y="252456"/>
                  <a:pt x="99135" y="247446"/>
                </a:cubicBezTo>
                <a:cubicBezTo>
                  <a:pt x="101640" y="228581"/>
                  <a:pt x="109304" y="221581"/>
                  <a:pt x="114978" y="218486"/>
                </a:cubicBezTo>
                <a:cubicBezTo>
                  <a:pt x="118883" y="216349"/>
                  <a:pt x="123157" y="215760"/>
                  <a:pt x="124852" y="218412"/>
                </a:cubicBezTo>
                <a:cubicBezTo>
                  <a:pt x="126694" y="221286"/>
                  <a:pt x="123673" y="224307"/>
                  <a:pt x="121168" y="227181"/>
                </a:cubicBezTo>
                <a:cubicBezTo>
                  <a:pt x="118073" y="230792"/>
                  <a:pt x="113799" y="237571"/>
                  <a:pt x="115272" y="249067"/>
                </a:cubicBezTo>
                <a:cubicBezTo>
                  <a:pt x="115346" y="249509"/>
                  <a:pt x="115494" y="249656"/>
                  <a:pt x="115936" y="249509"/>
                </a:cubicBezTo>
                <a:cubicBezTo>
                  <a:pt x="118367" y="248993"/>
                  <a:pt x="123083" y="248035"/>
                  <a:pt x="125220" y="247446"/>
                </a:cubicBezTo>
                <a:cubicBezTo>
                  <a:pt x="131189" y="245898"/>
                  <a:pt x="132221" y="243761"/>
                  <a:pt x="134063" y="238308"/>
                </a:cubicBezTo>
                <a:cubicBezTo>
                  <a:pt x="138263" y="225781"/>
                  <a:pt x="145558" y="215244"/>
                  <a:pt x="158380" y="211707"/>
                </a:cubicBezTo>
                <a:cubicBezTo>
                  <a:pt x="162728" y="210528"/>
                  <a:pt x="167296" y="210675"/>
                  <a:pt x="168254" y="213844"/>
                </a:cubicBezTo>
                <a:cubicBezTo>
                  <a:pt x="169212" y="217012"/>
                  <a:pt x="165602" y="219002"/>
                  <a:pt x="162359" y="221213"/>
                </a:cubicBezTo>
                <a:cubicBezTo>
                  <a:pt x="155506" y="225855"/>
                  <a:pt x="150569" y="232929"/>
                  <a:pt x="149832" y="243909"/>
                </a:cubicBezTo>
                <a:cubicBezTo>
                  <a:pt x="149832" y="244351"/>
                  <a:pt x="149980" y="244498"/>
                  <a:pt x="150422" y="244498"/>
                </a:cubicBezTo>
                <a:cubicBezTo>
                  <a:pt x="153148" y="244424"/>
                  <a:pt x="155727" y="244351"/>
                  <a:pt x="158012" y="244277"/>
                </a:cubicBezTo>
                <a:cubicBezTo>
                  <a:pt x="163907" y="244056"/>
                  <a:pt x="165749" y="242877"/>
                  <a:pt x="169654" y="238529"/>
                </a:cubicBezTo>
                <a:cubicBezTo>
                  <a:pt x="177539" y="229613"/>
                  <a:pt x="187340" y="222686"/>
                  <a:pt x="199498" y="222686"/>
                </a:cubicBezTo>
                <a:cubicBezTo>
                  <a:pt x="203551" y="222686"/>
                  <a:pt x="207678" y="224013"/>
                  <a:pt x="207604" y="227402"/>
                </a:cubicBezTo>
                <a:cubicBezTo>
                  <a:pt x="207604" y="230571"/>
                  <a:pt x="204141" y="231529"/>
                  <a:pt x="200825" y="232561"/>
                </a:cubicBezTo>
                <a:cubicBezTo>
                  <a:pt x="195519" y="234329"/>
                  <a:pt x="190508" y="237424"/>
                  <a:pt x="186013" y="242582"/>
                </a:cubicBezTo>
                <a:lnTo>
                  <a:pt x="271197" y="242582"/>
                </a:lnTo>
                <a:lnTo>
                  <a:pt x="271197" y="99700"/>
                </a:lnTo>
                <a:cubicBezTo>
                  <a:pt x="254617" y="99774"/>
                  <a:pt x="238185" y="100437"/>
                  <a:pt x="221826" y="101543"/>
                </a:cubicBezTo>
                <a:cubicBezTo>
                  <a:pt x="209151" y="102427"/>
                  <a:pt x="196698" y="103606"/>
                  <a:pt x="184318" y="105080"/>
                </a:cubicBezTo>
                <a:cubicBezTo>
                  <a:pt x="169507" y="106848"/>
                  <a:pt x="154991" y="109059"/>
                  <a:pt x="140842" y="111564"/>
                </a:cubicBezTo>
                <a:cubicBezTo>
                  <a:pt x="87860" y="121586"/>
                  <a:pt x="41216" y="136250"/>
                  <a:pt x="10856" y="150914"/>
                </a:cubicBezTo>
                <a:cubicBezTo>
                  <a:pt x="11372" y="192253"/>
                  <a:pt x="12256" y="236540"/>
                  <a:pt x="13509" y="282669"/>
                </a:cubicBezTo>
                <a:cubicBezTo>
                  <a:pt x="14467" y="318187"/>
                  <a:pt x="15572" y="356062"/>
                  <a:pt x="19846" y="391801"/>
                </a:cubicBezTo>
                <a:close/>
                <a:moveTo>
                  <a:pt x="202519" y="227623"/>
                </a:moveTo>
                <a:cubicBezTo>
                  <a:pt x="202519" y="228287"/>
                  <a:pt x="201488" y="228581"/>
                  <a:pt x="199719" y="229024"/>
                </a:cubicBezTo>
                <a:cubicBezTo>
                  <a:pt x="191761" y="230939"/>
                  <a:pt x="184834" y="235803"/>
                  <a:pt x="179823" y="242951"/>
                </a:cubicBezTo>
                <a:lnTo>
                  <a:pt x="183434" y="242951"/>
                </a:lnTo>
                <a:cubicBezTo>
                  <a:pt x="188224" y="236761"/>
                  <a:pt x="194266" y="233076"/>
                  <a:pt x="200014" y="231161"/>
                </a:cubicBezTo>
                <a:cubicBezTo>
                  <a:pt x="201635" y="230645"/>
                  <a:pt x="205467" y="229613"/>
                  <a:pt x="205246" y="227476"/>
                </a:cubicBezTo>
                <a:cubicBezTo>
                  <a:pt x="205025" y="225118"/>
                  <a:pt x="200972" y="224823"/>
                  <a:pt x="199204" y="224823"/>
                </a:cubicBezTo>
                <a:cubicBezTo>
                  <a:pt x="188371" y="224750"/>
                  <a:pt x="179013" y="230718"/>
                  <a:pt x="170760" y="240003"/>
                </a:cubicBezTo>
                <a:cubicBezTo>
                  <a:pt x="166412" y="244940"/>
                  <a:pt x="164496" y="246119"/>
                  <a:pt x="157864" y="246414"/>
                </a:cubicBezTo>
                <a:cubicBezTo>
                  <a:pt x="157054" y="246414"/>
                  <a:pt x="152043" y="246561"/>
                  <a:pt x="149611" y="246635"/>
                </a:cubicBezTo>
                <a:cubicBezTo>
                  <a:pt x="149095" y="246635"/>
                  <a:pt x="148506" y="246635"/>
                  <a:pt x="148064" y="246267"/>
                </a:cubicBezTo>
                <a:cubicBezTo>
                  <a:pt x="147695" y="245825"/>
                  <a:pt x="147695" y="245235"/>
                  <a:pt x="147695" y="244719"/>
                </a:cubicBezTo>
                <a:cubicBezTo>
                  <a:pt x="148285" y="234255"/>
                  <a:pt x="152411" y="225929"/>
                  <a:pt x="161107" y="219960"/>
                </a:cubicBezTo>
                <a:cubicBezTo>
                  <a:pt x="164202" y="217897"/>
                  <a:pt x="166560" y="216349"/>
                  <a:pt x="166044" y="214581"/>
                </a:cubicBezTo>
                <a:cubicBezTo>
                  <a:pt x="165528" y="212959"/>
                  <a:pt x="162433" y="212665"/>
                  <a:pt x="158675" y="213770"/>
                </a:cubicBezTo>
                <a:cubicBezTo>
                  <a:pt x="145264" y="217454"/>
                  <a:pt x="139000" y="229097"/>
                  <a:pt x="135684" y="239119"/>
                </a:cubicBezTo>
                <a:cubicBezTo>
                  <a:pt x="134800" y="241772"/>
                  <a:pt x="134874" y="241624"/>
                  <a:pt x="134358" y="242730"/>
                </a:cubicBezTo>
                <a:cubicBezTo>
                  <a:pt x="133768" y="243982"/>
                  <a:pt x="133105" y="245014"/>
                  <a:pt x="132368" y="245898"/>
                </a:cubicBezTo>
                <a:cubicBezTo>
                  <a:pt x="130526" y="247888"/>
                  <a:pt x="128168" y="248772"/>
                  <a:pt x="125589" y="249435"/>
                </a:cubicBezTo>
                <a:cubicBezTo>
                  <a:pt x="124262" y="249804"/>
                  <a:pt x="119620" y="250762"/>
                  <a:pt x="115641" y="251646"/>
                </a:cubicBezTo>
                <a:cubicBezTo>
                  <a:pt x="115125" y="251793"/>
                  <a:pt x="114536" y="251867"/>
                  <a:pt x="114093" y="251572"/>
                </a:cubicBezTo>
                <a:cubicBezTo>
                  <a:pt x="113651" y="251277"/>
                  <a:pt x="113504" y="250688"/>
                  <a:pt x="113430" y="250098"/>
                </a:cubicBezTo>
                <a:cubicBezTo>
                  <a:pt x="111883" y="239635"/>
                  <a:pt x="114904" y="231750"/>
                  <a:pt x="119694" y="226150"/>
                </a:cubicBezTo>
                <a:cubicBezTo>
                  <a:pt x="122125" y="223350"/>
                  <a:pt x="123968" y="221213"/>
                  <a:pt x="123157" y="219665"/>
                </a:cubicBezTo>
                <a:cubicBezTo>
                  <a:pt x="122347" y="218191"/>
                  <a:pt x="119325" y="218412"/>
                  <a:pt x="115862" y="220255"/>
                </a:cubicBezTo>
                <a:cubicBezTo>
                  <a:pt x="106430" y="225339"/>
                  <a:pt x="102524" y="236024"/>
                  <a:pt x="100977" y="247814"/>
                </a:cubicBezTo>
                <a:cubicBezTo>
                  <a:pt x="100682" y="250172"/>
                  <a:pt x="100387" y="252309"/>
                  <a:pt x="99061" y="254299"/>
                </a:cubicBezTo>
                <a:cubicBezTo>
                  <a:pt x="97661" y="256215"/>
                  <a:pt x="95671" y="257173"/>
                  <a:pt x="93534" y="258057"/>
                </a:cubicBezTo>
                <a:cubicBezTo>
                  <a:pt x="91250" y="259015"/>
                  <a:pt x="86166" y="260857"/>
                  <a:pt x="84029" y="261668"/>
                </a:cubicBezTo>
                <a:cubicBezTo>
                  <a:pt x="82776" y="262110"/>
                  <a:pt x="81965" y="261741"/>
                  <a:pt x="81597" y="260489"/>
                </a:cubicBezTo>
                <a:cubicBezTo>
                  <a:pt x="79165" y="252825"/>
                  <a:pt x="80492" y="245235"/>
                  <a:pt x="82923" y="239635"/>
                </a:cubicBezTo>
                <a:cubicBezTo>
                  <a:pt x="83586" y="238161"/>
                  <a:pt x="84913" y="235582"/>
                  <a:pt x="83660" y="234182"/>
                </a:cubicBezTo>
                <a:cubicBezTo>
                  <a:pt x="82186" y="232634"/>
                  <a:pt x="79313" y="234034"/>
                  <a:pt x="77397" y="235803"/>
                </a:cubicBezTo>
                <a:cubicBezTo>
                  <a:pt x="70838" y="241919"/>
                  <a:pt x="69659" y="251646"/>
                  <a:pt x="70175" y="261004"/>
                </a:cubicBezTo>
                <a:cubicBezTo>
                  <a:pt x="70396" y="265278"/>
                  <a:pt x="69733" y="267268"/>
                  <a:pt x="65680" y="269479"/>
                </a:cubicBezTo>
                <a:cubicBezTo>
                  <a:pt x="64649" y="269994"/>
                  <a:pt x="63175" y="270731"/>
                  <a:pt x="62069" y="271321"/>
                </a:cubicBezTo>
                <a:cubicBezTo>
                  <a:pt x="61627" y="271542"/>
                  <a:pt x="61333" y="271542"/>
                  <a:pt x="61038" y="271173"/>
                </a:cubicBezTo>
                <a:cubicBezTo>
                  <a:pt x="54701" y="264836"/>
                  <a:pt x="44016" y="268963"/>
                  <a:pt x="46448" y="278616"/>
                </a:cubicBezTo>
                <a:cubicBezTo>
                  <a:pt x="46521" y="278984"/>
                  <a:pt x="46521" y="279205"/>
                  <a:pt x="46153" y="279500"/>
                </a:cubicBezTo>
                <a:cubicBezTo>
                  <a:pt x="42395" y="282521"/>
                  <a:pt x="40258" y="287090"/>
                  <a:pt x="43058" y="291585"/>
                </a:cubicBezTo>
                <a:cubicBezTo>
                  <a:pt x="45858" y="296154"/>
                  <a:pt x="50795" y="295859"/>
                  <a:pt x="55069" y="294311"/>
                </a:cubicBezTo>
                <a:cubicBezTo>
                  <a:pt x="55511" y="294164"/>
                  <a:pt x="55659" y="294238"/>
                  <a:pt x="56027" y="294533"/>
                </a:cubicBezTo>
                <a:cubicBezTo>
                  <a:pt x="59638" y="297701"/>
                  <a:pt x="63764" y="298512"/>
                  <a:pt x="67301" y="296596"/>
                </a:cubicBezTo>
                <a:cubicBezTo>
                  <a:pt x="70912" y="294606"/>
                  <a:pt x="72017" y="290996"/>
                  <a:pt x="70617" y="286279"/>
                </a:cubicBezTo>
                <a:cubicBezTo>
                  <a:pt x="70470" y="285764"/>
                  <a:pt x="70544" y="285543"/>
                  <a:pt x="71059" y="285248"/>
                </a:cubicBezTo>
                <a:cubicBezTo>
                  <a:pt x="100535" y="269036"/>
                  <a:pt x="136716" y="256804"/>
                  <a:pt x="170465" y="259752"/>
                </a:cubicBezTo>
                <a:lnTo>
                  <a:pt x="170465" y="256804"/>
                </a:lnTo>
                <a:cubicBezTo>
                  <a:pt x="139148" y="254151"/>
                  <a:pt x="103335" y="263952"/>
                  <a:pt x="68407" y="283332"/>
                </a:cubicBezTo>
                <a:cubicBezTo>
                  <a:pt x="67007" y="284069"/>
                  <a:pt x="66638" y="284806"/>
                  <a:pt x="67228" y="286353"/>
                </a:cubicBezTo>
                <a:cubicBezTo>
                  <a:pt x="68628" y="290627"/>
                  <a:pt x="67743" y="292617"/>
                  <a:pt x="65312" y="293869"/>
                </a:cubicBezTo>
                <a:cubicBezTo>
                  <a:pt x="63175" y="294975"/>
                  <a:pt x="60375" y="294533"/>
                  <a:pt x="57648" y="292175"/>
                </a:cubicBezTo>
                <a:cubicBezTo>
                  <a:pt x="56322" y="290922"/>
                  <a:pt x="55585" y="290774"/>
                  <a:pt x="53890" y="291438"/>
                </a:cubicBezTo>
                <a:cubicBezTo>
                  <a:pt x="49616" y="292985"/>
                  <a:pt x="46890" y="292248"/>
                  <a:pt x="45490" y="289890"/>
                </a:cubicBezTo>
                <a:cubicBezTo>
                  <a:pt x="44090" y="287458"/>
                  <a:pt x="44605" y="284585"/>
                  <a:pt x="47995" y="281932"/>
                </a:cubicBezTo>
                <a:cubicBezTo>
                  <a:pt x="49542" y="280679"/>
                  <a:pt x="49690" y="279942"/>
                  <a:pt x="49248" y="278100"/>
                </a:cubicBezTo>
                <a:cubicBezTo>
                  <a:pt x="48437" y="274637"/>
                  <a:pt x="49690" y="272721"/>
                  <a:pt x="51679" y="271837"/>
                </a:cubicBezTo>
                <a:cubicBezTo>
                  <a:pt x="53890" y="270879"/>
                  <a:pt x="56911" y="271321"/>
                  <a:pt x="59196" y="273900"/>
                </a:cubicBezTo>
                <a:cubicBezTo>
                  <a:pt x="60227" y="275152"/>
                  <a:pt x="60964" y="275300"/>
                  <a:pt x="62364" y="274563"/>
                </a:cubicBezTo>
                <a:cubicBezTo>
                  <a:pt x="64059" y="273679"/>
                  <a:pt x="65459" y="273089"/>
                  <a:pt x="67154" y="272205"/>
                </a:cubicBezTo>
                <a:cubicBezTo>
                  <a:pt x="72533" y="269331"/>
                  <a:pt x="73565" y="266826"/>
                  <a:pt x="73196" y="260931"/>
                </a:cubicBezTo>
                <a:cubicBezTo>
                  <a:pt x="72533" y="249951"/>
                  <a:pt x="74597" y="242066"/>
                  <a:pt x="79239" y="237350"/>
                </a:cubicBezTo>
                <a:cubicBezTo>
                  <a:pt x="80271" y="236319"/>
                  <a:pt x="81081" y="235950"/>
                  <a:pt x="81523" y="236319"/>
                </a:cubicBezTo>
                <a:cubicBezTo>
                  <a:pt x="81965" y="236761"/>
                  <a:pt x="81671" y="237498"/>
                  <a:pt x="81007" y="238603"/>
                </a:cubicBezTo>
                <a:cubicBezTo>
                  <a:pt x="77397" y="244940"/>
                  <a:pt x="76439" y="253930"/>
                  <a:pt x="79018" y="261741"/>
                </a:cubicBezTo>
                <a:cubicBezTo>
                  <a:pt x="80049" y="264984"/>
                  <a:pt x="81671" y="265720"/>
                  <a:pt x="84765" y="264541"/>
                </a:cubicBezTo>
                <a:cubicBezTo>
                  <a:pt x="90661" y="262331"/>
                  <a:pt x="92355" y="261741"/>
                  <a:pt x="92798" y="261594"/>
                </a:cubicBezTo>
                <a:cubicBezTo>
                  <a:pt x="92798" y="261594"/>
                  <a:pt x="93166" y="261446"/>
                  <a:pt x="94640" y="260857"/>
                </a:cubicBezTo>
                <a:cubicBezTo>
                  <a:pt x="97440" y="259752"/>
                  <a:pt x="99282" y="258720"/>
                  <a:pt x="100608" y="257394"/>
                </a:cubicBezTo>
                <a:cubicBezTo>
                  <a:pt x="101640" y="256362"/>
                  <a:pt x="102451" y="255109"/>
                  <a:pt x="102967" y="253562"/>
                </a:cubicBezTo>
                <a:cubicBezTo>
                  <a:pt x="103409" y="252162"/>
                  <a:pt x="103630" y="251277"/>
                  <a:pt x="103998" y="248330"/>
                </a:cubicBezTo>
                <a:cubicBezTo>
                  <a:pt x="106061" y="233003"/>
                  <a:pt x="111367" y="225781"/>
                  <a:pt x="117188" y="222244"/>
                </a:cubicBezTo>
                <a:cubicBezTo>
                  <a:pt x="118736" y="221286"/>
                  <a:pt x="120210" y="220918"/>
                  <a:pt x="120578" y="221434"/>
                </a:cubicBezTo>
                <a:cubicBezTo>
                  <a:pt x="120946" y="221949"/>
                  <a:pt x="120210" y="222760"/>
                  <a:pt x="118515" y="224381"/>
                </a:cubicBezTo>
                <a:cubicBezTo>
                  <a:pt x="113430" y="229318"/>
                  <a:pt x="108862" y="238308"/>
                  <a:pt x="110777" y="251056"/>
                </a:cubicBezTo>
                <a:cubicBezTo>
                  <a:pt x="111220" y="254520"/>
                  <a:pt x="112767" y="255478"/>
                  <a:pt x="116009" y="254667"/>
                </a:cubicBezTo>
                <a:cubicBezTo>
                  <a:pt x="119546" y="253857"/>
                  <a:pt x="123010" y="253193"/>
                  <a:pt x="126547" y="252309"/>
                </a:cubicBezTo>
                <a:cubicBezTo>
                  <a:pt x="129568" y="251572"/>
                  <a:pt x="131779" y="250541"/>
                  <a:pt x="133474" y="249288"/>
                </a:cubicBezTo>
                <a:cubicBezTo>
                  <a:pt x="134726" y="248330"/>
                  <a:pt x="135758" y="247077"/>
                  <a:pt x="136642" y="245530"/>
                </a:cubicBezTo>
                <a:cubicBezTo>
                  <a:pt x="137453" y="244130"/>
                  <a:pt x="137674" y="243319"/>
                  <a:pt x="138779" y="240150"/>
                </a:cubicBezTo>
                <a:cubicBezTo>
                  <a:pt x="142758" y="228360"/>
                  <a:pt x="149243" y="219370"/>
                  <a:pt x="159780" y="215612"/>
                </a:cubicBezTo>
                <a:cubicBezTo>
                  <a:pt x="161770" y="214875"/>
                  <a:pt x="163317" y="214728"/>
                  <a:pt x="163612" y="215318"/>
                </a:cubicBezTo>
                <a:cubicBezTo>
                  <a:pt x="163907" y="215907"/>
                  <a:pt x="162801" y="216718"/>
                  <a:pt x="160738" y="217897"/>
                </a:cubicBezTo>
                <a:cubicBezTo>
                  <a:pt x="151748" y="223055"/>
                  <a:pt x="145779" y="231897"/>
                  <a:pt x="145116" y="245161"/>
                </a:cubicBezTo>
                <a:cubicBezTo>
                  <a:pt x="144895" y="248625"/>
                  <a:pt x="146148" y="249877"/>
                  <a:pt x="149611" y="249730"/>
                </a:cubicBezTo>
                <a:cubicBezTo>
                  <a:pt x="151159" y="249656"/>
                  <a:pt x="156833" y="249509"/>
                  <a:pt x="158380" y="249435"/>
                </a:cubicBezTo>
                <a:cubicBezTo>
                  <a:pt x="163612" y="249214"/>
                  <a:pt x="167223" y="248404"/>
                  <a:pt x="170760" y="244940"/>
                </a:cubicBezTo>
                <a:cubicBezTo>
                  <a:pt x="171644" y="244056"/>
                  <a:pt x="172455" y="243098"/>
                  <a:pt x="173413" y="242066"/>
                </a:cubicBezTo>
                <a:cubicBezTo>
                  <a:pt x="181739" y="232561"/>
                  <a:pt x="190803" y="227402"/>
                  <a:pt x="199793" y="226887"/>
                </a:cubicBezTo>
                <a:cubicBezTo>
                  <a:pt x="201267" y="226666"/>
                  <a:pt x="202519" y="227034"/>
                  <a:pt x="202519" y="227623"/>
                </a:cubicBezTo>
                <a:close/>
                <a:moveTo>
                  <a:pt x="80713" y="541610"/>
                </a:moveTo>
                <a:cubicBezTo>
                  <a:pt x="82334" y="538957"/>
                  <a:pt x="83955" y="536304"/>
                  <a:pt x="85576" y="533651"/>
                </a:cubicBezTo>
                <a:cubicBezTo>
                  <a:pt x="84176" y="530999"/>
                  <a:pt x="82776" y="528346"/>
                  <a:pt x="81302" y="525693"/>
                </a:cubicBezTo>
                <a:cubicBezTo>
                  <a:pt x="78281" y="525693"/>
                  <a:pt x="75333" y="525693"/>
                  <a:pt x="72386" y="525693"/>
                </a:cubicBezTo>
                <a:cubicBezTo>
                  <a:pt x="70765" y="528420"/>
                  <a:pt x="69144" y="531072"/>
                  <a:pt x="67522" y="533799"/>
                </a:cubicBezTo>
                <a:cubicBezTo>
                  <a:pt x="68923" y="536452"/>
                  <a:pt x="70323" y="539031"/>
                  <a:pt x="71649" y="541683"/>
                </a:cubicBezTo>
                <a:cubicBezTo>
                  <a:pt x="74597" y="541610"/>
                  <a:pt x="77691" y="541610"/>
                  <a:pt x="80713" y="541610"/>
                </a:cubicBezTo>
                <a:close/>
                <a:moveTo>
                  <a:pt x="88745" y="512724"/>
                </a:moveTo>
                <a:cubicBezTo>
                  <a:pt x="91692" y="512724"/>
                  <a:pt x="94640" y="512724"/>
                  <a:pt x="97587" y="512724"/>
                </a:cubicBezTo>
                <a:cubicBezTo>
                  <a:pt x="99061" y="510071"/>
                  <a:pt x="100535" y="507418"/>
                  <a:pt x="102009" y="504766"/>
                </a:cubicBezTo>
                <a:cubicBezTo>
                  <a:pt x="100535" y="502113"/>
                  <a:pt x="99061" y="499460"/>
                  <a:pt x="97514" y="496734"/>
                </a:cubicBezTo>
                <a:cubicBezTo>
                  <a:pt x="94566" y="496734"/>
                  <a:pt x="91619" y="496734"/>
                  <a:pt x="88671" y="496734"/>
                </a:cubicBezTo>
                <a:cubicBezTo>
                  <a:pt x="87197" y="499386"/>
                  <a:pt x="85723" y="502039"/>
                  <a:pt x="84250" y="504692"/>
                </a:cubicBezTo>
                <a:cubicBezTo>
                  <a:pt x="85797" y="507345"/>
                  <a:pt x="87271" y="509997"/>
                  <a:pt x="88745" y="512724"/>
                </a:cubicBezTo>
                <a:close/>
                <a:moveTo>
                  <a:pt x="81597" y="506313"/>
                </a:moveTo>
                <a:cubicBezTo>
                  <a:pt x="78649" y="506313"/>
                  <a:pt x="75702" y="506313"/>
                  <a:pt x="72754" y="506313"/>
                </a:cubicBezTo>
                <a:cubicBezTo>
                  <a:pt x="71207" y="508966"/>
                  <a:pt x="69733" y="511619"/>
                  <a:pt x="68186" y="514271"/>
                </a:cubicBezTo>
                <a:cubicBezTo>
                  <a:pt x="69586" y="516924"/>
                  <a:pt x="71059" y="519577"/>
                  <a:pt x="72460" y="522230"/>
                </a:cubicBezTo>
                <a:cubicBezTo>
                  <a:pt x="75407" y="522230"/>
                  <a:pt x="78428" y="522230"/>
                  <a:pt x="81376" y="522230"/>
                </a:cubicBezTo>
                <a:cubicBezTo>
                  <a:pt x="82923" y="519577"/>
                  <a:pt x="84397" y="516924"/>
                  <a:pt x="85945" y="514271"/>
                </a:cubicBezTo>
                <a:cubicBezTo>
                  <a:pt x="84544" y="511692"/>
                  <a:pt x="83071" y="509039"/>
                  <a:pt x="81597" y="506313"/>
                </a:cubicBezTo>
                <a:close/>
                <a:moveTo>
                  <a:pt x="120357" y="477427"/>
                </a:moveTo>
                <a:cubicBezTo>
                  <a:pt x="118957" y="480080"/>
                  <a:pt x="117483" y="482733"/>
                  <a:pt x="116083" y="485386"/>
                </a:cubicBezTo>
                <a:cubicBezTo>
                  <a:pt x="117631" y="488038"/>
                  <a:pt x="119104" y="490691"/>
                  <a:pt x="120652" y="493418"/>
                </a:cubicBezTo>
                <a:cubicBezTo>
                  <a:pt x="123599" y="493418"/>
                  <a:pt x="126547" y="493418"/>
                  <a:pt x="129494" y="493418"/>
                </a:cubicBezTo>
                <a:cubicBezTo>
                  <a:pt x="130894" y="490765"/>
                  <a:pt x="132368" y="488112"/>
                  <a:pt x="133768" y="485459"/>
                </a:cubicBezTo>
                <a:cubicBezTo>
                  <a:pt x="132221" y="482806"/>
                  <a:pt x="130747" y="480154"/>
                  <a:pt x="129200" y="477427"/>
                </a:cubicBezTo>
                <a:cubicBezTo>
                  <a:pt x="126252" y="477427"/>
                  <a:pt x="123305" y="477427"/>
                  <a:pt x="120357" y="477427"/>
                </a:cubicBezTo>
                <a:close/>
                <a:moveTo>
                  <a:pt x="197509" y="533651"/>
                </a:moveTo>
                <a:cubicBezTo>
                  <a:pt x="199056" y="536304"/>
                  <a:pt x="200604" y="538957"/>
                  <a:pt x="202077" y="541610"/>
                </a:cubicBezTo>
                <a:cubicBezTo>
                  <a:pt x="205025" y="541610"/>
                  <a:pt x="208046" y="541610"/>
                  <a:pt x="210994" y="541610"/>
                </a:cubicBezTo>
                <a:cubicBezTo>
                  <a:pt x="212467" y="538957"/>
                  <a:pt x="213868" y="536304"/>
                  <a:pt x="215341" y="533651"/>
                </a:cubicBezTo>
                <a:cubicBezTo>
                  <a:pt x="213794" y="530999"/>
                  <a:pt x="212320" y="528346"/>
                  <a:pt x="210773" y="525693"/>
                </a:cubicBezTo>
                <a:cubicBezTo>
                  <a:pt x="207825" y="525693"/>
                  <a:pt x="204804" y="525693"/>
                  <a:pt x="201856" y="525693"/>
                </a:cubicBezTo>
                <a:cubicBezTo>
                  <a:pt x="200383" y="528346"/>
                  <a:pt x="198982" y="530999"/>
                  <a:pt x="197509" y="533651"/>
                </a:cubicBezTo>
                <a:close/>
                <a:moveTo>
                  <a:pt x="199056" y="524072"/>
                </a:moveTo>
                <a:cubicBezTo>
                  <a:pt x="197509" y="521419"/>
                  <a:pt x="195961" y="518766"/>
                  <a:pt x="194487" y="516114"/>
                </a:cubicBezTo>
                <a:cubicBezTo>
                  <a:pt x="191540" y="516114"/>
                  <a:pt x="188519" y="516114"/>
                  <a:pt x="185571" y="516114"/>
                </a:cubicBezTo>
                <a:cubicBezTo>
                  <a:pt x="184097" y="518766"/>
                  <a:pt x="182697" y="521419"/>
                  <a:pt x="181224" y="524072"/>
                </a:cubicBezTo>
                <a:cubicBezTo>
                  <a:pt x="182771" y="526725"/>
                  <a:pt x="184318" y="529378"/>
                  <a:pt x="185792" y="532030"/>
                </a:cubicBezTo>
                <a:cubicBezTo>
                  <a:pt x="188740" y="532030"/>
                  <a:pt x="191761" y="532030"/>
                  <a:pt x="194709" y="532030"/>
                </a:cubicBezTo>
                <a:cubicBezTo>
                  <a:pt x="196182" y="529378"/>
                  <a:pt x="197582" y="526725"/>
                  <a:pt x="199056" y="524072"/>
                </a:cubicBezTo>
                <a:close/>
                <a:moveTo>
                  <a:pt x="218068" y="532030"/>
                </a:moveTo>
                <a:cubicBezTo>
                  <a:pt x="221015" y="532030"/>
                  <a:pt x="224036" y="532030"/>
                  <a:pt x="226984" y="532030"/>
                </a:cubicBezTo>
                <a:cubicBezTo>
                  <a:pt x="228458" y="529378"/>
                  <a:pt x="229932" y="526725"/>
                  <a:pt x="231332" y="524072"/>
                </a:cubicBezTo>
                <a:cubicBezTo>
                  <a:pt x="229784" y="521419"/>
                  <a:pt x="228310" y="518766"/>
                  <a:pt x="226763" y="516114"/>
                </a:cubicBezTo>
                <a:cubicBezTo>
                  <a:pt x="223742" y="516114"/>
                  <a:pt x="220794" y="516114"/>
                  <a:pt x="217847" y="516114"/>
                </a:cubicBezTo>
                <a:cubicBezTo>
                  <a:pt x="216373" y="518766"/>
                  <a:pt x="214899" y="521419"/>
                  <a:pt x="213499" y="524072"/>
                </a:cubicBezTo>
                <a:cubicBezTo>
                  <a:pt x="215046" y="526725"/>
                  <a:pt x="216594" y="529378"/>
                  <a:pt x="218068" y="532030"/>
                </a:cubicBezTo>
                <a:close/>
                <a:moveTo>
                  <a:pt x="215120" y="514419"/>
                </a:moveTo>
                <a:cubicBezTo>
                  <a:pt x="213573" y="511766"/>
                  <a:pt x="212025" y="509113"/>
                  <a:pt x="210552" y="506460"/>
                </a:cubicBezTo>
                <a:cubicBezTo>
                  <a:pt x="207530" y="506460"/>
                  <a:pt x="204583" y="506460"/>
                  <a:pt x="201562" y="506460"/>
                </a:cubicBezTo>
                <a:cubicBezTo>
                  <a:pt x="200088" y="509113"/>
                  <a:pt x="198688" y="511766"/>
                  <a:pt x="197214" y="514419"/>
                </a:cubicBezTo>
                <a:cubicBezTo>
                  <a:pt x="198761" y="517072"/>
                  <a:pt x="200309" y="519724"/>
                  <a:pt x="201783" y="522377"/>
                </a:cubicBezTo>
                <a:cubicBezTo>
                  <a:pt x="204730" y="522377"/>
                  <a:pt x="207751" y="522377"/>
                  <a:pt x="210699" y="522377"/>
                </a:cubicBezTo>
                <a:cubicBezTo>
                  <a:pt x="212173" y="519724"/>
                  <a:pt x="213646" y="517072"/>
                  <a:pt x="215120" y="514419"/>
                </a:cubicBezTo>
                <a:close/>
                <a:moveTo>
                  <a:pt x="198761" y="504766"/>
                </a:moveTo>
                <a:cubicBezTo>
                  <a:pt x="197214" y="502113"/>
                  <a:pt x="195666" y="499460"/>
                  <a:pt x="194119" y="496807"/>
                </a:cubicBezTo>
                <a:cubicBezTo>
                  <a:pt x="191098" y="496807"/>
                  <a:pt x="188150" y="496807"/>
                  <a:pt x="185129" y="496807"/>
                </a:cubicBezTo>
                <a:cubicBezTo>
                  <a:pt x="183655" y="499460"/>
                  <a:pt x="182255" y="502113"/>
                  <a:pt x="180781" y="504766"/>
                </a:cubicBezTo>
                <a:cubicBezTo>
                  <a:pt x="182329" y="507418"/>
                  <a:pt x="183876" y="510071"/>
                  <a:pt x="185424" y="512724"/>
                </a:cubicBezTo>
                <a:cubicBezTo>
                  <a:pt x="188371" y="512724"/>
                  <a:pt x="191393" y="512724"/>
                  <a:pt x="194340" y="512724"/>
                </a:cubicBezTo>
                <a:cubicBezTo>
                  <a:pt x="195814" y="510071"/>
                  <a:pt x="197288" y="507418"/>
                  <a:pt x="198761" y="504766"/>
                </a:cubicBezTo>
                <a:close/>
                <a:moveTo>
                  <a:pt x="178129" y="506387"/>
                </a:moveTo>
                <a:cubicBezTo>
                  <a:pt x="175107" y="506387"/>
                  <a:pt x="172160" y="506387"/>
                  <a:pt x="169212" y="506387"/>
                </a:cubicBezTo>
                <a:cubicBezTo>
                  <a:pt x="167739" y="509039"/>
                  <a:pt x="166339" y="511692"/>
                  <a:pt x="164865" y="514345"/>
                </a:cubicBezTo>
                <a:cubicBezTo>
                  <a:pt x="166412" y="516998"/>
                  <a:pt x="167960" y="519651"/>
                  <a:pt x="169433" y="522303"/>
                </a:cubicBezTo>
                <a:cubicBezTo>
                  <a:pt x="172381" y="522303"/>
                  <a:pt x="175402" y="522303"/>
                  <a:pt x="178350" y="522303"/>
                </a:cubicBezTo>
                <a:cubicBezTo>
                  <a:pt x="179823" y="519651"/>
                  <a:pt x="181224" y="516998"/>
                  <a:pt x="182697" y="514345"/>
                </a:cubicBezTo>
                <a:cubicBezTo>
                  <a:pt x="181224" y="511766"/>
                  <a:pt x="179676" y="509039"/>
                  <a:pt x="178129" y="506387"/>
                </a:cubicBezTo>
                <a:close/>
                <a:moveTo>
                  <a:pt x="166412" y="504766"/>
                </a:moveTo>
                <a:cubicBezTo>
                  <a:pt x="164865" y="502113"/>
                  <a:pt x="163317" y="499460"/>
                  <a:pt x="161770" y="496807"/>
                </a:cubicBezTo>
                <a:cubicBezTo>
                  <a:pt x="158822" y="496807"/>
                  <a:pt x="155801" y="496807"/>
                  <a:pt x="152854" y="496807"/>
                </a:cubicBezTo>
                <a:cubicBezTo>
                  <a:pt x="151380" y="499460"/>
                  <a:pt x="149980" y="502113"/>
                  <a:pt x="148506" y="504766"/>
                </a:cubicBezTo>
                <a:cubicBezTo>
                  <a:pt x="150053" y="507418"/>
                  <a:pt x="151601" y="510071"/>
                  <a:pt x="153075" y="512724"/>
                </a:cubicBezTo>
                <a:cubicBezTo>
                  <a:pt x="156022" y="512724"/>
                  <a:pt x="159043" y="512724"/>
                  <a:pt x="161991" y="512724"/>
                </a:cubicBezTo>
                <a:cubicBezTo>
                  <a:pt x="163465" y="510071"/>
                  <a:pt x="164938" y="507418"/>
                  <a:pt x="166412" y="504766"/>
                </a:cubicBezTo>
                <a:close/>
                <a:moveTo>
                  <a:pt x="132589" y="514345"/>
                </a:moveTo>
                <a:cubicBezTo>
                  <a:pt x="134137" y="516998"/>
                  <a:pt x="135610" y="519651"/>
                  <a:pt x="137158" y="522303"/>
                </a:cubicBezTo>
                <a:cubicBezTo>
                  <a:pt x="140105" y="522303"/>
                  <a:pt x="143127" y="522303"/>
                  <a:pt x="146074" y="522303"/>
                </a:cubicBezTo>
                <a:cubicBezTo>
                  <a:pt x="147548" y="519651"/>
                  <a:pt x="148948" y="516998"/>
                  <a:pt x="150422" y="514345"/>
                </a:cubicBezTo>
                <a:cubicBezTo>
                  <a:pt x="148874" y="511692"/>
                  <a:pt x="147401" y="509039"/>
                  <a:pt x="145853" y="506387"/>
                </a:cubicBezTo>
                <a:cubicBezTo>
                  <a:pt x="142906" y="506387"/>
                  <a:pt x="139884" y="506387"/>
                  <a:pt x="136937" y="506387"/>
                </a:cubicBezTo>
                <a:cubicBezTo>
                  <a:pt x="135463" y="509039"/>
                  <a:pt x="133989" y="511692"/>
                  <a:pt x="132589" y="514345"/>
                </a:cubicBezTo>
                <a:close/>
                <a:moveTo>
                  <a:pt x="134137" y="504766"/>
                </a:moveTo>
                <a:cubicBezTo>
                  <a:pt x="132589" y="502113"/>
                  <a:pt x="131115" y="499460"/>
                  <a:pt x="129568" y="496807"/>
                </a:cubicBezTo>
                <a:cubicBezTo>
                  <a:pt x="126620" y="496807"/>
                  <a:pt x="123673" y="496807"/>
                  <a:pt x="120725" y="496807"/>
                </a:cubicBezTo>
                <a:cubicBezTo>
                  <a:pt x="119252" y="499460"/>
                  <a:pt x="117852" y="502113"/>
                  <a:pt x="116378" y="504766"/>
                </a:cubicBezTo>
                <a:cubicBezTo>
                  <a:pt x="117925" y="507418"/>
                  <a:pt x="119399" y="510071"/>
                  <a:pt x="120873" y="512724"/>
                </a:cubicBezTo>
                <a:cubicBezTo>
                  <a:pt x="123820" y="512724"/>
                  <a:pt x="126768" y="512724"/>
                  <a:pt x="129789" y="512724"/>
                </a:cubicBezTo>
                <a:cubicBezTo>
                  <a:pt x="131189" y="510071"/>
                  <a:pt x="132663" y="507418"/>
                  <a:pt x="134137" y="504766"/>
                </a:cubicBezTo>
                <a:close/>
                <a:moveTo>
                  <a:pt x="150053" y="495112"/>
                </a:moveTo>
                <a:cubicBezTo>
                  <a:pt x="148506" y="492460"/>
                  <a:pt x="146958" y="489807"/>
                  <a:pt x="145485" y="487154"/>
                </a:cubicBezTo>
                <a:cubicBezTo>
                  <a:pt x="142537" y="487154"/>
                  <a:pt x="139516" y="487154"/>
                  <a:pt x="136568" y="487154"/>
                </a:cubicBezTo>
                <a:cubicBezTo>
                  <a:pt x="135168" y="489807"/>
                  <a:pt x="133695" y="492460"/>
                  <a:pt x="132294" y="495112"/>
                </a:cubicBezTo>
                <a:cubicBezTo>
                  <a:pt x="133842" y="497765"/>
                  <a:pt x="135316" y="500418"/>
                  <a:pt x="136863" y="503071"/>
                </a:cubicBezTo>
                <a:cubicBezTo>
                  <a:pt x="139811" y="503071"/>
                  <a:pt x="142758" y="503071"/>
                  <a:pt x="145779" y="503071"/>
                </a:cubicBezTo>
                <a:cubicBezTo>
                  <a:pt x="147180" y="500418"/>
                  <a:pt x="148653" y="497765"/>
                  <a:pt x="150053" y="495112"/>
                </a:cubicBezTo>
                <a:close/>
                <a:moveTo>
                  <a:pt x="113357" y="487080"/>
                </a:moveTo>
                <a:cubicBezTo>
                  <a:pt x="110409" y="487080"/>
                  <a:pt x="107462" y="487080"/>
                  <a:pt x="104514" y="487080"/>
                </a:cubicBezTo>
                <a:cubicBezTo>
                  <a:pt x="103040" y="489733"/>
                  <a:pt x="101640" y="492386"/>
                  <a:pt x="100166" y="495039"/>
                </a:cubicBezTo>
                <a:cubicBezTo>
                  <a:pt x="101640" y="497691"/>
                  <a:pt x="103188" y="500344"/>
                  <a:pt x="104661" y="502997"/>
                </a:cubicBezTo>
                <a:cubicBezTo>
                  <a:pt x="107609" y="502997"/>
                  <a:pt x="110556" y="502997"/>
                  <a:pt x="113504" y="502997"/>
                </a:cubicBezTo>
                <a:cubicBezTo>
                  <a:pt x="114978" y="500344"/>
                  <a:pt x="116378" y="497691"/>
                  <a:pt x="117852" y="495039"/>
                </a:cubicBezTo>
                <a:cubicBezTo>
                  <a:pt x="116378" y="492386"/>
                  <a:pt x="114904" y="489733"/>
                  <a:pt x="113357" y="487080"/>
                </a:cubicBezTo>
                <a:close/>
                <a:moveTo>
                  <a:pt x="100314" y="514345"/>
                </a:moveTo>
                <a:cubicBezTo>
                  <a:pt x="101788" y="516998"/>
                  <a:pt x="103261" y="519651"/>
                  <a:pt x="104735" y="522303"/>
                </a:cubicBezTo>
                <a:cubicBezTo>
                  <a:pt x="107683" y="522303"/>
                  <a:pt x="110704" y="522303"/>
                  <a:pt x="113651" y="522303"/>
                </a:cubicBezTo>
                <a:cubicBezTo>
                  <a:pt x="115125" y="519651"/>
                  <a:pt x="116599" y="516998"/>
                  <a:pt x="118073" y="514345"/>
                </a:cubicBezTo>
                <a:cubicBezTo>
                  <a:pt x="116599" y="511692"/>
                  <a:pt x="115051" y="509039"/>
                  <a:pt x="113578" y="506387"/>
                </a:cubicBezTo>
                <a:cubicBezTo>
                  <a:pt x="110630" y="506387"/>
                  <a:pt x="107683" y="506387"/>
                  <a:pt x="104735" y="506387"/>
                </a:cubicBezTo>
                <a:cubicBezTo>
                  <a:pt x="103261" y="509039"/>
                  <a:pt x="101788" y="511692"/>
                  <a:pt x="100314" y="514345"/>
                </a:cubicBezTo>
                <a:close/>
                <a:moveTo>
                  <a:pt x="116525" y="523998"/>
                </a:moveTo>
                <a:cubicBezTo>
                  <a:pt x="117999" y="526651"/>
                  <a:pt x="119546" y="529304"/>
                  <a:pt x="121020" y="531957"/>
                </a:cubicBezTo>
                <a:cubicBezTo>
                  <a:pt x="123968" y="531957"/>
                  <a:pt x="126989" y="531957"/>
                  <a:pt x="130010" y="531957"/>
                </a:cubicBezTo>
                <a:cubicBezTo>
                  <a:pt x="131484" y="529304"/>
                  <a:pt x="132958" y="526651"/>
                  <a:pt x="134431" y="523998"/>
                </a:cubicBezTo>
                <a:cubicBezTo>
                  <a:pt x="132884" y="521345"/>
                  <a:pt x="131410" y="518693"/>
                  <a:pt x="129863" y="516040"/>
                </a:cubicBezTo>
                <a:cubicBezTo>
                  <a:pt x="126915" y="516040"/>
                  <a:pt x="123894" y="516040"/>
                  <a:pt x="120946" y="516040"/>
                </a:cubicBezTo>
                <a:cubicBezTo>
                  <a:pt x="119399" y="518693"/>
                  <a:pt x="117999" y="521345"/>
                  <a:pt x="116525" y="523998"/>
                </a:cubicBezTo>
                <a:close/>
                <a:moveTo>
                  <a:pt x="132737" y="533651"/>
                </a:moveTo>
                <a:cubicBezTo>
                  <a:pt x="134284" y="536304"/>
                  <a:pt x="135758" y="538957"/>
                  <a:pt x="137232" y="541610"/>
                </a:cubicBezTo>
                <a:cubicBezTo>
                  <a:pt x="140253" y="541610"/>
                  <a:pt x="143200" y="541610"/>
                  <a:pt x="146222" y="541610"/>
                </a:cubicBezTo>
                <a:cubicBezTo>
                  <a:pt x="147695" y="538957"/>
                  <a:pt x="149169" y="536304"/>
                  <a:pt x="150643" y="533651"/>
                </a:cubicBezTo>
                <a:cubicBezTo>
                  <a:pt x="149095" y="530999"/>
                  <a:pt x="147622" y="528346"/>
                  <a:pt x="146074" y="525693"/>
                </a:cubicBezTo>
                <a:cubicBezTo>
                  <a:pt x="143053" y="525693"/>
                  <a:pt x="140105" y="525693"/>
                  <a:pt x="137158" y="525693"/>
                </a:cubicBezTo>
                <a:cubicBezTo>
                  <a:pt x="135684" y="528346"/>
                  <a:pt x="134210" y="530999"/>
                  <a:pt x="132737" y="533651"/>
                </a:cubicBezTo>
                <a:close/>
                <a:moveTo>
                  <a:pt x="153443" y="532030"/>
                </a:moveTo>
                <a:cubicBezTo>
                  <a:pt x="156391" y="532030"/>
                  <a:pt x="159412" y="532030"/>
                  <a:pt x="162359" y="532030"/>
                </a:cubicBezTo>
                <a:cubicBezTo>
                  <a:pt x="163833" y="529378"/>
                  <a:pt x="165233" y="526725"/>
                  <a:pt x="166707" y="524072"/>
                </a:cubicBezTo>
                <a:cubicBezTo>
                  <a:pt x="165159" y="521419"/>
                  <a:pt x="163612" y="518766"/>
                  <a:pt x="162138" y="516114"/>
                </a:cubicBezTo>
                <a:cubicBezTo>
                  <a:pt x="159191" y="516114"/>
                  <a:pt x="156170" y="516114"/>
                  <a:pt x="153222" y="516114"/>
                </a:cubicBezTo>
                <a:cubicBezTo>
                  <a:pt x="151748" y="518766"/>
                  <a:pt x="150348" y="521419"/>
                  <a:pt x="148874" y="524072"/>
                </a:cubicBezTo>
                <a:cubicBezTo>
                  <a:pt x="150348" y="526725"/>
                  <a:pt x="151896" y="529378"/>
                  <a:pt x="153443" y="532030"/>
                </a:cubicBezTo>
                <a:close/>
                <a:moveTo>
                  <a:pt x="165159" y="533651"/>
                </a:moveTo>
                <a:cubicBezTo>
                  <a:pt x="166707" y="536304"/>
                  <a:pt x="168254" y="538957"/>
                  <a:pt x="169728" y="541610"/>
                </a:cubicBezTo>
                <a:cubicBezTo>
                  <a:pt x="172676" y="541610"/>
                  <a:pt x="175697" y="541610"/>
                  <a:pt x="178644" y="541610"/>
                </a:cubicBezTo>
                <a:cubicBezTo>
                  <a:pt x="180118" y="538957"/>
                  <a:pt x="181518" y="536304"/>
                  <a:pt x="182992" y="533651"/>
                </a:cubicBezTo>
                <a:cubicBezTo>
                  <a:pt x="181445" y="530999"/>
                  <a:pt x="179897" y="528346"/>
                  <a:pt x="178423" y="525693"/>
                </a:cubicBezTo>
                <a:cubicBezTo>
                  <a:pt x="175476" y="525693"/>
                  <a:pt x="172455" y="525693"/>
                  <a:pt x="169507" y="525693"/>
                </a:cubicBezTo>
                <a:cubicBezTo>
                  <a:pt x="168033" y="528346"/>
                  <a:pt x="166633" y="530999"/>
                  <a:pt x="165159" y="533651"/>
                </a:cubicBezTo>
                <a:close/>
                <a:moveTo>
                  <a:pt x="181445" y="543378"/>
                </a:moveTo>
                <a:lnTo>
                  <a:pt x="199351" y="543378"/>
                </a:lnTo>
                <a:cubicBezTo>
                  <a:pt x="197803" y="540726"/>
                  <a:pt x="196256" y="537999"/>
                  <a:pt x="194709" y="535346"/>
                </a:cubicBezTo>
                <a:cubicBezTo>
                  <a:pt x="191761" y="535346"/>
                  <a:pt x="188740" y="535346"/>
                  <a:pt x="185792" y="535346"/>
                </a:cubicBezTo>
                <a:cubicBezTo>
                  <a:pt x="184392" y="537999"/>
                  <a:pt x="182918" y="540652"/>
                  <a:pt x="181445" y="543378"/>
                </a:cubicBezTo>
                <a:close/>
                <a:moveTo>
                  <a:pt x="213278" y="647353"/>
                </a:moveTo>
                <a:cubicBezTo>
                  <a:pt x="211731" y="644626"/>
                  <a:pt x="210183" y="641900"/>
                  <a:pt x="208562" y="639173"/>
                </a:cubicBezTo>
                <a:cubicBezTo>
                  <a:pt x="205467" y="639173"/>
                  <a:pt x="202372" y="639173"/>
                  <a:pt x="199277" y="639173"/>
                </a:cubicBezTo>
                <a:cubicBezTo>
                  <a:pt x="197730" y="641900"/>
                  <a:pt x="196182" y="644626"/>
                  <a:pt x="194709" y="647353"/>
                </a:cubicBezTo>
                <a:cubicBezTo>
                  <a:pt x="196256" y="650079"/>
                  <a:pt x="197803" y="652806"/>
                  <a:pt x="199425" y="655532"/>
                </a:cubicBezTo>
                <a:cubicBezTo>
                  <a:pt x="202519" y="655532"/>
                  <a:pt x="205614" y="655532"/>
                  <a:pt x="208709" y="655532"/>
                </a:cubicBezTo>
                <a:cubicBezTo>
                  <a:pt x="210183" y="652806"/>
                  <a:pt x="211731" y="650079"/>
                  <a:pt x="213278" y="647353"/>
                </a:cubicBezTo>
                <a:close/>
                <a:moveTo>
                  <a:pt x="211509" y="657153"/>
                </a:moveTo>
                <a:cubicBezTo>
                  <a:pt x="213057" y="659880"/>
                  <a:pt x="214604" y="662606"/>
                  <a:pt x="216152" y="665333"/>
                </a:cubicBezTo>
                <a:cubicBezTo>
                  <a:pt x="219247" y="665333"/>
                  <a:pt x="222342" y="665333"/>
                  <a:pt x="225437" y="665333"/>
                </a:cubicBezTo>
                <a:cubicBezTo>
                  <a:pt x="226984" y="662606"/>
                  <a:pt x="228458" y="659880"/>
                  <a:pt x="230005" y="657153"/>
                </a:cubicBezTo>
                <a:cubicBezTo>
                  <a:pt x="228458" y="654427"/>
                  <a:pt x="226910" y="651700"/>
                  <a:pt x="225363" y="648974"/>
                </a:cubicBezTo>
                <a:cubicBezTo>
                  <a:pt x="222268" y="648974"/>
                  <a:pt x="219173" y="648974"/>
                  <a:pt x="216078" y="648974"/>
                </a:cubicBezTo>
                <a:cubicBezTo>
                  <a:pt x="214604" y="651774"/>
                  <a:pt x="213057" y="654500"/>
                  <a:pt x="211509" y="657153"/>
                </a:cubicBezTo>
                <a:close/>
                <a:moveTo>
                  <a:pt x="196403" y="637478"/>
                </a:moveTo>
                <a:cubicBezTo>
                  <a:pt x="194856" y="634752"/>
                  <a:pt x="193308" y="632025"/>
                  <a:pt x="191687" y="629299"/>
                </a:cubicBezTo>
                <a:cubicBezTo>
                  <a:pt x="188592" y="629299"/>
                  <a:pt x="185497" y="629299"/>
                  <a:pt x="182403" y="629299"/>
                </a:cubicBezTo>
                <a:cubicBezTo>
                  <a:pt x="180855" y="632025"/>
                  <a:pt x="179308" y="634752"/>
                  <a:pt x="177834" y="637478"/>
                </a:cubicBezTo>
                <a:cubicBezTo>
                  <a:pt x="179381" y="640205"/>
                  <a:pt x="180929" y="642931"/>
                  <a:pt x="182550" y="645658"/>
                </a:cubicBezTo>
                <a:cubicBezTo>
                  <a:pt x="185645" y="645658"/>
                  <a:pt x="188740" y="645658"/>
                  <a:pt x="191835" y="645658"/>
                </a:cubicBezTo>
                <a:cubicBezTo>
                  <a:pt x="193382" y="642931"/>
                  <a:pt x="194856" y="640205"/>
                  <a:pt x="196403" y="637478"/>
                </a:cubicBezTo>
                <a:close/>
                <a:moveTo>
                  <a:pt x="175034" y="639173"/>
                </a:moveTo>
                <a:cubicBezTo>
                  <a:pt x="171939" y="639173"/>
                  <a:pt x="168844" y="639173"/>
                  <a:pt x="165749" y="639173"/>
                </a:cubicBezTo>
                <a:cubicBezTo>
                  <a:pt x="164202" y="641900"/>
                  <a:pt x="162654" y="644626"/>
                  <a:pt x="161180" y="647353"/>
                </a:cubicBezTo>
                <a:cubicBezTo>
                  <a:pt x="162728" y="650079"/>
                  <a:pt x="164275" y="652806"/>
                  <a:pt x="165896" y="655532"/>
                </a:cubicBezTo>
                <a:cubicBezTo>
                  <a:pt x="168991" y="655532"/>
                  <a:pt x="172086" y="655532"/>
                  <a:pt x="175181" y="655532"/>
                </a:cubicBezTo>
                <a:cubicBezTo>
                  <a:pt x="176729" y="652806"/>
                  <a:pt x="178202" y="650079"/>
                  <a:pt x="179750" y="647353"/>
                </a:cubicBezTo>
                <a:cubicBezTo>
                  <a:pt x="178129" y="644626"/>
                  <a:pt x="176581" y="641900"/>
                  <a:pt x="175034" y="639173"/>
                </a:cubicBezTo>
                <a:close/>
                <a:moveTo>
                  <a:pt x="177981" y="657153"/>
                </a:moveTo>
                <a:cubicBezTo>
                  <a:pt x="179529" y="659880"/>
                  <a:pt x="181076" y="662606"/>
                  <a:pt x="182697" y="665333"/>
                </a:cubicBezTo>
                <a:cubicBezTo>
                  <a:pt x="185792" y="665333"/>
                  <a:pt x="188887" y="665333"/>
                  <a:pt x="191982" y="665333"/>
                </a:cubicBezTo>
                <a:cubicBezTo>
                  <a:pt x="193530" y="662606"/>
                  <a:pt x="195003" y="659880"/>
                  <a:pt x="196551" y="657153"/>
                </a:cubicBezTo>
                <a:cubicBezTo>
                  <a:pt x="195003" y="654427"/>
                  <a:pt x="193456" y="651700"/>
                  <a:pt x="191835" y="648974"/>
                </a:cubicBezTo>
                <a:cubicBezTo>
                  <a:pt x="188740" y="648974"/>
                  <a:pt x="185645" y="648974"/>
                  <a:pt x="182550" y="648974"/>
                </a:cubicBezTo>
                <a:cubicBezTo>
                  <a:pt x="181002" y="651774"/>
                  <a:pt x="179529" y="654500"/>
                  <a:pt x="177981" y="657153"/>
                </a:cubicBezTo>
                <a:close/>
                <a:moveTo>
                  <a:pt x="194782" y="667027"/>
                </a:moveTo>
                <a:cubicBezTo>
                  <a:pt x="196330" y="669754"/>
                  <a:pt x="197877" y="672480"/>
                  <a:pt x="199425" y="675207"/>
                </a:cubicBezTo>
                <a:cubicBezTo>
                  <a:pt x="202519" y="675207"/>
                  <a:pt x="205614" y="675207"/>
                  <a:pt x="208709" y="675207"/>
                </a:cubicBezTo>
                <a:cubicBezTo>
                  <a:pt x="210257" y="672480"/>
                  <a:pt x="211731" y="669754"/>
                  <a:pt x="213278" y="667027"/>
                </a:cubicBezTo>
                <a:cubicBezTo>
                  <a:pt x="211731" y="664301"/>
                  <a:pt x="210183" y="661574"/>
                  <a:pt x="208636" y="658848"/>
                </a:cubicBezTo>
                <a:cubicBezTo>
                  <a:pt x="205541" y="658848"/>
                  <a:pt x="202446" y="658848"/>
                  <a:pt x="199351" y="658848"/>
                </a:cubicBezTo>
                <a:cubicBezTo>
                  <a:pt x="197877" y="661574"/>
                  <a:pt x="196330" y="664301"/>
                  <a:pt x="194782" y="667027"/>
                </a:cubicBezTo>
                <a:close/>
                <a:moveTo>
                  <a:pt x="211657" y="676902"/>
                </a:moveTo>
                <a:cubicBezTo>
                  <a:pt x="213204" y="679628"/>
                  <a:pt x="214752" y="682355"/>
                  <a:pt x="216299" y="685081"/>
                </a:cubicBezTo>
                <a:cubicBezTo>
                  <a:pt x="219394" y="685081"/>
                  <a:pt x="222489" y="685081"/>
                  <a:pt x="225584" y="685081"/>
                </a:cubicBezTo>
                <a:cubicBezTo>
                  <a:pt x="227131" y="682355"/>
                  <a:pt x="228679" y="679628"/>
                  <a:pt x="230153" y="676902"/>
                </a:cubicBezTo>
                <a:cubicBezTo>
                  <a:pt x="228605" y="674175"/>
                  <a:pt x="227058" y="671449"/>
                  <a:pt x="225510" y="668722"/>
                </a:cubicBezTo>
                <a:cubicBezTo>
                  <a:pt x="222415" y="668722"/>
                  <a:pt x="219320" y="668722"/>
                  <a:pt x="216226" y="668722"/>
                </a:cubicBezTo>
                <a:cubicBezTo>
                  <a:pt x="214678" y="671449"/>
                  <a:pt x="213131" y="674175"/>
                  <a:pt x="211657" y="676902"/>
                </a:cubicBezTo>
                <a:close/>
                <a:moveTo>
                  <a:pt x="228458" y="686702"/>
                </a:moveTo>
                <a:cubicBezTo>
                  <a:pt x="230005" y="689429"/>
                  <a:pt x="231553" y="692155"/>
                  <a:pt x="233100" y="694882"/>
                </a:cubicBezTo>
                <a:cubicBezTo>
                  <a:pt x="236195" y="694882"/>
                  <a:pt x="239290" y="694882"/>
                  <a:pt x="242385" y="694882"/>
                </a:cubicBezTo>
                <a:cubicBezTo>
                  <a:pt x="243932" y="692155"/>
                  <a:pt x="245480" y="689429"/>
                  <a:pt x="246954" y="686702"/>
                </a:cubicBezTo>
                <a:cubicBezTo>
                  <a:pt x="245406" y="683976"/>
                  <a:pt x="243859" y="681249"/>
                  <a:pt x="242311" y="678523"/>
                </a:cubicBezTo>
                <a:cubicBezTo>
                  <a:pt x="239216" y="678523"/>
                  <a:pt x="236121" y="678523"/>
                  <a:pt x="233026" y="678523"/>
                </a:cubicBezTo>
                <a:cubicBezTo>
                  <a:pt x="231479" y="681323"/>
                  <a:pt x="229932" y="684049"/>
                  <a:pt x="228458" y="686702"/>
                </a:cubicBezTo>
                <a:close/>
                <a:moveTo>
                  <a:pt x="246880" y="667027"/>
                </a:moveTo>
                <a:cubicBezTo>
                  <a:pt x="245332" y="664301"/>
                  <a:pt x="243785" y="661574"/>
                  <a:pt x="242238" y="658848"/>
                </a:cubicBezTo>
                <a:cubicBezTo>
                  <a:pt x="239143" y="658848"/>
                  <a:pt x="236048" y="658848"/>
                  <a:pt x="232953" y="658848"/>
                </a:cubicBezTo>
                <a:cubicBezTo>
                  <a:pt x="231405" y="661574"/>
                  <a:pt x="229858" y="664301"/>
                  <a:pt x="228384" y="667027"/>
                </a:cubicBezTo>
                <a:cubicBezTo>
                  <a:pt x="229932" y="669754"/>
                  <a:pt x="231479" y="672480"/>
                  <a:pt x="233026" y="675207"/>
                </a:cubicBezTo>
                <a:cubicBezTo>
                  <a:pt x="236121" y="675207"/>
                  <a:pt x="239216" y="675207"/>
                  <a:pt x="242311" y="675207"/>
                </a:cubicBezTo>
                <a:cubicBezTo>
                  <a:pt x="243785" y="672480"/>
                  <a:pt x="245332" y="669754"/>
                  <a:pt x="246880" y="667027"/>
                </a:cubicBezTo>
                <a:close/>
                <a:moveTo>
                  <a:pt x="246732" y="647353"/>
                </a:moveTo>
                <a:cubicBezTo>
                  <a:pt x="245185" y="644626"/>
                  <a:pt x="243638" y="641900"/>
                  <a:pt x="242016" y="639173"/>
                </a:cubicBezTo>
                <a:cubicBezTo>
                  <a:pt x="238922" y="639173"/>
                  <a:pt x="235827" y="639173"/>
                  <a:pt x="232732" y="639173"/>
                </a:cubicBezTo>
                <a:cubicBezTo>
                  <a:pt x="231184" y="641900"/>
                  <a:pt x="229637" y="644626"/>
                  <a:pt x="228163" y="647353"/>
                </a:cubicBezTo>
                <a:cubicBezTo>
                  <a:pt x="229711" y="650079"/>
                  <a:pt x="231258" y="652806"/>
                  <a:pt x="232805" y="655532"/>
                </a:cubicBezTo>
                <a:cubicBezTo>
                  <a:pt x="235900" y="655532"/>
                  <a:pt x="238995" y="655532"/>
                  <a:pt x="242090" y="655532"/>
                </a:cubicBezTo>
                <a:cubicBezTo>
                  <a:pt x="243711" y="652806"/>
                  <a:pt x="245259" y="650079"/>
                  <a:pt x="246732" y="647353"/>
                </a:cubicBezTo>
                <a:close/>
                <a:moveTo>
                  <a:pt x="229932" y="637478"/>
                </a:moveTo>
                <a:cubicBezTo>
                  <a:pt x="228384" y="634752"/>
                  <a:pt x="226837" y="632025"/>
                  <a:pt x="225216" y="629299"/>
                </a:cubicBezTo>
                <a:cubicBezTo>
                  <a:pt x="222121" y="629299"/>
                  <a:pt x="219026" y="629299"/>
                  <a:pt x="215931" y="629299"/>
                </a:cubicBezTo>
                <a:cubicBezTo>
                  <a:pt x="214383" y="632025"/>
                  <a:pt x="212836" y="634752"/>
                  <a:pt x="211362" y="637478"/>
                </a:cubicBezTo>
                <a:cubicBezTo>
                  <a:pt x="212910" y="640205"/>
                  <a:pt x="214457" y="642931"/>
                  <a:pt x="216078" y="645658"/>
                </a:cubicBezTo>
                <a:cubicBezTo>
                  <a:pt x="219173" y="645658"/>
                  <a:pt x="222268" y="645658"/>
                  <a:pt x="225363" y="645658"/>
                </a:cubicBezTo>
                <a:cubicBezTo>
                  <a:pt x="226910" y="642931"/>
                  <a:pt x="228384" y="640205"/>
                  <a:pt x="229932" y="637478"/>
                </a:cubicBezTo>
                <a:close/>
                <a:moveTo>
                  <a:pt x="213425" y="627088"/>
                </a:moveTo>
                <a:cubicBezTo>
                  <a:pt x="213425" y="627088"/>
                  <a:pt x="194119" y="627088"/>
                  <a:pt x="194266" y="627088"/>
                </a:cubicBezTo>
                <a:cubicBezTo>
                  <a:pt x="195961" y="630036"/>
                  <a:pt x="197582" y="632910"/>
                  <a:pt x="199277" y="635784"/>
                </a:cubicBezTo>
                <a:cubicBezTo>
                  <a:pt x="202372" y="635784"/>
                  <a:pt x="205467" y="635784"/>
                  <a:pt x="208562" y="635784"/>
                </a:cubicBezTo>
                <a:cubicBezTo>
                  <a:pt x="210183" y="632910"/>
                  <a:pt x="211804" y="630036"/>
                  <a:pt x="213425" y="627088"/>
                </a:cubicBezTo>
                <a:close/>
                <a:moveTo>
                  <a:pt x="231626" y="543378"/>
                </a:moveTo>
                <a:cubicBezTo>
                  <a:pt x="230079" y="540726"/>
                  <a:pt x="228605" y="537999"/>
                  <a:pt x="227058" y="535346"/>
                </a:cubicBezTo>
                <a:cubicBezTo>
                  <a:pt x="224110" y="535346"/>
                  <a:pt x="221089" y="535346"/>
                  <a:pt x="218141" y="535346"/>
                </a:cubicBezTo>
                <a:cubicBezTo>
                  <a:pt x="216668" y="537999"/>
                  <a:pt x="215194" y="540726"/>
                  <a:pt x="213794" y="543378"/>
                </a:cubicBezTo>
                <a:lnTo>
                  <a:pt x="231626" y="543378"/>
                </a:lnTo>
                <a:close/>
                <a:moveTo>
                  <a:pt x="234353" y="541683"/>
                </a:moveTo>
                <a:cubicBezTo>
                  <a:pt x="237300" y="541683"/>
                  <a:pt x="240322" y="541683"/>
                  <a:pt x="243269" y="541683"/>
                </a:cubicBezTo>
                <a:cubicBezTo>
                  <a:pt x="244743" y="539031"/>
                  <a:pt x="246217" y="536378"/>
                  <a:pt x="247690" y="533725"/>
                </a:cubicBezTo>
                <a:cubicBezTo>
                  <a:pt x="246217" y="531072"/>
                  <a:pt x="244669" y="528420"/>
                  <a:pt x="243195" y="525767"/>
                </a:cubicBezTo>
                <a:cubicBezTo>
                  <a:pt x="240248" y="525767"/>
                  <a:pt x="237227" y="525767"/>
                  <a:pt x="234279" y="525767"/>
                </a:cubicBezTo>
                <a:cubicBezTo>
                  <a:pt x="232805" y="528420"/>
                  <a:pt x="231332" y="531072"/>
                  <a:pt x="229932" y="533725"/>
                </a:cubicBezTo>
                <a:cubicBezTo>
                  <a:pt x="231332" y="536378"/>
                  <a:pt x="232805" y="539031"/>
                  <a:pt x="234353" y="541683"/>
                </a:cubicBezTo>
                <a:close/>
                <a:moveTo>
                  <a:pt x="247469" y="514419"/>
                </a:moveTo>
                <a:cubicBezTo>
                  <a:pt x="245922" y="511766"/>
                  <a:pt x="244448" y="509113"/>
                  <a:pt x="242901" y="506460"/>
                </a:cubicBezTo>
                <a:cubicBezTo>
                  <a:pt x="239879" y="506460"/>
                  <a:pt x="236932" y="506460"/>
                  <a:pt x="233911" y="506460"/>
                </a:cubicBezTo>
                <a:cubicBezTo>
                  <a:pt x="232437" y="509113"/>
                  <a:pt x="230963" y="511766"/>
                  <a:pt x="229489" y="514419"/>
                </a:cubicBezTo>
                <a:cubicBezTo>
                  <a:pt x="231037" y="517072"/>
                  <a:pt x="232511" y="519724"/>
                  <a:pt x="234058" y="522377"/>
                </a:cubicBezTo>
                <a:cubicBezTo>
                  <a:pt x="237006" y="522377"/>
                  <a:pt x="240027" y="522377"/>
                  <a:pt x="242974" y="522377"/>
                </a:cubicBezTo>
                <a:cubicBezTo>
                  <a:pt x="244522" y="519724"/>
                  <a:pt x="245996" y="517072"/>
                  <a:pt x="247469" y="514419"/>
                </a:cubicBezTo>
                <a:close/>
                <a:moveTo>
                  <a:pt x="231184" y="504766"/>
                </a:moveTo>
                <a:cubicBezTo>
                  <a:pt x="229637" y="502113"/>
                  <a:pt x="228163" y="499460"/>
                  <a:pt x="226616" y="496807"/>
                </a:cubicBezTo>
                <a:cubicBezTo>
                  <a:pt x="223594" y="496807"/>
                  <a:pt x="220647" y="496807"/>
                  <a:pt x="217626" y="496807"/>
                </a:cubicBezTo>
                <a:cubicBezTo>
                  <a:pt x="216152" y="499460"/>
                  <a:pt x="214678" y="502113"/>
                  <a:pt x="213278" y="504766"/>
                </a:cubicBezTo>
                <a:cubicBezTo>
                  <a:pt x="214825" y="507418"/>
                  <a:pt x="216373" y="510071"/>
                  <a:pt x="217847" y="512724"/>
                </a:cubicBezTo>
                <a:cubicBezTo>
                  <a:pt x="220794" y="512724"/>
                  <a:pt x="223815" y="512724"/>
                  <a:pt x="226837" y="512724"/>
                </a:cubicBezTo>
                <a:cubicBezTo>
                  <a:pt x="228237" y="510145"/>
                  <a:pt x="229711" y="507418"/>
                  <a:pt x="231184" y="504766"/>
                </a:cubicBezTo>
                <a:close/>
                <a:moveTo>
                  <a:pt x="214825" y="495112"/>
                </a:moveTo>
                <a:cubicBezTo>
                  <a:pt x="213278" y="492460"/>
                  <a:pt x="211731" y="489807"/>
                  <a:pt x="210183" y="487154"/>
                </a:cubicBezTo>
                <a:cubicBezTo>
                  <a:pt x="207162" y="487154"/>
                  <a:pt x="204214" y="487154"/>
                  <a:pt x="201193" y="487154"/>
                </a:cubicBezTo>
                <a:cubicBezTo>
                  <a:pt x="199719" y="489807"/>
                  <a:pt x="198319" y="492460"/>
                  <a:pt x="196845" y="495112"/>
                </a:cubicBezTo>
                <a:cubicBezTo>
                  <a:pt x="198393" y="497765"/>
                  <a:pt x="199940" y="500418"/>
                  <a:pt x="201488" y="503071"/>
                </a:cubicBezTo>
                <a:cubicBezTo>
                  <a:pt x="204435" y="503071"/>
                  <a:pt x="207457" y="503071"/>
                  <a:pt x="210478" y="503071"/>
                </a:cubicBezTo>
                <a:cubicBezTo>
                  <a:pt x="211878" y="500492"/>
                  <a:pt x="213352" y="497839"/>
                  <a:pt x="214825" y="495112"/>
                </a:cubicBezTo>
                <a:close/>
                <a:moveTo>
                  <a:pt x="198393" y="485459"/>
                </a:moveTo>
                <a:cubicBezTo>
                  <a:pt x="196845" y="482806"/>
                  <a:pt x="195298" y="480154"/>
                  <a:pt x="193751" y="477501"/>
                </a:cubicBezTo>
                <a:cubicBezTo>
                  <a:pt x="190729" y="477501"/>
                  <a:pt x="187782" y="477501"/>
                  <a:pt x="184761" y="477501"/>
                </a:cubicBezTo>
                <a:cubicBezTo>
                  <a:pt x="183287" y="480154"/>
                  <a:pt x="181887" y="482806"/>
                  <a:pt x="180413" y="485459"/>
                </a:cubicBezTo>
                <a:cubicBezTo>
                  <a:pt x="181960" y="488112"/>
                  <a:pt x="183508" y="490765"/>
                  <a:pt x="185055" y="493418"/>
                </a:cubicBezTo>
                <a:cubicBezTo>
                  <a:pt x="188003" y="493418"/>
                  <a:pt x="191024" y="493418"/>
                  <a:pt x="194045" y="493418"/>
                </a:cubicBezTo>
                <a:cubicBezTo>
                  <a:pt x="195519" y="490838"/>
                  <a:pt x="196993" y="488186"/>
                  <a:pt x="198393" y="485459"/>
                </a:cubicBezTo>
                <a:close/>
                <a:moveTo>
                  <a:pt x="177760" y="487154"/>
                </a:moveTo>
                <a:cubicBezTo>
                  <a:pt x="174739" y="487154"/>
                  <a:pt x="171791" y="487154"/>
                  <a:pt x="168844" y="487154"/>
                </a:cubicBezTo>
                <a:cubicBezTo>
                  <a:pt x="167370" y="489807"/>
                  <a:pt x="165970" y="492460"/>
                  <a:pt x="164496" y="495112"/>
                </a:cubicBezTo>
                <a:cubicBezTo>
                  <a:pt x="166044" y="497765"/>
                  <a:pt x="167591" y="500418"/>
                  <a:pt x="169139" y="503071"/>
                </a:cubicBezTo>
                <a:cubicBezTo>
                  <a:pt x="172086" y="503071"/>
                  <a:pt x="175107" y="503071"/>
                  <a:pt x="178055" y="503071"/>
                </a:cubicBezTo>
                <a:cubicBezTo>
                  <a:pt x="179529" y="500418"/>
                  <a:pt x="180929" y="497765"/>
                  <a:pt x="182403" y="495112"/>
                </a:cubicBezTo>
                <a:cubicBezTo>
                  <a:pt x="180855" y="492460"/>
                  <a:pt x="179308" y="489807"/>
                  <a:pt x="177760" y="487154"/>
                </a:cubicBezTo>
                <a:close/>
                <a:moveTo>
                  <a:pt x="166044" y="485459"/>
                </a:moveTo>
                <a:cubicBezTo>
                  <a:pt x="164496" y="482806"/>
                  <a:pt x="162949" y="480154"/>
                  <a:pt x="161401" y="477501"/>
                </a:cubicBezTo>
                <a:cubicBezTo>
                  <a:pt x="158454" y="477501"/>
                  <a:pt x="155433" y="477501"/>
                  <a:pt x="152485" y="477501"/>
                </a:cubicBezTo>
                <a:cubicBezTo>
                  <a:pt x="151085" y="480154"/>
                  <a:pt x="149611" y="482806"/>
                  <a:pt x="148211" y="485459"/>
                </a:cubicBezTo>
                <a:cubicBezTo>
                  <a:pt x="149759" y="488112"/>
                  <a:pt x="151306" y="490765"/>
                  <a:pt x="152854" y="493418"/>
                </a:cubicBezTo>
                <a:cubicBezTo>
                  <a:pt x="155801" y="493418"/>
                  <a:pt x="158822" y="493418"/>
                  <a:pt x="161770" y="493418"/>
                </a:cubicBezTo>
                <a:cubicBezTo>
                  <a:pt x="163170" y="490838"/>
                  <a:pt x="164570" y="488112"/>
                  <a:pt x="166044" y="485459"/>
                </a:cubicBezTo>
                <a:close/>
                <a:moveTo>
                  <a:pt x="149685" y="475732"/>
                </a:moveTo>
                <a:lnTo>
                  <a:pt x="131852" y="475732"/>
                </a:lnTo>
                <a:cubicBezTo>
                  <a:pt x="133400" y="478459"/>
                  <a:pt x="134947" y="481112"/>
                  <a:pt x="136495" y="483764"/>
                </a:cubicBezTo>
                <a:cubicBezTo>
                  <a:pt x="139442" y="483764"/>
                  <a:pt x="142390" y="483764"/>
                  <a:pt x="145411" y="483764"/>
                </a:cubicBezTo>
                <a:cubicBezTo>
                  <a:pt x="146811" y="481112"/>
                  <a:pt x="148285" y="478459"/>
                  <a:pt x="149685" y="475732"/>
                </a:cubicBezTo>
                <a:close/>
                <a:moveTo>
                  <a:pt x="117631" y="475732"/>
                </a:moveTo>
                <a:lnTo>
                  <a:pt x="99945" y="475732"/>
                </a:lnTo>
                <a:cubicBezTo>
                  <a:pt x="101493" y="478385"/>
                  <a:pt x="102967" y="481112"/>
                  <a:pt x="104440" y="483764"/>
                </a:cubicBezTo>
                <a:cubicBezTo>
                  <a:pt x="107388" y="483764"/>
                  <a:pt x="110335" y="483764"/>
                  <a:pt x="113283" y="483764"/>
                </a:cubicBezTo>
                <a:cubicBezTo>
                  <a:pt x="114757" y="481112"/>
                  <a:pt x="116230" y="478459"/>
                  <a:pt x="117631" y="475732"/>
                </a:cubicBezTo>
                <a:close/>
                <a:moveTo>
                  <a:pt x="88597" y="477427"/>
                </a:moveTo>
                <a:cubicBezTo>
                  <a:pt x="87124" y="480080"/>
                  <a:pt x="85723" y="482733"/>
                  <a:pt x="84323" y="485386"/>
                </a:cubicBezTo>
                <a:cubicBezTo>
                  <a:pt x="85797" y="488038"/>
                  <a:pt x="87271" y="490691"/>
                  <a:pt x="88745" y="493418"/>
                </a:cubicBezTo>
                <a:cubicBezTo>
                  <a:pt x="91692" y="493418"/>
                  <a:pt x="94566" y="493418"/>
                  <a:pt x="97514" y="493418"/>
                </a:cubicBezTo>
                <a:cubicBezTo>
                  <a:pt x="98914" y="490765"/>
                  <a:pt x="100387" y="488112"/>
                  <a:pt x="101861" y="485459"/>
                </a:cubicBezTo>
                <a:cubicBezTo>
                  <a:pt x="100387" y="482806"/>
                  <a:pt x="98840" y="480154"/>
                  <a:pt x="97366" y="477427"/>
                </a:cubicBezTo>
                <a:cubicBezTo>
                  <a:pt x="94419" y="477427"/>
                  <a:pt x="91471" y="477427"/>
                  <a:pt x="88597" y="477427"/>
                </a:cubicBezTo>
                <a:close/>
                <a:moveTo>
                  <a:pt x="81597" y="487080"/>
                </a:moveTo>
                <a:cubicBezTo>
                  <a:pt x="78649" y="487080"/>
                  <a:pt x="75776" y="487080"/>
                  <a:pt x="72902" y="487080"/>
                </a:cubicBezTo>
                <a:cubicBezTo>
                  <a:pt x="71428" y="489733"/>
                  <a:pt x="69954" y="492386"/>
                  <a:pt x="68480" y="495039"/>
                </a:cubicBezTo>
                <a:cubicBezTo>
                  <a:pt x="69954" y="497691"/>
                  <a:pt x="71354" y="500344"/>
                  <a:pt x="72828" y="503071"/>
                </a:cubicBezTo>
                <a:cubicBezTo>
                  <a:pt x="75776" y="503071"/>
                  <a:pt x="78649" y="503071"/>
                  <a:pt x="81597" y="503071"/>
                </a:cubicBezTo>
                <a:cubicBezTo>
                  <a:pt x="83071" y="500418"/>
                  <a:pt x="84544" y="497765"/>
                  <a:pt x="86018" y="495112"/>
                </a:cubicBezTo>
                <a:cubicBezTo>
                  <a:pt x="84544" y="492386"/>
                  <a:pt x="83071" y="489733"/>
                  <a:pt x="81597" y="487080"/>
                </a:cubicBezTo>
                <a:close/>
                <a:moveTo>
                  <a:pt x="70396" y="485386"/>
                </a:moveTo>
                <a:cubicBezTo>
                  <a:pt x="68996" y="482733"/>
                  <a:pt x="67522" y="480080"/>
                  <a:pt x="66122" y="477353"/>
                </a:cubicBezTo>
                <a:cubicBezTo>
                  <a:pt x="63248" y="477353"/>
                  <a:pt x="60375" y="477353"/>
                  <a:pt x="57501" y="477353"/>
                </a:cubicBezTo>
                <a:cubicBezTo>
                  <a:pt x="56027" y="480006"/>
                  <a:pt x="54553" y="482659"/>
                  <a:pt x="53080" y="485312"/>
                </a:cubicBezTo>
                <a:cubicBezTo>
                  <a:pt x="54480" y="487965"/>
                  <a:pt x="55880" y="490617"/>
                  <a:pt x="57280" y="493344"/>
                </a:cubicBezTo>
                <a:cubicBezTo>
                  <a:pt x="60154" y="493344"/>
                  <a:pt x="63101" y="493344"/>
                  <a:pt x="65975" y="493344"/>
                </a:cubicBezTo>
                <a:cubicBezTo>
                  <a:pt x="67449" y="490765"/>
                  <a:pt x="68923" y="488038"/>
                  <a:pt x="70396" y="485386"/>
                </a:cubicBezTo>
                <a:close/>
                <a:moveTo>
                  <a:pt x="57132" y="496660"/>
                </a:moveTo>
                <a:cubicBezTo>
                  <a:pt x="55585" y="499313"/>
                  <a:pt x="54111" y="501965"/>
                  <a:pt x="52564" y="504618"/>
                </a:cubicBezTo>
                <a:cubicBezTo>
                  <a:pt x="53964" y="507271"/>
                  <a:pt x="55290" y="509924"/>
                  <a:pt x="56690" y="512650"/>
                </a:cubicBezTo>
                <a:cubicBezTo>
                  <a:pt x="59638" y="512650"/>
                  <a:pt x="62585" y="512650"/>
                  <a:pt x="65533" y="512650"/>
                </a:cubicBezTo>
                <a:cubicBezTo>
                  <a:pt x="67080" y="509997"/>
                  <a:pt x="68628" y="507345"/>
                  <a:pt x="70102" y="504692"/>
                </a:cubicBezTo>
                <a:cubicBezTo>
                  <a:pt x="68701" y="502039"/>
                  <a:pt x="67301" y="499386"/>
                  <a:pt x="65828" y="496660"/>
                </a:cubicBezTo>
                <a:cubicBezTo>
                  <a:pt x="62954" y="496660"/>
                  <a:pt x="60080" y="496660"/>
                  <a:pt x="57132" y="496660"/>
                </a:cubicBezTo>
                <a:close/>
                <a:moveTo>
                  <a:pt x="64796" y="531957"/>
                </a:moveTo>
                <a:cubicBezTo>
                  <a:pt x="66417" y="529304"/>
                  <a:pt x="68038" y="526651"/>
                  <a:pt x="69659" y="523998"/>
                </a:cubicBezTo>
                <a:cubicBezTo>
                  <a:pt x="68259" y="521345"/>
                  <a:pt x="66859" y="518693"/>
                  <a:pt x="65459" y="516040"/>
                </a:cubicBezTo>
                <a:cubicBezTo>
                  <a:pt x="62512" y="516040"/>
                  <a:pt x="59638" y="516040"/>
                  <a:pt x="56690" y="516040"/>
                </a:cubicBezTo>
                <a:cubicBezTo>
                  <a:pt x="56395" y="516556"/>
                  <a:pt x="55880" y="517366"/>
                  <a:pt x="55585" y="517956"/>
                </a:cubicBezTo>
                <a:cubicBezTo>
                  <a:pt x="57796" y="522672"/>
                  <a:pt x="60154" y="527388"/>
                  <a:pt x="62512" y="532030"/>
                </a:cubicBezTo>
                <a:cubicBezTo>
                  <a:pt x="62512" y="531957"/>
                  <a:pt x="64206" y="531957"/>
                  <a:pt x="64796" y="531957"/>
                </a:cubicBezTo>
                <a:close/>
                <a:moveTo>
                  <a:pt x="88524" y="531957"/>
                </a:moveTo>
                <a:cubicBezTo>
                  <a:pt x="91545" y="531957"/>
                  <a:pt x="94492" y="531957"/>
                  <a:pt x="97514" y="531957"/>
                </a:cubicBezTo>
                <a:cubicBezTo>
                  <a:pt x="99061" y="529304"/>
                  <a:pt x="100535" y="526651"/>
                  <a:pt x="102082" y="523998"/>
                </a:cubicBezTo>
                <a:cubicBezTo>
                  <a:pt x="100608" y="521345"/>
                  <a:pt x="99135" y="518693"/>
                  <a:pt x="97661" y="516040"/>
                </a:cubicBezTo>
                <a:cubicBezTo>
                  <a:pt x="94713" y="516040"/>
                  <a:pt x="91692" y="516040"/>
                  <a:pt x="88745" y="516040"/>
                </a:cubicBezTo>
                <a:cubicBezTo>
                  <a:pt x="87197" y="518693"/>
                  <a:pt x="85723" y="521345"/>
                  <a:pt x="84176" y="523998"/>
                </a:cubicBezTo>
                <a:cubicBezTo>
                  <a:pt x="85576" y="526651"/>
                  <a:pt x="87050" y="529304"/>
                  <a:pt x="88524" y="531957"/>
                </a:cubicBezTo>
                <a:close/>
                <a:moveTo>
                  <a:pt x="100240" y="533651"/>
                </a:moveTo>
                <a:cubicBezTo>
                  <a:pt x="101714" y="536304"/>
                  <a:pt x="103188" y="538957"/>
                  <a:pt x="104661" y="541610"/>
                </a:cubicBezTo>
                <a:cubicBezTo>
                  <a:pt x="107683" y="541610"/>
                  <a:pt x="110704" y="541610"/>
                  <a:pt x="113725" y="541610"/>
                </a:cubicBezTo>
                <a:cubicBezTo>
                  <a:pt x="115272" y="538957"/>
                  <a:pt x="116746" y="536304"/>
                  <a:pt x="118294" y="533651"/>
                </a:cubicBezTo>
                <a:cubicBezTo>
                  <a:pt x="116820" y="530999"/>
                  <a:pt x="115272" y="528346"/>
                  <a:pt x="113799" y="525693"/>
                </a:cubicBezTo>
                <a:cubicBezTo>
                  <a:pt x="110777" y="525693"/>
                  <a:pt x="107830" y="525693"/>
                  <a:pt x="104882" y="525693"/>
                </a:cubicBezTo>
                <a:cubicBezTo>
                  <a:pt x="103261" y="528272"/>
                  <a:pt x="101788" y="530999"/>
                  <a:pt x="100240" y="533651"/>
                </a:cubicBezTo>
                <a:close/>
                <a:moveTo>
                  <a:pt x="167002" y="543378"/>
                </a:moveTo>
                <a:cubicBezTo>
                  <a:pt x="165454" y="540726"/>
                  <a:pt x="163907" y="537999"/>
                  <a:pt x="162359" y="535346"/>
                </a:cubicBezTo>
                <a:cubicBezTo>
                  <a:pt x="159338" y="535346"/>
                  <a:pt x="156391" y="535346"/>
                  <a:pt x="153369" y="535346"/>
                </a:cubicBezTo>
                <a:cubicBezTo>
                  <a:pt x="151896" y="537999"/>
                  <a:pt x="150422" y="540726"/>
                  <a:pt x="148948" y="543378"/>
                </a:cubicBezTo>
                <a:lnTo>
                  <a:pt x="167002" y="543378"/>
                </a:lnTo>
                <a:close/>
                <a:moveTo>
                  <a:pt x="134505" y="543305"/>
                </a:moveTo>
                <a:cubicBezTo>
                  <a:pt x="132958" y="540652"/>
                  <a:pt x="131484" y="537925"/>
                  <a:pt x="129936" y="535273"/>
                </a:cubicBezTo>
                <a:cubicBezTo>
                  <a:pt x="126915" y="535273"/>
                  <a:pt x="123968" y="535273"/>
                  <a:pt x="120946" y="535273"/>
                </a:cubicBezTo>
                <a:cubicBezTo>
                  <a:pt x="119399" y="537925"/>
                  <a:pt x="117925" y="540652"/>
                  <a:pt x="116378" y="543305"/>
                </a:cubicBezTo>
                <a:lnTo>
                  <a:pt x="134505" y="543305"/>
                </a:lnTo>
                <a:close/>
                <a:moveTo>
                  <a:pt x="160738" y="627088"/>
                </a:moveTo>
                <a:cubicBezTo>
                  <a:pt x="162433" y="630036"/>
                  <a:pt x="164054" y="632910"/>
                  <a:pt x="165749" y="635784"/>
                </a:cubicBezTo>
                <a:cubicBezTo>
                  <a:pt x="168844" y="635784"/>
                  <a:pt x="171939" y="635784"/>
                  <a:pt x="175034" y="635784"/>
                </a:cubicBezTo>
                <a:cubicBezTo>
                  <a:pt x="176655" y="632910"/>
                  <a:pt x="178276" y="629962"/>
                  <a:pt x="179897" y="627088"/>
                </a:cubicBezTo>
                <a:lnTo>
                  <a:pt x="160738" y="627088"/>
                </a:lnTo>
                <a:close/>
                <a:moveTo>
                  <a:pt x="148874" y="629299"/>
                </a:moveTo>
                <a:cubicBezTo>
                  <a:pt x="147327" y="632025"/>
                  <a:pt x="145779" y="634752"/>
                  <a:pt x="144306" y="637478"/>
                </a:cubicBezTo>
                <a:cubicBezTo>
                  <a:pt x="145853" y="640205"/>
                  <a:pt x="147401" y="642931"/>
                  <a:pt x="149022" y="645658"/>
                </a:cubicBezTo>
                <a:cubicBezTo>
                  <a:pt x="152117" y="645658"/>
                  <a:pt x="155212" y="645658"/>
                  <a:pt x="158306" y="645658"/>
                </a:cubicBezTo>
                <a:cubicBezTo>
                  <a:pt x="159854" y="642931"/>
                  <a:pt x="161328" y="640205"/>
                  <a:pt x="162875" y="637478"/>
                </a:cubicBezTo>
                <a:cubicBezTo>
                  <a:pt x="161328" y="634752"/>
                  <a:pt x="159780" y="632025"/>
                  <a:pt x="158159" y="629299"/>
                </a:cubicBezTo>
                <a:cubicBezTo>
                  <a:pt x="155064" y="629299"/>
                  <a:pt x="151969" y="629299"/>
                  <a:pt x="148874" y="629299"/>
                </a:cubicBezTo>
                <a:close/>
                <a:moveTo>
                  <a:pt x="162138" y="658627"/>
                </a:moveTo>
                <a:cubicBezTo>
                  <a:pt x="162359" y="658185"/>
                  <a:pt x="162728" y="657595"/>
                  <a:pt x="162949" y="657153"/>
                </a:cubicBezTo>
                <a:cubicBezTo>
                  <a:pt x="161401" y="654427"/>
                  <a:pt x="159854" y="651700"/>
                  <a:pt x="158233" y="648974"/>
                </a:cubicBezTo>
                <a:cubicBezTo>
                  <a:pt x="156170" y="648974"/>
                  <a:pt x="151232" y="648974"/>
                  <a:pt x="151232" y="648974"/>
                </a:cubicBezTo>
                <a:cubicBezTo>
                  <a:pt x="154843" y="652290"/>
                  <a:pt x="158454" y="655532"/>
                  <a:pt x="162138" y="658627"/>
                </a:cubicBezTo>
                <a:close/>
                <a:moveTo>
                  <a:pt x="179750" y="667027"/>
                </a:moveTo>
                <a:cubicBezTo>
                  <a:pt x="178202" y="664301"/>
                  <a:pt x="176655" y="661574"/>
                  <a:pt x="175034" y="658848"/>
                </a:cubicBezTo>
                <a:cubicBezTo>
                  <a:pt x="171939" y="658848"/>
                  <a:pt x="168844" y="658848"/>
                  <a:pt x="165749" y="658848"/>
                </a:cubicBezTo>
                <a:cubicBezTo>
                  <a:pt x="165454" y="659438"/>
                  <a:pt x="164938" y="660248"/>
                  <a:pt x="164644" y="660838"/>
                </a:cubicBezTo>
                <a:cubicBezTo>
                  <a:pt x="168844" y="664375"/>
                  <a:pt x="173044" y="667838"/>
                  <a:pt x="177392" y="671154"/>
                </a:cubicBezTo>
                <a:cubicBezTo>
                  <a:pt x="178202" y="669901"/>
                  <a:pt x="179013" y="668354"/>
                  <a:pt x="179750" y="667027"/>
                </a:cubicBezTo>
                <a:close/>
                <a:moveTo>
                  <a:pt x="193235" y="682870"/>
                </a:moveTo>
                <a:cubicBezTo>
                  <a:pt x="194340" y="680955"/>
                  <a:pt x="195519" y="678818"/>
                  <a:pt x="196624" y="676902"/>
                </a:cubicBezTo>
                <a:cubicBezTo>
                  <a:pt x="195077" y="674175"/>
                  <a:pt x="193530" y="671449"/>
                  <a:pt x="191982" y="668722"/>
                </a:cubicBezTo>
                <a:cubicBezTo>
                  <a:pt x="188887" y="668722"/>
                  <a:pt x="185792" y="668722"/>
                  <a:pt x="182697" y="668722"/>
                </a:cubicBezTo>
                <a:cubicBezTo>
                  <a:pt x="181887" y="670122"/>
                  <a:pt x="180118" y="673217"/>
                  <a:pt x="180118" y="673217"/>
                </a:cubicBezTo>
                <a:cubicBezTo>
                  <a:pt x="184392" y="676533"/>
                  <a:pt x="188813" y="679776"/>
                  <a:pt x="193235" y="682870"/>
                </a:cubicBezTo>
                <a:close/>
                <a:moveTo>
                  <a:pt x="195961" y="684786"/>
                </a:moveTo>
                <a:cubicBezTo>
                  <a:pt x="200383" y="687881"/>
                  <a:pt x="204951" y="690829"/>
                  <a:pt x="209520" y="693703"/>
                </a:cubicBezTo>
                <a:cubicBezTo>
                  <a:pt x="210773" y="691492"/>
                  <a:pt x="212173" y="688987"/>
                  <a:pt x="213425" y="686776"/>
                </a:cubicBezTo>
                <a:cubicBezTo>
                  <a:pt x="211878" y="684049"/>
                  <a:pt x="210330" y="681323"/>
                  <a:pt x="208783" y="678597"/>
                </a:cubicBezTo>
                <a:cubicBezTo>
                  <a:pt x="205688" y="678597"/>
                  <a:pt x="202593" y="678597"/>
                  <a:pt x="199498" y="678597"/>
                </a:cubicBezTo>
                <a:lnTo>
                  <a:pt x="195961" y="684786"/>
                </a:lnTo>
                <a:close/>
                <a:moveTo>
                  <a:pt x="212320" y="695397"/>
                </a:moveTo>
                <a:cubicBezTo>
                  <a:pt x="217331" y="698492"/>
                  <a:pt x="226689" y="703872"/>
                  <a:pt x="226247" y="703577"/>
                </a:cubicBezTo>
                <a:cubicBezTo>
                  <a:pt x="227500" y="701293"/>
                  <a:pt x="228900" y="698787"/>
                  <a:pt x="230226" y="696576"/>
                </a:cubicBezTo>
                <a:cubicBezTo>
                  <a:pt x="228679" y="693850"/>
                  <a:pt x="227131" y="691124"/>
                  <a:pt x="225584" y="688397"/>
                </a:cubicBezTo>
                <a:cubicBezTo>
                  <a:pt x="222489" y="688397"/>
                  <a:pt x="219394" y="688397"/>
                  <a:pt x="216299" y="688397"/>
                </a:cubicBezTo>
                <a:cubicBezTo>
                  <a:pt x="214973" y="690681"/>
                  <a:pt x="213573" y="693187"/>
                  <a:pt x="212320" y="695397"/>
                </a:cubicBezTo>
                <a:close/>
                <a:moveTo>
                  <a:pt x="229195" y="705198"/>
                </a:moveTo>
                <a:cubicBezTo>
                  <a:pt x="233984" y="707851"/>
                  <a:pt x="243638" y="712714"/>
                  <a:pt x="243490" y="712714"/>
                </a:cubicBezTo>
                <a:cubicBezTo>
                  <a:pt x="244596" y="710725"/>
                  <a:pt x="245922" y="708440"/>
                  <a:pt x="247027" y="706451"/>
                </a:cubicBezTo>
                <a:cubicBezTo>
                  <a:pt x="245480" y="703724"/>
                  <a:pt x="243932" y="700998"/>
                  <a:pt x="242385" y="698271"/>
                </a:cubicBezTo>
                <a:cubicBezTo>
                  <a:pt x="239290" y="698271"/>
                  <a:pt x="236195" y="698271"/>
                  <a:pt x="233100" y="698271"/>
                </a:cubicBezTo>
                <a:cubicBezTo>
                  <a:pt x="231847" y="700482"/>
                  <a:pt x="230447" y="702987"/>
                  <a:pt x="229195" y="705198"/>
                </a:cubicBezTo>
                <a:close/>
                <a:moveTo>
                  <a:pt x="246511" y="714188"/>
                </a:moveTo>
                <a:cubicBezTo>
                  <a:pt x="251375" y="716546"/>
                  <a:pt x="256238" y="718757"/>
                  <a:pt x="261249" y="720967"/>
                </a:cubicBezTo>
                <a:cubicBezTo>
                  <a:pt x="262060" y="719494"/>
                  <a:pt x="263018" y="717799"/>
                  <a:pt x="263902" y="716325"/>
                </a:cubicBezTo>
                <a:cubicBezTo>
                  <a:pt x="262354" y="713599"/>
                  <a:pt x="260807" y="710872"/>
                  <a:pt x="259260" y="708146"/>
                </a:cubicBezTo>
                <a:cubicBezTo>
                  <a:pt x="256165" y="708146"/>
                  <a:pt x="253070" y="708146"/>
                  <a:pt x="249975" y="708146"/>
                </a:cubicBezTo>
                <a:cubicBezTo>
                  <a:pt x="248796" y="710061"/>
                  <a:pt x="247617" y="712272"/>
                  <a:pt x="246511" y="714188"/>
                </a:cubicBezTo>
                <a:close/>
                <a:moveTo>
                  <a:pt x="263755" y="696576"/>
                </a:moveTo>
                <a:cubicBezTo>
                  <a:pt x="262207" y="693850"/>
                  <a:pt x="260660" y="691124"/>
                  <a:pt x="259112" y="688397"/>
                </a:cubicBezTo>
                <a:cubicBezTo>
                  <a:pt x="256017" y="688397"/>
                  <a:pt x="252922" y="688397"/>
                  <a:pt x="249827" y="688397"/>
                </a:cubicBezTo>
                <a:cubicBezTo>
                  <a:pt x="248280" y="691124"/>
                  <a:pt x="246732" y="693850"/>
                  <a:pt x="245259" y="696576"/>
                </a:cubicBezTo>
                <a:cubicBezTo>
                  <a:pt x="246806" y="699303"/>
                  <a:pt x="248354" y="702029"/>
                  <a:pt x="249901" y="704756"/>
                </a:cubicBezTo>
                <a:cubicBezTo>
                  <a:pt x="252996" y="704756"/>
                  <a:pt x="256091" y="704756"/>
                  <a:pt x="259186" y="704756"/>
                </a:cubicBezTo>
                <a:cubicBezTo>
                  <a:pt x="260660" y="702029"/>
                  <a:pt x="262207" y="699303"/>
                  <a:pt x="263755" y="696576"/>
                </a:cubicBezTo>
                <a:close/>
                <a:moveTo>
                  <a:pt x="263681" y="676902"/>
                </a:moveTo>
                <a:cubicBezTo>
                  <a:pt x="262133" y="674175"/>
                  <a:pt x="260586" y="671449"/>
                  <a:pt x="259038" y="668722"/>
                </a:cubicBezTo>
                <a:cubicBezTo>
                  <a:pt x="255944" y="668722"/>
                  <a:pt x="252849" y="668722"/>
                  <a:pt x="249754" y="668722"/>
                </a:cubicBezTo>
                <a:cubicBezTo>
                  <a:pt x="248206" y="671449"/>
                  <a:pt x="246659" y="674175"/>
                  <a:pt x="245185" y="676902"/>
                </a:cubicBezTo>
                <a:cubicBezTo>
                  <a:pt x="246732" y="679628"/>
                  <a:pt x="248280" y="682355"/>
                  <a:pt x="249827" y="685081"/>
                </a:cubicBezTo>
                <a:cubicBezTo>
                  <a:pt x="252922" y="685081"/>
                  <a:pt x="256017" y="685081"/>
                  <a:pt x="259112" y="685081"/>
                </a:cubicBezTo>
                <a:cubicBezTo>
                  <a:pt x="260586" y="682355"/>
                  <a:pt x="262133" y="679628"/>
                  <a:pt x="263681" y="676902"/>
                </a:cubicBezTo>
                <a:close/>
                <a:moveTo>
                  <a:pt x="263533" y="657227"/>
                </a:moveTo>
                <a:cubicBezTo>
                  <a:pt x="261986" y="654500"/>
                  <a:pt x="260439" y="651774"/>
                  <a:pt x="258891" y="649047"/>
                </a:cubicBezTo>
                <a:cubicBezTo>
                  <a:pt x="255796" y="649047"/>
                  <a:pt x="252701" y="649047"/>
                  <a:pt x="249606" y="649047"/>
                </a:cubicBezTo>
                <a:cubicBezTo>
                  <a:pt x="248059" y="651774"/>
                  <a:pt x="246511" y="654500"/>
                  <a:pt x="245038" y="657227"/>
                </a:cubicBezTo>
                <a:cubicBezTo>
                  <a:pt x="246585" y="659953"/>
                  <a:pt x="248133" y="662680"/>
                  <a:pt x="249680" y="665406"/>
                </a:cubicBezTo>
                <a:cubicBezTo>
                  <a:pt x="252775" y="665406"/>
                  <a:pt x="255870" y="665406"/>
                  <a:pt x="258965" y="665406"/>
                </a:cubicBezTo>
                <a:cubicBezTo>
                  <a:pt x="260512" y="662680"/>
                  <a:pt x="262060" y="659953"/>
                  <a:pt x="263533" y="657227"/>
                </a:cubicBezTo>
                <a:close/>
                <a:moveTo>
                  <a:pt x="263460" y="637478"/>
                </a:moveTo>
                <a:cubicBezTo>
                  <a:pt x="261912" y="634752"/>
                  <a:pt x="260365" y="632025"/>
                  <a:pt x="258744" y="629299"/>
                </a:cubicBezTo>
                <a:cubicBezTo>
                  <a:pt x="255649" y="629299"/>
                  <a:pt x="252554" y="629299"/>
                  <a:pt x="249459" y="629299"/>
                </a:cubicBezTo>
                <a:cubicBezTo>
                  <a:pt x="247912" y="632025"/>
                  <a:pt x="246438" y="634752"/>
                  <a:pt x="244890" y="637478"/>
                </a:cubicBezTo>
                <a:cubicBezTo>
                  <a:pt x="246438" y="640205"/>
                  <a:pt x="247985" y="642931"/>
                  <a:pt x="249606" y="645658"/>
                </a:cubicBezTo>
                <a:cubicBezTo>
                  <a:pt x="252701" y="645658"/>
                  <a:pt x="255796" y="645658"/>
                  <a:pt x="258891" y="645658"/>
                </a:cubicBezTo>
                <a:cubicBezTo>
                  <a:pt x="260365" y="642931"/>
                  <a:pt x="261912" y="640205"/>
                  <a:pt x="263460" y="637478"/>
                </a:cubicBezTo>
                <a:close/>
                <a:moveTo>
                  <a:pt x="227795" y="627088"/>
                </a:moveTo>
                <a:cubicBezTo>
                  <a:pt x="229489" y="630036"/>
                  <a:pt x="231111" y="632910"/>
                  <a:pt x="232805" y="635784"/>
                </a:cubicBezTo>
                <a:cubicBezTo>
                  <a:pt x="235900" y="635784"/>
                  <a:pt x="238995" y="635784"/>
                  <a:pt x="242090" y="635784"/>
                </a:cubicBezTo>
                <a:cubicBezTo>
                  <a:pt x="243711" y="632910"/>
                  <a:pt x="245332" y="629962"/>
                  <a:pt x="246954" y="627088"/>
                </a:cubicBezTo>
                <a:lnTo>
                  <a:pt x="227795" y="627088"/>
                </a:lnTo>
                <a:close/>
                <a:moveTo>
                  <a:pt x="263828" y="543378"/>
                </a:moveTo>
                <a:cubicBezTo>
                  <a:pt x="262354" y="540726"/>
                  <a:pt x="260807" y="537999"/>
                  <a:pt x="259333" y="535346"/>
                </a:cubicBezTo>
                <a:cubicBezTo>
                  <a:pt x="256386" y="535346"/>
                  <a:pt x="253364" y="535346"/>
                  <a:pt x="250417" y="535346"/>
                </a:cubicBezTo>
                <a:cubicBezTo>
                  <a:pt x="248943" y="537999"/>
                  <a:pt x="247469" y="540726"/>
                  <a:pt x="245996" y="543378"/>
                </a:cubicBezTo>
                <a:lnTo>
                  <a:pt x="263828" y="543378"/>
                </a:lnTo>
                <a:close/>
                <a:moveTo>
                  <a:pt x="263755" y="524072"/>
                </a:moveTo>
                <a:cubicBezTo>
                  <a:pt x="262281" y="521419"/>
                  <a:pt x="260733" y="518766"/>
                  <a:pt x="259260" y="516114"/>
                </a:cubicBezTo>
                <a:cubicBezTo>
                  <a:pt x="256238" y="516114"/>
                  <a:pt x="253291" y="516114"/>
                  <a:pt x="250270" y="516114"/>
                </a:cubicBezTo>
                <a:cubicBezTo>
                  <a:pt x="248796" y="518766"/>
                  <a:pt x="247322" y="521419"/>
                  <a:pt x="245848" y="524072"/>
                </a:cubicBezTo>
                <a:cubicBezTo>
                  <a:pt x="247396" y="526725"/>
                  <a:pt x="248869" y="529378"/>
                  <a:pt x="250343" y="532030"/>
                </a:cubicBezTo>
                <a:cubicBezTo>
                  <a:pt x="253291" y="532030"/>
                  <a:pt x="256312" y="532030"/>
                  <a:pt x="259260" y="532030"/>
                </a:cubicBezTo>
                <a:cubicBezTo>
                  <a:pt x="260807" y="529378"/>
                  <a:pt x="262281" y="526725"/>
                  <a:pt x="263755" y="524072"/>
                </a:cubicBezTo>
                <a:close/>
                <a:moveTo>
                  <a:pt x="247469" y="501597"/>
                </a:moveTo>
                <a:cubicBezTo>
                  <a:pt x="246880" y="502629"/>
                  <a:pt x="246290" y="503734"/>
                  <a:pt x="245701" y="504766"/>
                </a:cubicBezTo>
                <a:cubicBezTo>
                  <a:pt x="247248" y="507418"/>
                  <a:pt x="248722" y="510071"/>
                  <a:pt x="250270" y="512724"/>
                </a:cubicBezTo>
                <a:cubicBezTo>
                  <a:pt x="253291" y="512724"/>
                  <a:pt x="256238" y="512724"/>
                  <a:pt x="259260" y="512724"/>
                </a:cubicBezTo>
                <a:cubicBezTo>
                  <a:pt x="260733" y="509997"/>
                  <a:pt x="263755" y="504618"/>
                  <a:pt x="263755" y="504618"/>
                </a:cubicBezTo>
                <a:cubicBezTo>
                  <a:pt x="258154" y="504102"/>
                  <a:pt x="252775" y="503071"/>
                  <a:pt x="247469" y="501597"/>
                </a:cubicBezTo>
                <a:close/>
                <a:moveTo>
                  <a:pt x="244301" y="500713"/>
                </a:moveTo>
                <a:cubicBezTo>
                  <a:pt x="239216" y="499165"/>
                  <a:pt x="234279" y="497176"/>
                  <a:pt x="229563" y="494891"/>
                </a:cubicBezTo>
                <a:lnTo>
                  <a:pt x="229416" y="495186"/>
                </a:lnTo>
                <a:cubicBezTo>
                  <a:pt x="230963" y="497839"/>
                  <a:pt x="232437" y="500492"/>
                  <a:pt x="233984" y="503144"/>
                </a:cubicBezTo>
                <a:cubicBezTo>
                  <a:pt x="237006" y="503144"/>
                  <a:pt x="239953" y="503144"/>
                  <a:pt x="242974" y="503144"/>
                </a:cubicBezTo>
                <a:cubicBezTo>
                  <a:pt x="243343" y="502334"/>
                  <a:pt x="243859" y="501523"/>
                  <a:pt x="244301" y="500713"/>
                </a:cubicBezTo>
                <a:close/>
                <a:moveTo>
                  <a:pt x="226616" y="493418"/>
                </a:moveTo>
                <a:cubicBezTo>
                  <a:pt x="221973" y="490986"/>
                  <a:pt x="217478" y="488186"/>
                  <a:pt x="213278" y="485017"/>
                </a:cubicBezTo>
                <a:cubicBezTo>
                  <a:pt x="213204" y="485164"/>
                  <a:pt x="213131" y="485386"/>
                  <a:pt x="212983" y="485533"/>
                </a:cubicBezTo>
                <a:cubicBezTo>
                  <a:pt x="214531" y="488186"/>
                  <a:pt x="216078" y="490838"/>
                  <a:pt x="217626" y="493491"/>
                </a:cubicBezTo>
                <a:cubicBezTo>
                  <a:pt x="220647" y="493491"/>
                  <a:pt x="223594" y="493491"/>
                  <a:pt x="226616" y="493491"/>
                </a:cubicBezTo>
                <a:cubicBezTo>
                  <a:pt x="226616" y="493491"/>
                  <a:pt x="226616" y="493418"/>
                  <a:pt x="226616" y="493418"/>
                </a:cubicBezTo>
                <a:close/>
                <a:moveTo>
                  <a:pt x="210625" y="483027"/>
                </a:moveTo>
                <a:cubicBezTo>
                  <a:pt x="207751" y="480743"/>
                  <a:pt x="205099" y="478385"/>
                  <a:pt x="202446" y="475806"/>
                </a:cubicBezTo>
                <a:lnTo>
                  <a:pt x="196477" y="475806"/>
                </a:lnTo>
                <a:cubicBezTo>
                  <a:pt x="198025" y="478533"/>
                  <a:pt x="199572" y="481185"/>
                  <a:pt x="201119" y="483838"/>
                </a:cubicBezTo>
                <a:cubicBezTo>
                  <a:pt x="204141" y="483838"/>
                  <a:pt x="207088" y="483838"/>
                  <a:pt x="210109" y="483838"/>
                </a:cubicBezTo>
                <a:cubicBezTo>
                  <a:pt x="210330" y="483543"/>
                  <a:pt x="210478" y="483249"/>
                  <a:pt x="210625" y="483027"/>
                </a:cubicBezTo>
                <a:close/>
                <a:moveTo>
                  <a:pt x="182034" y="475732"/>
                </a:moveTo>
                <a:lnTo>
                  <a:pt x="164054" y="475732"/>
                </a:lnTo>
                <a:cubicBezTo>
                  <a:pt x="165602" y="478459"/>
                  <a:pt x="167149" y="481112"/>
                  <a:pt x="168697" y="483764"/>
                </a:cubicBezTo>
                <a:cubicBezTo>
                  <a:pt x="171644" y="483764"/>
                  <a:pt x="174665" y="483764"/>
                  <a:pt x="177613" y="483764"/>
                </a:cubicBezTo>
                <a:cubicBezTo>
                  <a:pt x="179160" y="481185"/>
                  <a:pt x="180560" y="478459"/>
                  <a:pt x="182034" y="475732"/>
                </a:cubicBezTo>
                <a:close/>
                <a:moveTo>
                  <a:pt x="73712" y="360042"/>
                </a:moveTo>
                <a:cubicBezTo>
                  <a:pt x="100682" y="346630"/>
                  <a:pt x="135610" y="334472"/>
                  <a:pt x="170244" y="336830"/>
                </a:cubicBezTo>
                <a:lnTo>
                  <a:pt x="170244" y="334177"/>
                </a:lnTo>
                <a:cubicBezTo>
                  <a:pt x="139590" y="332187"/>
                  <a:pt x="106061" y="340956"/>
                  <a:pt x="71575" y="358126"/>
                </a:cubicBezTo>
                <a:cubicBezTo>
                  <a:pt x="70249" y="358789"/>
                  <a:pt x="69880" y="359452"/>
                  <a:pt x="70470" y="360852"/>
                </a:cubicBezTo>
                <a:cubicBezTo>
                  <a:pt x="71796" y="364905"/>
                  <a:pt x="70986" y="366673"/>
                  <a:pt x="68775" y="367853"/>
                </a:cubicBezTo>
                <a:cubicBezTo>
                  <a:pt x="66859" y="368884"/>
                  <a:pt x="64280" y="368516"/>
                  <a:pt x="61775" y="366379"/>
                </a:cubicBezTo>
                <a:cubicBezTo>
                  <a:pt x="60522" y="365273"/>
                  <a:pt x="59859" y="365126"/>
                  <a:pt x="58311" y="365716"/>
                </a:cubicBezTo>
                <a:cubicBezTo>
                  <a:pt x="54406" y="367189"/>
                  <a:pt x="51900" y="366526"/>
                  <a:pt x="50648" y="364389"/>
                </a:cubicBezTo>
                <a:cubicBezTo>
                  <a:pt x="49395" y="362179"/>
                  <a:pt x="49911" y="359599"/>
                  <a:pt x="53006" y="357168"/>
                </a:cubicBezTo>
                <a:cubicBezTo>
                  <a:pt x="54406" y="356062"/>
                  <a:pt x="54701" y="355325"/>
                  <a:pt x="54185" y="353704"/>
                </a:cubicBezTo>
                <a:cubicBezTo>
                  <a:pt x="53448" y="350536"/>
                  <a:pt x="54627" y="348841"/>
                  <a:pt x="56469" y="348030"/>
                </a:cubicBezTo>
                <a:cubicBezTo>
                  <a:pt x="58532" y="347146"/>
                  <a:pt x="61259" y="347515"/>
                  <a:pt x="63322" y="349873"/>
                </a:cubicBezTo>
                <a:cubicBezTo>
                  <a:pt x="64206" y="350978"/>
                  <a:pt x="64870" y="351125"/>
                  <a:pt x="66196" y="350536"/>
                </a:cubicBezTo>
                <a:cubicBezTo>
                  <a:pt x="73123" y="347515"/>
                  <a:pt x="69144" y="349357"/>
                  <a:pt x="71870" y="348030"/>
                </a:cubicBezTo>
                <a:cubicBezTo>
                  <a:pt x="77176" y="345525"/>
                  <a:pt x="78502" y="343093"/>
                  <a:pt x="78649" y="337346"/>
                </a:cubicBezTo>
                <a:cubicBezTo>
                  <a:pt x="78797" y="329387"/>
                  <a:pt x="79976" y="322313"/>
                  <a:pt x="84102" y="317671"/>
                </a:cubicBezTo>
                <a:cubicBezTo>
                  <a:pt x="84913" y="316713"/>
                  <a:pt x="85797" y="316123"/>
                  <a:pt x="86387" y="316123"/>
                </a:cubicBezTo>
                <a:cubicBezTo>
                  <a:pt x="87345" y="316123"/>
                  <a:pt x="87050" y="317155"/>
                  <a:pt x="86092" y="318997"/>
                </a:cubicBezTo>
                <a:cubicBezTo>
                  <a:pt x="83292" y="324303"/>
                  <a:pt x="82407" y="332187"/>
                  <a:pt x="84471" y="338967"/>
                </a:cubicBezTo>
                <a:cubicBezTo>
                  <a:pt x="85281" y="341693"/>
                  <a:pt x="86534" y="342356"/>
                  <a:pt x="89260" y="341546"/>
                </a:cubicBezTo>
                <a:cubicBezTo>
                  <a:pt x="93608" y="340146"/>
                  <a:pt x="94787" y="339777"/>
                  <a:pt x="97219" y="338819"/>
                </a:cubicBezTo>
                <a:cubicBezTo>
                  <a:pt x="103924" y="336167"/>
                  <a:pt x="105619" y="333072"/>
                  <a:pt x="106946" y="326145"/>
                </a:cubicBezTo>
                <a:cubicBezTo>
                  <a:pt x="108125" y="320029"/>
                  <a:pt x="109893" y="315092"/>
                  <a:pt x="112325" y="311039"/>
                </a:cubicBezTo>
                <a:cubicBezTo>
                  <a:pt x="114904" y="306765"/>
                  <a:pt x="118810" y="302638"/>
                  <a:pt x="123305" y="300575"/>
                </a:cubicBezTo>
                <a:cubicBezTo>
                  <a:pt x="125073" y="299764"/>
                  <a:pt x="126547" y="299617"/>
                  <a:pt x="126547" y="300428"/>
                </a:cubicBezTo>
                <a:cubicBezTo>
                  <a:pt x="126547" y="301017"/>
                  <a:pt x="125957" y="301533"/>
                  <a:pt x="124484" y="302565"/>
                </a:cubicBezTo>
                <a:cubicBezTo>
                  <a:pt x="116673" y="308386"/>
                  <a:pt x="112620" y="317965"/>
                  <a:pt x="113430" y="329977"/>
                </a:cubicBezTo>
                <a:cubicBezTo>
                  <a:pt x="113578" y="332924"/>
                  <a:pt x="114830" y="333882"/>
                  <a:pt x="117704" y="333293"/>
                </a:cubicBezTo>
                <a:cubicBezTo>
                  <a:pt x="121315" y="332556"/>
                  <a:pt x="123894" y="331966"/>
                  <a:pt x="126326" y="331377"/>
                </a:cubicBezTo>
                <a:cubicBezTo>
                  <a:pt x="129347" y="330640"/>
                  <a:pt x="131558" y="329756"/>
                  <a:pt x="133179" y="328577"/>
                </a:cubicBezTo>
                <a:cubicBezTo>
                  <a:pt x="134505" y="327619"/>
                  <a:pt x="135537" y="326440"/>
                  <a:pt x="136347" y="325040"/>
                </a:cubicBezTo>
                <a:cubicBezTo>
                  <a:pt x="137158" y="323639"/>
                  <a:pt x="137379" y="322976"/>
                  <a:pt x="138484" y="319808"/>
                </a:cubicBezTo>
                <a:cubicBezTo>
                  <a:pt x="141727" y="310523"/>
                  <a:pt x="147327" y="303449"/>
                  <a:pt x="156391" y="300649"/>
                </a:cubicBezTo>
                <a:cubicBezTo>
                  <a:pt x="157864" y="300207"/>
                  <a:pt x="159043" y="300207"/>
                  <a:pt x="159043" y="300943"/>
                </a:cubicBezTo>
                <a:cubicBezTo>
                  <a:pt x="159043" y="301459"/>
                  <a:pt x="158454" y="301901"/>
                  <a:pt x="157201" y="302491"/>
                </a:cubicBezTo>
                <a:cubicBezTo>
                  <a:pt x="150496" y="306028"/>
                  <a:pt x="143053" y="313470"/>
                  <a:pt x="143127" y="324671"/>
                </a:cubicBezTo>
                <a:cubicBezTo>
                  <a:pt x="143127" y="327619"/>
                  <a:pt x="144306" y="328577"/>
                  <a:pt x="147106" y="328356"/>
                </a:cubicBezTo>
                <a:cubicBezTo>
                  <a:pt x="153811" y="327987"/>
                  <a:pt x="153222" y="327987"/>
                  <a:pt x="156096" y="327913"/>
                </a:cubicBezTo>
                <a:cubicBezTo>
                  <a:pt x="161549" y="327840"/>
                  <a:pt x="162065" y="327840"/>
                  <a:pt x="164791" y="327103"/>
                </a:cubicBezTo>
                <a:cubicBezTo>
                  <a:pt x="166854" y="326587"/>
                  <a:pt x="168623" y="325776"/>
                  <a:pt x="170244" y="324597"/>
                </a:cubicBezTo>
                <a:lnTo>
                  <a:pt x="170244" y="321650"/>
                </a:lnTo>
                <a:cubicBezTo>
                  <a:pt x="166044" y="325113"/>
                  <a:pt x="161549" y="325113"/>
                  <a:pt x="156022" y="325261"/>
                </a:cubicBezTo>
                <a:cubicBezTo>
                  <a:pt x="152854" y="325334"/>
                  <a:pt x="150496" y="325482"/>
                  <a:pt x="147327" y="325703"/>
                </a:cubicBezTo>
                <a:cubicBezTo>
                  <a:pt x="146295" y="325776"/>
                  <a:pt x="145779" y="325408"/>
                  <a:pt x="145779" y="324229"/>
                </a:cubicBezTo>
                <a:cubicBezTo>
                  <a:pt x="145853" y="314207"/>
                  <a:pt x="152117" y="307944"/>
                  <a:pt x="158012" y="304259"/>
                </a:cubicBezTo>
                <a:cubicBezTo>
                  <a:pt x="160591" y="302638"/>
                  <a:pt x="161696" y="301533"/>
                  <a:pt x="161254" y="300059"/>
                </a:cubicBezTo>
                <a:cubicBezTo>
                  <a:pt x="160665" y="298291"/>
                  <a:pt x="158085" y="298217"/>
                  <a:pt x="155801" y="298733"/>
                </a:cubicBezTo>
                <a:cubicBezTo>
                  <a:pt x="151306" y="299764"/>
                  <a:pt x="146811" y="302417"/>
                  <a:pt x="143421" y="306028"/>
                </a:cubicBezTo>
                <a:cubicBezTo>
                  <a:pt x="139884" y="309712"/>
                  <a:pt x="137747" y="313986"/>
                  <a:pt x="136053" y="318850"/>
                </a:cubicBezTo>
                <a:cubicBezTo>
                  <a:pt x="133842" y="325040"/>
                  <a:pt x="132221" y="327177"/>
                  <a:pt x="125663" y="328798"/>
                </a:cubicBezTo>
                <a:cubicBezTo>
                  <a:pt x="123526" y="329313"/>
                  <a:pt x="119767" y="330124"/>
                  <a:pt x="117704" y="330566"/>
                </a:cubicBezTo>
                <a:cubicBezTo>
                  <a:pt x="116673" y="330787"/>
                  <a:pt x="116083" y="330566"/>
                  <a:pt x="116009" y="329240"/>
                </a:cubicBezTo>
                <a:cubicBezTo>
                  <a:pt x="115420" y="317965"/>
                  <a:pt x="118957" y="309712"/>
                  <a:pt x="125589" y="304112"/>
                </a:cubicBezTo>
                <a:cubicBezTo>
                  <a:pt x="127873" y="302196"/>
                  <a:pt x="129494" y="300870"/>
                  <a:pt x="128905" y="299322"/>
                </a:cubicBezTo>
                <a:lnTo>
                  <a:pt x="128905" y="299322"/>
                </a:lnTo>
                <a:cubicBezTo>
                  <a:pt x="128315" y="297849"/>
                  <a:pt x="125736" y="297480"/>
                  <a:pt x="122347" y="298880"/>
                </a:cubicBezTo>
                <a:cubicBezTo>
                  <a:pt x="118294" y="300575"/>
                  <a:pt x="114388" y="303891"/>
                  <a:pt x="111293" y="308165"/>
                </a:cubicBezTo>
                <a:cubicBezTo>
                  <a:pt x="108051" y="312734"/>
                  <a:pt x="105840" y="318187"/>
                  <a:pt x="104440" y="325555"/>
                </a:cubicBezTo>
                <a:cubicBezTo>
                  <a:pt x="103261" y="331377"/>
                  <a:pt x="102156" y="333956"/>
                  <a:pt x="96335" y="336314"/>
                </a:cubicBezTo>
                <a:cubicBezTo>
                  <a:pt x="94198" y="337198"/>
                  <a:pt x="90955" y="338230"/>
                  <a:pt x="88892" y="338893"/>
                </a:cubicBezTo>
                <a:cubicBezTo>
                  <a:pt x="87787" y="339261"/>
                  <a:pt x="87271" y="338967"/>
                  <a:pt x="86976" y="337861"/>
                </a:cubicBezTo>
                <a:cubicBezTo>
                  <a:pt x="85134" y="331450"/>
                  <a:pt x="85945" y="324671"/>
                  <a:pt x="88008" y="319881"/>
                </a:cubicBezTo>
                <a:cubicBezTo>
                  <a:pt x="88671" y="318334"/>
                  <a:pt x="89850" y="316344"/>
                  <a:pt x="88818" y="314944"/>
                </a:cubicBezTo>
                <a:cubicBezTo>
                  <a:pt x="87566" y="313323"/>
                  <a:pt x="84692" y="314060"/>
                  <a:pt x="82629" y="316271"/>
                </a:cubicBezTo>
                <a:cubicBezTo>
                  <a:pt x="77765" y="321208"/>
                  <a:pt x="76365" y="329387"/>
                  <a:pt x="76144" y="337272"/>
                </a:cubicBezTo>
                <a:cubicBezTo>
                  <a:pt x="75997" y="341914"/>
                  <a:pt x="75112" y="343609"/>
                  <a:pt x="70838" y="345672"/>
                </a:cubicBezTo>
                <a:cubicBezTo>
                  <a:pt x="69217" y="346483"/>
                  <a:pt x="67596" y="347146"/>
                  <a:pt x="65975" y="347883"/>
                </a:cubicBezTo>
                <a:cubicBezTo>
                  <a:pt x="65533" y="348030"/>
                  <a:pt x="65238" y="348030"/>
                  <a:pt x="64943" y="347662"/>
                </a:cubicBezTo>
                <a:cubicBezTo>
                  <a:pt x="59196" y="341988"/>
                  <a:pt x="49690" y="345967"/>
                  <a:pt x="51753" y="354441"/>
                </a:cubicBezTo>
                <a:cubicBezTo>
                  <a:pt x="51827" y="354736"/>
                  <a:pt x="51753" y="355031"/>
                  <a:pt x="51458" y="355252"/>
                </a:cubicBezTo>
                <a:cubicBezTo>
                  <a:pt x="47553" y="358420"/>
                  <a:pt x="46374" y="362473"/>
                  <a:pt x="48585" y="366010"/>
                </a:cubicBezTo>
                <a:cubicBezTo>
                  <a:pt x="50869" y="369695"/>
                  <a:pt x="54848" y="369989"/>
                  <a:pt x="59343" y="368368"/>
                </a:cubicBezTo>
                <a:cubicBezTo>
                  <a:pt x="59638" y="368295"/>
                  <a:pt x="59933" y="368295"/>
                  <a:pt x="60227" y="368516"/>
                </a:cubicBezTo>
                <a:cubicBezTo>
                  <a:pt x="63912" y="371684"/>
                  <a:pt x="68186" y="371979"/>
                  <a:pt x="71354" y="369547"/>
                </a:cubicBezTo>
                <a:cubicBezTo>
                  <a:pt x="73712" y="367705"/>
                  <a:pt x="74523" y="364758"/>
                  <a:pt x="73491" y="361073"/>
                </a:cubicBezTo>
                <a:cubicBezTo>
                  <a:pt x="73123" y="360484"/>
                  <a:pt x="73196" y="360263"/>
                  <a:pt x="73712" y="360042"/>
                </a:cubicBezTo>
                <a:close/>
                <a:moveTo>
                  <a:pt x="68480" y="475732"/>
                </a:moveTo>
                <a:cubicBezTo>
                  <a:pt x="69954" y="478385"/>
                  <a:pt x="71428" y="481112"/>
                  <a:pt x="72828" y="483764"/>
                </a:cubicBezTo>
                <a:cubicBezTo>
                  <a:pt x="75702" y="483764"/>
                  <a:pt x="78649" y="483764"/>
                  <a:pt x="81523" y="483764"/>
                </a:cubicBezTo>
                <a:cubicBezTo>
                  <a:pt x="82997" y="481112"/>
                  <a:pt x="84397" y="478385"/>
                  <a:pt x="85871" y="475732"/>
                </a:cubicBezTo>
                <a:lnTo>
                  <a:pt x="68480" y="475732"/>
                </a:lnTo>
                <a:close/>
                <a:moveTo>
                  <a:pt x="49395" y="503955"/>
                </a:moveTo>
                <a:cubicBezTo>
                  <a:pt x="51016" y="501081"/>
                  <a:pt x="52858" y="497913"/>
                  <a:pt x="54480" y="495039"/>
                </a:cubicBezTo>
                <a:cubicBezTo>
                  <a:pt x="53080" y="492386"/>
                  <a:pt x="51679" y="489733"/>
                  <a:pt x="50279" y="487007"/>
                </a:cubicBezTo>
                <a:cubicBezTo>
                  <a:pt x="47848" y="487007"/>
                  <a:pt x="44974" y="487007"/>
                  <a:pt x="42542" y="487007"/>
                </a:cubicBezTo>
                <a:cubicBezTo>
                  <a:pt x="44753" y="492754"/>
                  <a:pt x="46963" y="498355"/>
                  <a:pt x="49395" y="503955"/>
                </a:cubicBezTo>
                <a:close/>
                <a:moveTo>
                  <a:pt x="50353" y="483764"/>
                </a:moveTo>
                <a:cubicBezTo>
                  <a:pt x="51827" y="481112"/>
                  <a:pt x="53301" y="478385"/>
                  <a:pt x="54774" y="475732"/>
                </a:cubicBezTo>
                <a:lnTo>
                  <a:pt x="38489" y="475732"/>
                </a:lnTo>
                <a:cubicBezTo>
                  <a:pt x="39373" y="478385"/>
                  <a:pt x="40331" y="481112"/>
                  <a:pt x="41289" y="483764"/>
                </a:cubicBezTo>
                <a:cubicBezTo>
                  <a:pt x="41363" y="483764"/>
                  <a:pt x="47553" y="483764"/>
                  <a:pt x="50353" y="483764"/>
                </a:cubicBezTo>
                <a:close/>
                <a:moveTo>
                  <a:pt x="101861" y="543305"/>
                </a:moveTo>
                <a:cubicBezTo>
                  <a:pt x="100387" y="540652"/>
                  <a:pt x="98914" y="537925"/>
                  <a:pt x="97440" y="535273"/>
                </a:cubicBezTo>
                <a:cubicBezTo>
                  <a:pt x="94419" y="535273"/>
                  <a:pt x="91397" y="535273"/>
                  <a:pt x="88450" y="535273"/>
                </a:cubicBezTo>
                <a:cubicBezTo>
                  <a:pt x="86829" y="537999"/>
                  <a:pt x="85208" y="540652"/>
                  <a:pt x="83660" y="543305"/>
                </a:cubicBezTo>
                <a:lnTo>
                  <a:pt x="101861" y="543305"/>
                </a:lnTo>
                <a:close/>
                <a:moveTo>
                  <a:pt x="141432" y="635784"/>
                </a:moveTo>
                <a:cubicBezTo>
                  <a:pt x="143053" y="632910"/>
                  <a:pt x="144674" y="629962"/>
                  <a:pt x="146369" y="627088"/>
                </a:cubicBezTo>
                <a:lnTo>
                  <a:pt x="129347" y="627088"/>
                </a:lnTo>
                <a:cubicBezTo>
                  <a:pt x="132073" y="630036"/>
                  <a:pt x="134874" y="632910"/>
                  <a:pt x="137674" y="635784"/>
                </a:cubicBezTo>
                <a:cubicBezTo>
                  <a:pt x="137600" y="635784"/>
                  <a:pt x="140548" y="635784"/>
                  <a:pt x="141432" y="635784"/>
                </a:cubicBezTo>
                <a:close/>
                <a:moveTo>
                  <a:pt x="270976" y="717946"/>
                </a:moveTo>
                <a:lnTo>
                  <a:pt x="266702" y="717946"/>
                </a:lnTo>
                <a:cubicBezTo>
                  <a:pt x="265965" y="719272"/>
                  <a:pt x="265007" y="720894"/>
                  <a:pt x="264270" y="722220"/>
                </a:cubicBezTo>
                <a:cubicBezTo>
                  <a:pt x="263828" y="721999"/>
                  <a:pt x="268176" y="723841"/>
                  <a:pt x="270902" y="724947"/>
                </a:cubicBezTo>
                <a:cubicBezTo>
                  <a:pt x="270902" y="724947"/>
                  <a:pt x="270976" y="724947"/>
                  <a:pt x="270976" y="725020"/>
                </a:cubicBezTo>
                <a:lnTo>
                  <a:pt x="270976" y="717946"/>
                </a:lnTo>
                <a:close/>
                <a:moveTo>
                  <a:pt x="270976" y="698271"/>
                </a:moveTo>
                <a:lnTo>
                  <a:pt x="266555" y="698271"/>
                </a:lnTo>
                <a:cubicBezTo>
                  <a:pt x="265007" y="700998"/>
                  <a:pt x="263460" y="703724"/>
                  <a:pt x="261986" y="706451"/>
                </a:cubicBezTo>
                <a:cubicBezTo>
                  <a:pt x="263533" y="709177"/>
                  <a:pt x="265081" y="711904"/>
                  <a:pt x="266628" y="714630"/>
                </a:cubicBezTo>
                <a:cubicBezTo>
                  <a:pt x="268028" y="714630"/>
                  <a:pt x="269502" y="714630"/>
                  <a:pt x="270976" y="714630"/>
                </a:cubicBezTo>
                <a:lnTo>
                  <a:pt x="270976" y="698271"/>
                </a:lnTo>
                <a:lnTo>
                  <a:pt x="270976" y="698271"/>
                </a:lnTo>
                <a:close/>
                <a:moveTo>
                  <a:pt x="270976" y="678597"/>
                </a:moveTo>
                <a:lnTo>
                  <a:pt x="266481" y="678597"/>
                </a:lnTo>
                <a:cubicBezTo>
                  <a:pt x="264934" y="681323"/>
                  <a:pt x="263386" y="684049"/>
                  <a:pt x="261912" y="686776"/>
                </a:cubicBezTo>
                <a:cubicBezTo>
                  <a:pt x="263460" y="689502"/>
                  <a:pt x="265007" y="692229"/>
                  <a:pt x="266555" y="694955"/>
                </a:cubicBezTo>
                <a:lnTo>
                  <a:pt x="270976" y="694955"/>
                </a:lnTo>
                <a:lnTo>
                  <a:pt x="270976" y="678597"/>
                </a:lnTo>
                <a:close/>
                <a:moveTo>
                  <a:pt x="270976" y="658848"/>
                </a:moveTo>
                <a:lnTo>
                  <a:pt x="266407" y="658848"/>
                </a:lnTo>
                <a:cubicBezTo>
                  <a:pt x="264860" y="661574"/>
                  <a:pt x="263312" y="664301"/>
                  <a:pt x="261839" y="667027"/>
                </a:cubicBezTo>
                <a:cubicBezTo>
                  <a:pt x="263386" y="669754"/>
                  <a:pt x="264934" y="672480"/>
                  <a:pt x="266481" y="675207"/>
                </a:cubicBezTo>
                <a:cubicBezTo>
                  <a:pt x="267955" y="675207"/>
                  <a:pt x="269502" y="675207"/>
                  <a:pt x="270976" y="675207"/>
                </a:cubicBezTo>
                <a:lnTo>
                  <a:pt x="270976" y="658848"/>
                </a:lnTo>
                <a:lnTo>
                  <a:pt x="270976" y="658848"/>
                </a:lnTo>
                <a:close/>
                <a:moveTo>
                  <a:pt x="270976" y="639173"/>
                </a:moveTo>
                <a:lnTo>
                  <a:pt x="266334" y="639173"/>
                </a:lnTo>
                <a:cubicBezTo>
                  <a:pt x="264786" y="641900"/>
                  <a:pt x="263312" y="644626"/>
                  <a:pt x="261765" y="647353"/>
                </a:cubicBezTo>
                <a:cubicBezTo>
                  <a:pt x="263312" y="650079"/>
                  <a:pt x="264860" y="652806"/>
                  <a:pt x="266407" y="655532"/>
                </a:cubicBezTo>
                <a:cubicBezTo>
                  <a:pt x="267881" y="655532"/>
                  <a:pt x="269502" y="655532"/>
                  <a:pt x="270976" y="655532"/>
                </a:cubicBezTo>
                <a:lnTo>
                  <a:pt x="270976" y="639173"/>
                </a:lnTo>
                <a:lnTo>
                  <a:pt x="270976" y="639173"/>
                </a:lnTo>
                <a:close/>
                <a:moveTo>
                  <a:pt x="270976" y="627088"/>
                </a:moveTo>
                <a:lnTo>
                  <a:pt x="261249" y="627088"/>
                </a:lnTo>
                <a:cubicBezTo>
                  <a:pt x="262944" y="630036"/>
                  <a:pt x="264565" y="632910"/>
                  <a:pt x="266260" y="635784"/>
                </a:cubicBezTo>
                <a:cubicBezTo>
                  <a:pt x="267807" y="635784"/>
                  <a:pt x="269429" y="635784"/>
                  <a:pt x="270976" y="635784"/>
                </a:cubicBezTo>
                <a:lnTo>
                  <a:pt x="270976" y="627088"/>
                </a:lnTo>
                <a:close/>
                <a:moveTo>
                  <a:pt x="270976" y="525693"/>
                </a:moveTo>
                <a:cubicBezTo>
                  <a:pt x="269502" y="525693"/>
                  <a:pt x="267955" y="525693"/>
                  <a:pt x="266481" y="525693"/>
                </a:cubicBezTo>
                <a:cubicBezTo>
                  <a:pt x="265007" y="528346"/>
                  <a:pt x="263533" y="530999"/>
                  <a:pt x="262060" y="533651"/>
                </a:cubicBezTo>
                <a:cubicBezTo>
                  <a:pt x="263533" y="536304"/>
                  <a:pt x="265081" y="538957"/>
                  <a:pt x="266555" y="541610"/>
                </a:cubicBezTo>
                <a:cubicBezTo>
                  <a:pt x="267955" y="541610"/>
                  <a:pt x="269576" y="541610"/>
                  <a:pt x="270976" y="541610"/>
                </a:cubicBezTo>
                <a:lnTo>
                  <a:pt x="270976" y="525693"/>
                </a:lnTo>
                <a:lnTo>
                  <a:pt x="270976" y="525693"/>
                </a:lnTo>
                <a:close/>
                <a:moveTo>
                  <a:pt x="270976" y="506460"/>
                </a:moveTo>
                <a:cubicBezTo>
                  <a:pt x="269502" y="506460"/>
                  <a:pt x="267881" y="506460"/>
                  <a:pt x="266407" y="506460"/>
                </a:cubicBezTo>
                <a:cubicBezTo>
                  <a:pt x="264934" y="509113"/>
                  <a:pt x="263460" y="511766"/>
                  <a:pt x="261986" y="514419"/>
                </a:cubicBezTo>
                <a:cubicBezTo>
                  <a:pt x="263460" y="517072"/>
                  <a:pt x="265007" y="519724"/>
                  <a:pt x="266481" y="522377"/>
                </a:cubicBezTo>
                <a:cubicBezTo>
                  <a:pt x="267955" y="522377"/>
                  <a:pt x="269502" y="522377"/>
                  <a:pt x="270976" y="522377"/>
                </a:cubicBezTo>
                <a:lnTo>
                  <a:pt x="270976" y="506460"/>
                </a:lnTo>
                <a:lnTo>
                  <a:pt x="270976" y="506460"/>
                </a:lnTo>
                <a:close/>
                <a:moveTo>
                  <a:pt x="275029" y="497986"/>
                </a:moveTo>
                <a:cubicBezTo>
                  <a:pt x="301188" y="497986"/>
                  <a:pt x="325505" y="487449"/>
                  <a:pt x="342969" y="469543"/>
                </a:cubicBezTo>
                <a:cubicBezTo>
                  <a:pt x="361318" y="450752"/>
                  <a:pt x="368834" y="428056"/>
                  <a:pt x="370455" y="400791"/>
                </a:cubicBezTo>
                <a:cubicBezTo>
                  <a:pt x="371192" y="389075"/>
                  <a:pt x="371561" y="367337"/>
                  <a:pt x="371708" y="340735"/>
                </a:cubicBezTo>
                <a:cubicBezTo>
                  <a:pt x="371855" y="314060"/>
                  <a:pt x="371855" y="282595"/>
                  <a:pt x="371634" y="250909"/>
                </a:cubicBezTo>
                <a:lnTo>
                  <a:pt x="178571" y="250909"/>
                </a:lnTo>
                <a:cubicBezTo>
                  <a:pt x="178276" y="282521"/>
                  <a:pt x="178276" y="314060"/>
                  <a:pt x="178497" y="340735"/>
                </a:cubicBezTo>
                <a:cubicBezTo>
                  <a:pt x="178644" y="367337"/>
                  <a:pt x="179013" y="389075"/>
                  <a:pt x="179750" y="400791"/>
                </a:cubicBezTo>
                <a:cubicBezTo>
                  <a:pt x="181371" y="428056"/>
                  <a:pt x="188961" y="450678"/>
                  <a:pt x="207236" y="469543"/>
                </a:cubicBezTo>
                <a:cubicBezTo>
                  <a:pt x="224552" y="487449"/>
                  <a:pt x="248943" y="497986"/>
                  <a:pt x="275029" y="497986"/>
                </a:cubicBezTo>
                <a:close/>
                <a:moveTo>
                  <a:pt x="418132" y="390180"/>
                </a:moveTo>
                <a:cubicBezTo>
                  <a:pt x="419679" y="387233"/>
                  <a:pt x="421300" y="384359"/>
                  <a:pt x="422848" y="381485"/>
                </a:cubicBezTo>
                <a:cubicBezTo>
                  <a:pt x="421300" y="378979"/>
                  <a:pt x="419753" y="376474"/>
                  <a:pt x="418205" y="373969"/>
                </a:cubicBezTo>
                <a:cubicBezTo>
                  <a:pt x="415110" y="373969"/>
                  <a:pt x="411942" y="373969"/>
                  <a:pt x="408847" y="373969"/>
                </a:cubicBezTo>
                <a:cubicBezTo>
                  <a:pt x="407299" y="376474"/>
                  <a:pt x="405678" y="378979"/>
                  <a:pt x="404131" y="381485"/>
                </a:cubicBezTo>
                <a:cubicBezTo>
                  <a:pt x="405678" y="384432"/>
                  <a:pt x="407226" y="387306"/>
                  <a:pt x="408773" y="390180"/>
                </a:cubicBezTo>
                <a:cubicBezTo>
                  <a:pt x="411942" y="390180"/>
                  <a:pt x="415037" y="390180"/>
                  <a:pt x="418132" y="390180"/>
                </a:cubicBezTo>
                <a:close/>
                <a:moveTo>
                  <a:pt x="379814" y="352083"/>
                </a:moveTo>
                <a:cubicBezTo>
                  <a:pt x="381287" y="352083"/>
                  <a:pt x="383203" y="352083"/>
                  <a:pt x="384530" y="352083"/>
                </a:cubicBezTo>
                <a:cubicBezTo>
                  <a:pt x="386151" y="349504"/>
                  <a:pt x="387772" y="346925"/>
                  <a:pt x="389393" y="344346"/>
                </a:cubicBezTo>
                <a:cubicBezTo>
                  <a:pt x="387846" y="341767"/>
                  <a:pt x="386298" y="339188"/>
                  <a:pt x="384751" y="336609"/>
                </a:cubicBezTo>
                <a:cubicBezTo>
                  <a:pt x="383424" y="336609"/>
                  <a:pt x="381435" y="336609"/>
                  <a:pt x="379887" y="336609"/>
                </a:cubicBezTo>
                <a:cubicBezTo>
                  <a:pt x="379887" y="341988"/>
                  <a:pt x="379814" y="347146"/>
                  <a:pt x="379814" y="352083"/>
                </a:cubicBezTo>
                <a:close/>
                <a:moveTo>
                  <a:pt x="404278" y="362989"/>
                </a:moveTo>
                <a:cubicBezTo>
                  <a:pt x="405826" y="365568"/>
                  <a:pt x="407373" y="368147"/>
                  <a:pt x="408921" y="370726"/>
                </a:cubicBezTo>
                <a:cubicBezTo>
                  <a:pt x="412089" y="370726"/>
                  <a:pt x="415184" y="370726"/>
                  <a:pt x="418279" y="370726"/>
                </a:cubicBezTo>
                <a:cubicBezTo>
                  <a:pt x="419900" y="368147"/>
                  <a:pt x="421448" y="365568"/>
                  <a:pt x="423069" y="362989"/>
                </a:cubicBezTo>
                <a:cubicBezTo>
                  <a:pt x="421521" y="360410"/>
                  <a:pt x="419974" y="357831"/>
                  <a:pt x="418426" y="355252"/>
                </a:cubicBezTo>
                <a:cubicBezTo>
                  <a:pt x="415331" y="355252"/>
                  <a:pt x="412163" y="355252"/>
                  <a:pt x="408994" y="355252"/>
                </a:cubicBezTo>
                <a:cubicBezTo>
                  <a:pt x="407447" y="357831"/>
                  <a:pt x="405826" y="360410"/>
                  <a:pt x="404278" y="362989"/>
                </a:cubicBezTo>
                <a:close/>
                <a:moveTo>
                  <a:pt x="406120" y="353704"/>
                </a:moveTo>
                <a:cubicBezTo>
                  <a:pt x="404573" y="351125"/>
                  <a:pt x="403026" y="348546"/>
                  <a:pt x="401404" y="345967"/>
                </a:cubicBezTo>
                <a:cubicBezTo>
                  <a:pt x="398236" y="345967"/>
                  <a:pt x="395067" y="345967"/>
                  <a:pt x="391899" y="345967"/>
                </a:cubicBezTo>
                <a:cubicBezTo>
                  <a:pt x="390351" y="348546"/>
                  <a:pt x="388730" y="351125"/>
                  <a:pt x="387183" y="353704"/>
                </a:cubicBezTo>
                <a:cubicBezTo>
                  <a:pt x="388730" y="356283"/>
                  <a:pt x="390351" y="358863"/>
                  <a:pt x="391899" y="361442"/>
                </a:cubicBezTo>
                <a:cubicBezTo>
                  <a:pt x="395067" y="361442"/>
                  <a:pt x="398162" y="361442"/>
                  <a:pt x="401331" y="361442"/>
                </a:cubicBezTo>
                <a:cubicBezTo>
                  <a:pt x="402952" y="358863"/>
                  <a:pt x="404499" y="356283"/>
                  <a:pt x="406120" y="353704"/>
                </a:cubicBezTo>
                <a:close/>
                <a:moveTo>
                  <a:pt x="426016" y="361442"/>
                </a:moveTo>
                <a:cubicBezTo>
                  <a:pt x="429185" y="361442"/>
                  <a:pt x="432280" y="361442"/>
                  <a:pt x="435448" y="361442"/>
                </a:cubicBezTo>
                <a:cubicBezTo>
                  <a:pt x="437070" y="358863"/>
                  <a:pt x="438691" y="356283"/>
                  <a:pt x="440238" y="353704"/>
                </a:cubicBezTo>
                <a:cubicBezTo>
                  <a:pt x="438691" y="351125"/>
                  <a:pt x="437143" y="348546"/>
                  <a:pt x="435669" y="345967"/>
                </a:cubicBezTo>
                <a:cubicBezTo>
                  <a:pt x="432501" y="345967"/>
                  <a:pt x="429406" y="345967"/>
                  <a:pt x="426237" y="345967"/>
                </a:cubicBezTo>
                <a:cubicBezTo>
                  <a:pt x="424616" y="348546"/>
                  <a:pt x="423069" y="351125"/>
                  <a:pt x="421448" y="353704"/>
                </a:cubicBezTo>
                <a:cubicBezTo>
                  <a:pt x="422921" y="356283"/>
                  <a:pt x="424469" y="358863"/>
                  <a:pt x="426016" y="361442"/>
                </a:cubicBezTo>
                <a:close/>
                <a:moveTo>
                  <a:pt x="438249" y="362989"/>
                </a:moveTo>
                <a:cubicBezTo>
                  <a:pt x="439796" y="365568"/>
                  <a:pt x="441270" y="368147"/>
                  <a:pt x="442817" y="370726"/>
                </a:cubicBezTo>
                <a:cubicBezTo>
                  <a:pt x="445986" y="370726"/>
                  <a:pt x="449081" y="370726"/>
                  <a:pt x="452176" y="370726"/>
                </a:cubicBezTo>
                <a:cubicBezTo>
                  <a:pt x="453797" y="368147"/>
                  <a:pt x="455418" y="365568"/>
                  <a:pt x="457039" y="362989"/>
                </a:cubicBezTo>
                <a:cubicBezTo>
                  <a:pt x="455492" y="360410"/>
                  <a:pt x="454018" y="357831"/>
                  <a:pt x="452470" y="355252"/>
                </a:cubicBezTo>
                <a:cubicBezTo>
                  <a:pt x="449375" y="355252"/>
                  <a:pt x="446207" y="355252"/>
                  <a:pt x="443038" y="355252"/>
                </a:cubicBezTo>
                <a:cubicBezTo>
                  <a:pt x="441491" y="357831"/>
                  <a:pt x="439870" y="360410"/>
                  <a:pt x="438249" y="362989"/>
                </a:cubicBezTo>
                <a:close/>
                <a:moveTo>
                  <a:pt x="460060" y="361368"/>
                </a:moveTo>
                <a:cubicBezTo>
                  <a:pt x="463229" y="361368"/>
                  <a:pt x="466398" y="361368"/>
                  <a:pt x="469492" y="361368"/>
                </a:cubicBezTo>
                <a:cubicBezTo>
                  <a:pt x="471114" y="358789"/>
                  <a:pt x="472808" y="356210"/>
                  <a:pt x="474430" y="353631"/>
                </a:cubicBezTo>
                <a:cubicBezTo>
                  <a:pt x="472882" y="351052"/>
                  <a:pt x="471408" y="348472"/>
                  <a:pt x="469861" y="345893"/>
                </a:cubicBezTo>
                <a:cubicBezTo>
                  <a:pt x="466692" y="345893"/>
                  <a:pt x="463524" y="345893"/>
                  <a:pt x="460355" y="345893"/>
                </a:cubicBezTo>
                <a:cubicBezTo>
                  <a:pt x="458734" y="348472"/>
                  <a:pt x="457113" y="351052"/>
                  <a:pt x="455418" y="353631"/>
                </a:cubicBezTo>
                <a:cubicBezTo>
                  <a:pt x="457039" y="356283"/>
                  <a:pt x="458513" y="358863"/>
                  <a:pt x="460060" y="361368"/>
                </a:cubicBezTo>
                <a:close/>
                <a:moveTo>
                  <a:pt x="477451" y="352083"/>
                </a:moveTo>
                <a:cubicBezTo>
                  <a:pt x="480619" y="352083"/>
                  <a:pt x="483788" y="352083"/>
                  <a:pt x="486957" y="352083"/>
                </a:cubicBezTo>
                <a:cubicBezTo>
                  <a:pt x="488651" y="349504"/>
                  <a:pt x="490273" y="346925"/>
                  <a:pt x="491894" y="344346"/>
                </a:cubicBezTo>
                <a:cubicBezTo>
                  <a:pt x="490346" y="341767"/>
                  <a:pt x="488872" y="339188"/>
                  <a:pt x="487325" y="336609"/>
                </a:cubicBezTo>
                <a:cubicBezTo>
                  <a:pt x="484156" y="336609"/>
                  <a:pt x="480988" y="336609"/>
                  <a:pt x="477819" y="336609"/>
                </a:cubicBezTo>
                <a:cubicBezTo>
                  <a:pt x="476198" y="339188"/>
                  <a:pt x="474503" y="341767"/>
                  <a:pt x="472882" y="344346"/>
                </a:cubicBezTo>
                <a:cubicBezTo>
                  <a:pt x="474356" y="346925"/>
                  <a:pt x="475903" y="349504"/>
                  <a:pt x="477451" y="352083"/>
                </a:cubicBezTo>
                <a:close/>
                <a:moveTo>
                  <a:pt x="474872" y="334987"/>
                </a:moveTo>
                <a:cubicBezTo>
                  <a:pt x="473324" y="332408"/>
                  <a:pt x="471850" y="329829"/>
                  <a:pt x="470303" y="327250"/>
                </a:cubicBezTo>
                <a:cubicBezTo>
                  <a:pt x="467134" y="327250"/>
                  <a:pt x="463966" y="327250"/>
                  <a:pt x="460797" y="327250"/>
                </a:cubicBezTo>
                <a:cubicBezTo>
                  <a:pt x="459176" y="329829"/>
                  <a:pt x="457481" y="332408"/>
                  <a:pt x="455860" y="334987"/>
                </a:cubicBezTo>
                <a:cubicBezTo>
                  <a:pt x="457408" y="337567"/>
                  <a:pt x="458881" y="340146"/>
                  <a:pt x="460429" y="342725"/>
                </a:cubicBezTo>
                <a:cubicBezTo>
                  <a:pt x="463597" y="342725"/>
                  <a:pt x="466766" y="342725"/>
                  <a:pt x="469935" y="342725"/>
                </a:cubicBezTo>
                <a:cubicBezTo>
                  <a:pt x="471629" y="340146"/>
                  <a:pt x="473251" y="337567"/>
                  <a:pt x="474872" y="334987"/>
                </a:cubicBezTo>
                <a:close/>
                <a:moveTo>
                  <a:pt x="452913" y="336609"/>
                </a:moveTo>
                <a:cubicBezTo>
                  <a:pt x="449744" y="336609"/>
                  <a:pt x="446575" y="336609"/>
                  <a:pt x="443407" y="336609"/>
                </a:cubicBezTo>
                <a:cubicBezTo>
                  <a:pt x="441786" y="339188"/>
                  <a:pt x="440164" y="341767"/>
                  <a:pt x="438543" y="344346"/>
                </a:cubicBezTo>
                <a:cubicBezTo>
                  <a:pt x="440091" y="346925"/>
                  <a:pt x="441638" y="349504"/>
                  <a:pt x="443112" y="352083"/>
                </a:cubicBezTo>
                <a:cubicBezTo>
                  <a:pt x="446281" y="352083"/>
                  <a:pt x="449449" y="352083"/>
                  <a:pt x="452544" y="352083"/>
                </a:cubicBezTo>
                <a:cubicBezTo>
                  <a:pt x="454165" y="349504"/>
                  <a:pt x="455786" y="346925"/>
                  <a:pt x="457408" y="344346"/>
                </a:cubicBezTo>
                <a:cubicBezTo>
                  <a:pt x="456007" y="341767"/>
                  <a:pt x="454460" y="339188"/>
                  <a:pt x="452913" y="336609"/>
                </a:cubicBezTo>
                <a:close/>
                <a:moveTo>
                  <a:pt x="440533" y="334987"/>
                </a:moveTo>
                <a:cubicBezTo>
                  <a:pt x="438985" y="332408"/>
                  <a:pt x="437438" y="329829"/>
                  <a:pt x="435891" y="327250"/>
                </a:cubicBezTo>
                <a:cubicBezTo>
                  <a:pt x="432722" y="327250"/>
                  <a:pt x="429553" y="327250"/>
                  <a:pt x="426385" y="327250"/>
                </a:cubicBezTo>
                <a:cubicBezTo>
                  <a:pt x="424764" y="329829"/>
                  <a:pt x="423142" y="332408"/>
                  <a:pt x="421521" y="334987"/>
                </a:cubicBezTo>
                <a:cubicBezTo>
                  <a:pt x="423069" y="337567"/>
                  <a:pt x="424616" y="340146"/>
                  <a:pt x="426164" y="342725"/>
                </a:cubicBezTo>
                <a:cubicBezTo>
                  <a:pt x="429332" y="342725"/>
                  <a:pt x="432501" y="342725"/>
                  <a:pt x="435596" y="342725"/>
                </a:cubicBezTo>
                <a:cubicBezTo>
                  <a:pt x="437291" y="340146"/>
                  <a:pt x="438912" y="337567"/>
                  <a:pt x="440533" y="334987"/>
                </a:cubicBezTo>
                <a:close/>
                <a:moveTo>
                  <a:pt x="418574" y="336609"/>
                </a:moveTo>
                <a:cubicBezTo>
                  <a:pt x="415405" y="336609"/>
                  <a:pt x="412237" y="336609"/>
                  <a:pt x="409068" y="336609"/>
                </a:cubicBezTo>
                <a:cubicBezTo>
                  <a:pt x="407447" y="339188"/>
                  <a:pt x="405899" y="341767"/>
                  <a:pt x="404278" y="344346"/>
                </a:cubicBezTo>
                <a:cubicBezTo>
                  <a:pt x="405826" y="346925"/>
                  <a:pt x="407373" y="349504"/>
                  <a:pt x="408994" y="352083"/>
                </a:cubicBezTo>
                <a:cubicBezTo>
                  <a:pt x="412163" y="352083"/>
                  <a:pt x="415331" y="352083"/>
                  <a:pt x="418426" y="352083"/>
                </a:cubicBezTo>
                <a:cubicBezTo>
                  <a:pt x="420048" y="349504"/>
                  <a:pt x="421595" y="346925"/>
                  <a:pt x="423216" y="344346"/>
                </a:cubicBezTo>
                <a:cubicBezTo>
                  <a:pt x="421742" y="341767"/>
                  <a:pt x="420195" y="339188"/>
                  <a:pt x="418574" y="336609"/>
                </a:cubicBezTo>
                <a:close/>
                <a:moveTo>
                  <a:pt x="406194" y="335061"/>
                </a:moveTo>
                <a:cubicBezTo>
                  <a:pt x="404647" y="332482"/>
                  <a:pt x="403026" y="329903"/>
                  <a:pt x="401478" y="327324"/>
                </a:cubicBezTo>
                <a:cubicBezTo>
                  <a:pt x="398309" y="327324"/>
                  <a:pt x="395141" y="327324"/>
                  <a:pt x="391972" y="327324"/>
                </a:cubicBezTo>
                <a:cubicBezTo>
                  <a:pt x="390351" y="329903"/>
                  <a:pt x="388804" y="332482"/>
                  <a:pt x="387183" y="335061"/>
                </a:cubicBezTo>
                <a:cubicBezTo>
                  <a:pt x="388730" y="337640"/>
                  <a:pt x="390351" y="340219"/>
                  <a:pt x="391899" y="342798"/>
                </a:cubicBezTo>
                <a:cubicBezTo>
                  <a:pt x="395067" y="342798"/>
                  <a:pt x="398236" y="342798"/>
                  <a:pt x="401404" y="342798"/>
                </a:cubicBezTo>
                <a:cubicBezTo>
                  <a:pt x="403026" y="340219"/>
                  <a:pt x="404573" y="337640"/>
                  <a:pt x="406194" y="335061"/>
                </a:cubicBezTo>
                <a:close/>
                <a:moveTo>
                  <a:pt x="379740" y="355252"/>
                </a:moveTo>
                <a:cubicBezTo>
                  <a:pt x="379740" y="355252"/>
                  <a:pt x="379519" y="370874"/>
                  <a:pt x="379519" y="370726"/>
                </a:cubicBezTo>
                <a:cubicBezTo>
                  <a:pt x="380993" y="370726"/>
                  <a:pt x="382835" y="370726"/>
                  <a:pt x="384161" y="370726"/>
                </a:cubicBezTo>
                <a:cubicBezTo>
                  <a:pt x="385782" y="368147"/>
                  <a:pt x="387404" y="365568"/>
                  <a:pt x="389025" y="362989"/>
                </a:cubicBezTo>
                <a:cubicBezTo>
                  <a:pt x="387477" y="360410"/>
                  <a:pt x="386003" y="357831"/>
                  <a:pt x="384456" y="355252"/>
                </a:cubicBezTo>
                <a:cubicBezTo>
                  <a:pt x="383130" y="355252"/>
                  <a:pt x="381287" y="355252"/>
                  <a:pt x="379740" y="355252"/>
                </a:cubicBezTo>
                <a:close/>
                <a:moveTo>
                  <a:pt x="379150" y="390254"/>
                </a:moveTo>
                <a:cubicBezTo>
                  <a:pt x="379150" y="390254"/>
                  <a:pt x="382614" y="390180"/>
                  <a:pt x="383940" y="390180"/>
                </a:cubicBezTo>
                <a:cubicBezTo>
                  <a:pt x="385561" y="387306"/>
                  <a:pt x="387109" y="384359"/>
                  <a:pt x="388730" y="381485"/>
                </a:cubicBezTo>
                <a:cubicBezTo>
                  <a:pt x="387183" y="378979"/>
                  <a:pt x="385709" y="376474"/>
                  <a:pt x="384161" y="373969"/>
                </a:cubicBezTo>
                <a:cubicBezTo>
                  <a:pt x="382909" y="373969"/>
                  <a:pt x="380993" y="373969"/>
                  <a:pt x="379519" y="373969"/>
                </a:cubicBezTo>
                <a:cubicBezTo>
                  <a:pt x="379372" y="380011"/>
                  <a:pt x="379298" y="385464"/>
                  <a:pt x="379150" y="390254"/>
                </a:cubicBezTo>
                <a:close/>
                <a:moveTo>
                  <a:pt x="391899" y="379643"/>
                </a:moveTo>
                <a:cubicBezTo>
                  <a:pt x="395067" y="379643"/>
                  <a:pt x="398162" y="379643"/>
                  <a:pt x="401257" y="379643"/>
                </a:cubicBezTo>
                <a:cubicBezTo>
                  <a:pt x="402804" y="377211"/>
                  <a:pt x="404426" y="374779"/>
                  <a:pt x="405973" y="372347"/>
                </a:cubicBezTo>
                <a:cubicBezTo>
                  <a:pt x="404426" y="369768"/>
                  <a:pt x="402878" y="367189"/>
                  <a:pt x="401331" y="364610"/>
                </a:cubicBezTo>
                <a:cubicBezTo>
                  <a:pt x="398236" y="364610"/>
                  <a:pt x="395067" y="364610"/>
                  <a:pt x="391899" y="364610"/>
                </a:cubicBezTo>
                <a:cubicBezTo>
                  <a:pt x="390351" y="367189"/>
                  <a:pt x="388730" y="369768"/>
                  <a:pt x="387183" y="372347"/>
                </a:cubicBezTo>
                <a:cubicBezTo>
                  <a:pt x="388804" y="374779"/>
                  <a:pt x="390351" y="377211"/>
                  <a:pt x="391899" y="379643"/>
                </a:cubicBezTo>
                <a:close/>
                <a:moveTo>
                  <a:pt x="425795" y="379643"/>
                </a:moveTo>
                <a:cubicBezTo>
                  <a:pt x="428964" y="379643"/>
                  <a:pt x="432059" y="379643"/>
                  <a:pt x="435154" y="379643"/>
                </a:cubicBezTo>
                <a:cubicBezTo>
                  <a:pt x="436775" y="377211"/>
                  <a:pt x="438322" y="374779"/>
                  <a:pt x="439943" y="372347"/>
                </a:cubicBezTo>
                <a:cubicBezTo>
                  <a:pt x="438396" y="369768"/>
                  <a:pt x="436922" y="367189"/>
                  <a:pt x="435375" y="364610"/>
                </a:cubicBezTo>
                <a:cubicBezTo>
                  <a:pt x="432280" y="364610"/>
                  <a:pt x="429111" y="364610"/>
                  <a:pt x="426016" y="364610"/>
                </a:cubicBezTo>
                <a:cubicBezTo>
                  <a:pt x="424395" y="367189"/>
                  <a:pt x="422848" y="369768"/>
                  <a:pt x="421227" y="372347"/>
                </a:cubicBezTo>
                <a:cubicBezTo>
                  <a:pt x="422700" y="374779"/>
                  <a:pt x="424248" y="377211"/>
                  <a:pt x="425795" y="379643"/>
                </a:cubicBezTo>
                <a:close/>
                <a:moveTo>
                  <a:pt x="438027" y="381411"/>
                </a:moveTo>
                <a:cubicBezTo>
                  <a:pt x="439575" y="384359"/>
                  <a:pt x="441049" y="387233"/>
                  <a:pt x="442596" y="390106"/>
                </a:cubicBezTo>
                <a:cubicBezTo>
                  <a:pt x="445691" y="390106"/>
                  <a:pt x="448860" y="390106"/>
                  <a:pt x="451955" y="390106"/>
                </a:cubicBezTo>
                <a:cubicBezTo>
                  <a:pt x="453576" y="387159"/>
                  <a:pt x="455123" y="384285"/>
                  <a:pt x="456744" y="381411"/>
                </a:cubicBezTo>
                <a:cubicBezTo>
                  <a:pt x="455271" y="378906"/>
                  <a:pt x="453723" y="376400"/>
                  <a:pt x="452176" y="373895"/>
                </a:cubicBezTo>
                <a:cubicBezTo>
                  <a:pt x="449081" y="373895"/>
                  <a:pt x="445912" y="373895"/>
                  <a:pt x="442817" y="373895"/>
                </a:cubicBezTo>
                <a:cubicBezTo>
                  <a:pt x="441196" y="376400"/>
                  <a:pt x="439575" y="378906"/>
                  <a:pt x="438027" y="381411"/>
                </a:cubicBezTo>
                <a:close/>
                <a:moveTo>
                  <a:pt x="459618" y="379643"/>
                </a:moveTo>
                <a:cubicBezTo>
                  <a:pt x="462787" y="379643"/>
                  <a:pt x="465882" y="379643"/>
                  <a:pt x="468977" y="379643"/>
                </a:cubicBezTo>
                <a:cubicBezTo>
                  <a:pt x="470598" y="377211"/>
                  <a:pt x="472293" y="374779"/>
                  <a:pt x="473914" y="372347"/>
                </a:cubicBezTo>
                <a:cubicBezTo>
                  <a:pt x="472440" y="369768"/>
                  <a:pt x="470892" y="367189"/>
                  <a:pt x="469419" y="364610"/>
                </a:cubicBezTo>
                <a:cubicBezTo>
                  <a:pt x="466324" y="364610"/>
                  <a:pt x="463155" y="364610"/>
                  <a:pt x="459987" y="364610"/>
                </a:cubicBezTo>
                <a:cubicBezTo>
                  <a:pt x="458365" y="367189"/>
                  <a:pt x="456744" y="369768"/>
                  <a:pt x="455123" y="372347"/>
                </a:cubicBezTo>
                <a:cubicBezTo>
                  <a:pt x="456597" y="374779"/>
                  <a:pt x="458144" y="377211"/>
                  <a:pt x="459618" y="379643"/>
                </a:cubicBezTo>
                <a:close/>
                <a:moveTo>
                  <a:pt x="476935" y="370726"/>
                </a:moveTo>
                <a:cubicBezTo>
                  <a:pt x="480104" y="370726"/>
                  <a:pt x="483272" y="370726"/>
                  <a:pt x="486367" y="370726"/>
                </a:cubicBezTo>
                <a:cubicBezTo>
                  <a:pt x="488062" y="368147"/>
                  <a:pt x="489683" y="365568"/>
                  <a:pt x="491378" y="362989"/>
                </a:cubicBezTo>
                <a:cubicBezTo>
                  <a:pt x="489904" y="360410"/>
                  <a:pt x="488357" y="357831"/>
                  <a:pt x="486883" y="355252"/>
                </a:cubicBezTo>
                <a:cubicBezTo>
                  <a:pt x="483714" y="355252"/>
                  <a:pt x="480546" y="355252"/>
                  <a:pt x="477377" y="355252"/>
                </a:cubicBezTo>
                <a:cubicBezTo>
                  <a:pt x="475756" y="357831"/>
                  <a:pt x="474061" y="360410"/>
                  <a:pt x="472440" y="362989"/>
                </a:cubicBezTo>
                <a:cubicBezTo>
                  <a:pt x="473914" y="365568"/>
                  <a:pt x="475387" y="368147"/>
                  <a:pt x="476935" y="370726"/>
                </a:cubicBezTo>
                <a:close/>
                <a:moveTo>
                  <a:pt x="494399" y="361368"/>
                </a:moveTo>
                <a:cubicBezTo>
                  <a:pt x="497568" y="361368"/>
                  <a:pt x="500736" y="361368"/>
                  <a:pt x="503905" y="361368"/>
                </a:cubicBezTo>
                <a:cubicBezTo>
                  <a:pt x="505600" y="358789"/>
                  <a:pt x="507221" y="356210"/>
                  <a:pt x="508916" y="353631"/>
                </a:cubicBezTo>
                <a:cubicBezTo>
                  <a:pt x="507442" y="351052"/>
                  <a:pt x="505894" y="348472"/>
                  <a:pt x="504347" y="345893"/>
                </a:cubicBezTo>
                <a:cubicBezTo>
                  <a:pt x="501178" y="345893"/>
                  <a:pt x="498010" y="345893"/>
                  <a:pt x="494841" y="345893"/>
                </a:cubicBezTo>
                <a:cubicBezTo>
                  <a:pt x="493220" y="348472"/>
                  <a:pt x="491525" y="351052"/>
                  <a:pt x="489830" y="353631"/>
                </a:cubicBezTo>
                <a:cubicBezTo>
                  <a:pt x="491378" y="356210"/>
                  <a:pt x="492852" y="358789"/>
                  <a:pt x="494399" y="361368"/>
                </a:cubicBezTo>
                <a:close/>
                <a:moveTo>
                  <a:pt x="504421" y="342725"/>
                </a:moveTo>
                <a:cubicBezTo>
                  <a:pt x="506042" y="340146"/>
                  <a:pt x="507737" y="337567"/>
                  <a:pt x="509358" y="334987"/>
                </a:cubicBezTo>
                <a:cubicBezTo>
                  <a:pt x="507810" y="332408"/>
                  <a:pt x="506263" y="329829"/>
                  <a:pt x="504715" y="327250"/>
                </a:cubicBezTo>
                <a:cubicBezTo>
                  <a:pt x="501547" y="327250"/>
                  <a:pt x="498378" y="327250"/>
                  <a:pt x="495210" y="327250"/>
                </a:cubicBezTo>
                <a:cubicBezTo>
                  <a:pt x="493588" y="329829"/>
                  <a:pt x="491894" y="332408"/>
                  <a:pt x="490273" y="334987"/>
                </a:cubicBezTo>
                <a:cubicBezTo>
                  <a:pt x="491820" y="337567"/>
                  <a:pt x="493294" y="340146"/>
                  <a:pt x="494841" y="342725"/>
                </a:cubicBezTo>
                <a:cubicBezTo>
                  <a:pt x="498084" y="342725"/>
                  <a:pt x="501252" y="342725"/>
                  <a:pt x="504421" y="342725"/>
                </a:cubicBezTo>
                <a:close/>
                <a:moveTo>
                  <a:pt x="473251" y="325555"/>
                </a:moveTo>
                <a:cubicBezTo>
                  <a:pt x="474798" y="328208"/>
                  <a:pt x="476345" y="330787"/>
                  <a:pt x="477893" y="333366"/>
                </a:cubicBezTo>
                <a:cubicBezTo>
                  <a:pt x="481061" y="333366"/>
                  <a:pt x="484230" y="333366"/>
                  <a:pt x="487399" y="333366"/>
                </a:cubicBezTo>
                <a:cubicBezTo>
                  <a:pt x="489094" y="330787"/>
                  <a:pt x="490715" y="328134"/>
                  <a:pt x="492409" y="325555"/>
                </a:cubicBezTo>
                <a:lnTo>
                  <a:pt x="473251" y="325555"/>
                </a:lnTo>
                <a:close/>
                <a:moveTo>
                  <a:pt x="404352" y="325629"/>
                </a:moveTo>
                <a:cubicBezTo>
                  <a:pt x="405973" y="328208"/>
                  <a:pt x="407520" y="330861"/>
                  <a:pt x="409142" y="333440"/>
                </a:cubicBezTo>
                <a:cubicBezTo>
                  <a:pt x="412310" y="333440"/>
                  <a:pt x="415479" y="333440"/>
                  <a:pt x="418647" y="333440"/>
                </a:cubicBezTo>
                <a:cubicBezTo>
                  <a:pt x="420269" y="330861"/>
                  <a:pt x="421890" y="328208"/>
                  <a:pt x="423511" y="325629"/>
                </a:cubicBezTo>
                <a:lnTo>
                  <a:pt x="404352" y="325629"/>
                </a:lnTo>
                <a:close/>
                <a:moveTo>
                  <a:pt x="438838" y="325555"/>
                </a:moveTo>
                <a:cubicBezTo>
                  <a:pt x="440385" y="328208"/>
                  <a:pt x="441933" y="330787"/>
                  <a:pt x="443554" y="333366"/>
                </a:cubicBezTo>
                <a:cubicBezTo>
                  <a:pt x="446723" y="333366"/>
                  <a:pt x="449891" y="333366"/>
                  <a:pt x="453060" y="333366"/>
                </a:cubicBezTo>
                <a:cubicBezTo>
                  <a:pt x="454755" y="330787"/>
                  <a:pt x="456376" y="328134"/>
                  <a:pt x="458071" y="325555"/>
                </a:cubicBezTo>
                <a:lnTo>
                  <a:pt x="438838" y="325555"/>
                </a:lnTo>
                <a:close/>
                <a:moveTo>
                  <a:pt x="379961" y="325629"/>
                </a:moveTo>
                <a:cubicBezTo>
                  <a:pt x="379961" y="328798"/>
                  <a:pt x="379961" y="333440"/>
                  <a:pt x="379961" y="333440"/>
                </a:cubicBezTo>
                <a:cubicBezTo>
                  <a:pt x="381509" y="333440"/>
                  <a:pt x="383498" y="333440"/>
                  <a:pt x="384824" y="333440"/>
                </a:cubicBezTo>
                <a:cubicBezTo>
                  <a:pt x="386446" y="330861"/>
                  <a:pt x="388140" y="328208"/>
                  <a:pt x="389762" y="325629"/>
                </a:cubicBezTo>
                <a:lnTo>
                  <a:pt x="379961" y="325629"/>
                </a:lnTo>
                <a:close/>
                <a:moveTo>
                  <a:pt x="498084" y="205591"/>
                </a:moveTo>
                <a:cubicBezTo>
                  <a:pt x="496610" y="203012"/>
                  <a:pt x="495210" y="200506"/>
                  <a:pt x="493736" y="197927"/>
                </a:cubicBezTo>
                <a:cubicBezTo>
                  <a:pt x="490788" y="197927"/>
                  <a:pt x="487767" y="197927"/>
                  <a:pt x="484820" y="197927"/>
                </a:cubicBezTo>
                <a:cubicBezTo>
                  <a:pt x="483272" y="200506"/>
                  <a:pt x="481798" y="203085"/>
                  <a:pt x="480251" y="205591"/>
                </a:cubicBezTo>
                <a:cubicBezTo>
                  <a:pt x="481725" y="208170"/>
                  <a:pt x="483125" y="210749"/>
                  <a:pt x="484598" y="213254"/>
                </a:cubicBezTo>
                <a:cubicBezTo>
                  <a:pt x="487546" y="213254"/>
                  <a:pt x="490567" y="213254"/>
                  <a:pt x="493515" y="213254"/>
                </a:cubicBezTo>
                <a:cubicBezTo>
                  <a:pt x="495062" y="210749"/>
                  <a:pt x="496610" y="208170"/>
                  <a:pt x="498084" y="205591"/>
                </a:cubicBezTo>
                <a:close/>
                <a:moveTo>
                  <a:pt x="496241" y="214875"/>
                </a:moveTo>
                <a:cubicBezTo>
                  <a:pt x="497715" y="217454"/>
                  <a:pt x="499115" y="220034"/>
                  <a:pt x="500589" y="222539"/>
                </a:cubicBezTo>
                <a:cubicBezTo>
                  <a:pt x="503536" y="222539"/>
                  <a:pt x="506558" y="222539"/>
                  <a:pt x="509505" y="222539"/>
                </a:cubicBezTo>
                <a:cubicBezTo>
                  <a:pt x="511053" y="219960"/>
                  <a:pt x="512600" y="217381"/>
                  <a:pt x="514074" y="214875"/>
                </a:cubicBezTo>
                <a:cubicBezTo>
                  <a:pt x="512600" y="212296"/>
                  <a:pt x="511200" y="209791"/>
                  <a:pt x="509726" y="207212"/>
                </a:cubicBezTo>
                <a:cubicBezTo>
                  <a:pt x="506779" y="207212"/>
                  <a:pt x="503757" y="207212"/>
                  <a:pt x="500810" y="207212"/>
                </a:cubicBezTo>
                <a:cubicBezTo>
                  <a:pt x="499336" y="209791"/>
                  <a:pt x="497789" y="212370"/>
                  <a:pt x="496241" y="214875"/>
                </a:cubicBezTo>
                <a:close/>
                <a:moveTo>
                  <a:pt x="477451" y="207212"/>
                </a:moveTo>
                <a:cubicBezTo>
                  <a:pt x="474503" y="207212"/>
                  <a:pt x="471482" y="207212"/>
                  <a:pt x="468534" y="207212"/>
                </a:cubicBezTo>
                <a:cubicBezTo>
                  <a:pt x="466987" y="209791"/>
                  <a:pt x="465513" y="212370"/>
                  <a:pt x="463966" y="214875"/>
                </a:cubicBezTo>
                <a:cubicBezTo>
                  <a:pt x="465440" y="217454"/>
                  <a:pt x="466840" y="220034"/>
                  <a:pt x="468313" y="222539"/>
                </a:cubicBezTo>
                <a:cubicBezTo>
                  <a:pt x="471261" y="222539"/>
                  <a:pt x="474282" y="222539"/>
                  <a:pt x="477230" y="222539"/>
                </a:cubicBezTo>
                <a:cubicBezTo>
                  <a:pt x="478777" y="219960"/>
                  <a:pt x="480251" y="217381"/>
                  <a:pt x="481798" y="214875"/>
                </a:cubicBezTo>
                <a:cubicBezTo>
                  <a:pt x="480398" y="212370"/>
                  <a:pt x="478925" y="209791"/>
                  <a:pt x="477451" y="207212"/>
                </a:cubicBezTo>
                <a:close/>
                <a:moveTo>
                  <a:pt x="465808" y="205664"/>
                </a:moveTo>
                <a:cubicBezTo>
                  <a:pt x="464334" y="203085"/>
                  <a:pt x="462934" y="200580"/>
                  <a:pt x="461460" y="198001"/>
                </a:cubicBezTo>
                <a:cubicBezTo>
                  <a:pt x="458513" y="198001"/>
                  <a:pt x="455492" y="198001"/>
                  <a:pt x="452544" y="198001"/>
                </a:cubicBezTo>
                <a:cubicBezTo>
                  <a:pt x="450997" y="200580"/>
                  <a:pt x="449523" y="203159"/>
                  <a:pt x="447975" y="205664"/>
                </a:cubicBezTo>
                <a:cubicBezTo>
                  <a:pt x="449449" y="208243"/>
                  <a:pt x="450923" y="210823"/>
                  <a:pt x="452323" y="213328"/>
                </a:cubicBezTo>
                <a:cubicBezTo>
                  <a:pt x="455271" y="213328"/>
                  <a:pt x="458292" y="213328"/>
                  <a:pt x="461239" y="213328"/>
                </a:cubicBezTo>
                <a:cubicBezTo>
                  <a:pt x="462787" y="210749"/>
                  <a:pt x="464261" y="208170"/>
                  <a:pt x="465808" y="205664"/>
                </a:cubicBezTo>
                <a:close/>
                <a:moveTo>
                  <a:pt x="445175" y="207212"/>
                </a:moveTo>
                <a:cubicBezTo>
                  <a:pt x="442228" y="207212"/>
                  <a:pt x="439206" y="207212"/>
                  <a:pt x="436259" y="207212"/>
                </a:cubicBezTo>
                <a:cubicBezTo>
                  <a:pt x="434712" y="209791"/>
                  <a:pt x="433238" y="212370"/>
                  <a:pt x="431690" y="214875"/>
                </a:cubicBezTo>
                <a:cubicBezTo>
                  <a:pt x="433164" y="217454"/>
                  <a:pt x="434638" y="220034"/>
                  <a:pt x="436038" y="222539"/>
                </a:cubicBezTo>
                <a:cubicBezTo>
                  <a:pt x="438985" y="222539"/>
                  <a:pt x="442007" y="222539"/>
                  <a:pt x="444954" y="222539"/>
                </a:cubicBezTo>
                <a:cubicBezTo>
                  <a:pt x="446502" y="219960"/>
                  <a:pt x="447975" y="217381"/>
                  <a:pt x="449523" y="214875"/>
                </a:cubicBezTo>
                <a:cubicBezTo>
                  <a:pt x="448123" y="212370"/>
                  <a:pt x="446649" y="209791"/>
                  <a:pt x="445175" y="207212"/>
                </a:cubicBezTo>
                <a:close/>
                <a:moveTo>
                  <a:pt x="433532" y="205664"/>
                </a:moveTo>
                <a:cubicBezTo>
                  <a:pt x="432059" y="203085"/>
                  <a:pt x="430585" y="200580"/>
                  <a:pt x="429185" y="198001"/>
                </a:cubicBezTo>
                <a:cubicBezTo>
                  <a:pt x="426237" y="198001"/>
                  <a:pt x="423216" y="198001"/>
                  <a:pt x="420269" y="198001"/>
                </a:cubicBezTo>
                <a:cubicBezTo>
                  <a:pt x="418721" y="200580"/>
                  <a:pt x="417247" y="203159"/>
                  <a:pt x="415700" y="205664"/>
                </a:cubicBezTo>
                <a:cubicBezTo>
                  <a:pt x="417174" y="208243"/>
                  <a:pt x="418647" y="210823"/>
                  <a:pt x="420121" y="213328"/>
                </a:cubicBezTo>
                <a:cubicBezTo>
                  <a:pt x="423069" y="213328"/>
                  <a:pt x="426090" y="213328"/>
                  <a:pt x="429038" y="213328"/>
                </a:cubicBezTo>
                <a:cubicBezTo>
                  <a:pt x="430511" y="210823"/>
                  <a:pt x="431985" y="208243"/>
                  <a:pt x="433532" y="205664"/>
                </a:cubicBezTo>
                <a:close/>
                <a:moveTo>
                  <a:pt x="412900" y="207212"/>
                </a:moveTo>
                <a:cubicBezTo>
                  <a:pt x="409952" y="207212"/>
                  <a:pt x="406931" y="207212"/>
                  <a:pt x="403983" y="207212"/>
                </a:cubicBezTo>
                <a:cubicBezTo>
                  <a:pt x="402436" y="209791"/>
                  <a:pt x="400962" y="212370"/>
                  <a:pt x="399488" y="214875"/>
                </a:cubicBezTo>
                <a:cubicBezTo>
                  <a:pt x="400962" y="217454"/>
                  <a:pt x="402436" y="220034"/>
                  <a:pt x="403910" y="222539"/>
                </a:cubicBezTo>
                <a:cubicBezTo>
                  <a:pt x="406931" y="222539"/>
                  <a:pt x="409879" y="222539"/>
                  <a:pt x="412826" y="222539"/>
                </a:cubicBezTo>
                <a:cubicBezTo>
                  <a:pt x="414300" y="219960"/>
                  <a:pt x="415847" y="217381"/>
                  <a:pt x="417395" y="214875"/>
                </a:cubicBezTo>
                <a:cubicBezTo>
                  <a:pt x="415847" y="212370"/>
                  <a:pt x="414374" y="209791"/>
                  <a:pt x="412900" y="207212"/>
                </a:cubicBezTo>
                <a:close/>
                <a:moveTo>
                  <a:pt x="396688" y="216497"/>
                </a:moveTo>
                <a:cubicBezTo>
                  <a:pt x="393741" y="216497"/>
                  <a:pt x="390720" y="216497"/>
                  <a:pt x="387772" y="216497"/>
                </a:cubicBezTo>
                <a:cubicBezTo>
                  <a:pt x="386298" y="219076"/>
                  <a:pt x="384751" y="221655"/>
                  <a:pt x="383277" y="224160"/>
                </a:cubicBezTo>
                <a:cubicBezTo>
                  <a:pt x="384751" y="226739"/>
                  <a:pt x="386225" y="229318"/>
                  <a:pt x="387698" y="231824"/>
                </a:cubicBezTo>
                <a:cubicBezTo>
                  <a:pt x="390646" y="231824"/>
                  <a:pt x="393667" y="231824"/>
                  <a:pt x="396615" y="231824"/>
                </a:cubicBezTo>
                <a:cubicBezTo>
                  <a:pt x="398088" y="229245"/>
                  <a:pt x="399636" y="226666"/>
                  <a:pt x="401110" y="224160"/>
                </a:cubicBezTo>
                <a:cubicBezTo>
                  <a:pt x="399562" y="221655"/>
                  <a:pt x="398162" y="219076"/>
                  <a:pt x="396688" y="216497"/>
                </a:cubicBezTo>
                <a:close/>
                <a:moveTo>
                  <a:pt x="401183" y="205664"/>
                </a:moveTo>
                <a:cubicBezTo>
                  <a:pt x="399710" y="203085"/>
                  <a:pt x="398236" y="200580"/>
                  <a:pt x="396762" y="198001"/>
                </a:cubicBezTo>
                <a:cubicBezTo>
                  <a:pt x="393814" y="198001"/>
                  <a:pt x="390793" y="198001"/>
                  <a:pt x="387846" y="198001"/>
                </a:cubicBezTo>
                <a:cubicBezTo>
                  <a:pt x="386298" y="200580"/>
                  <a:pt x="384824" y="203159"/>
                  <a:pt x="383351" y="205664"/>
                </a:cubicBezTo>
                <a:cubicBezTo>
                  <a:pt x="384824" y="208243"/>
                  <a:pt x="386298" y="210823"/>
                  <a:pt x="387772" y="213328"/>
                </a:cubicBezTo>
                <a:cubicBezTo>
                  <a:pt x="390793" y="213328"/>
                  <a:pt x="393741" y="213328"/>
                  <a:pt x="396688" y="213328"/>
                </a:cubicBezTo>
                <a:cubicBezTo>
                  <a:pt x="398162" y="210823"/>
                  <a:pt x="399710" y="208243"/>
                  <a:pt x="401183" y="205664"/>
                </a:cubicBezTo>
                <a:close/>
                <a:moveTo>
                  <a:pt x="380624" y="207285"/>
                </a:moveTo>
                <a:cubicBezTo>
                  <a:pt x="377677" y="207285"/>
                  <a:pt x="374655" y="207285"/>
                  <a:pt x="371708" y="207285"/>
                </a:cubicBezTo>
                <a:cubicBezTo>
                  <a:pt x="370234" y="209865"/>
                  <a:pt x="368687" y="212444"/>
                  <a:pt x="367213" y="214949"/>
                </a:cubicBezTo>
                <a:cubicBezTo>
                  <a:pt x="368687" y="217528"/>
                  <a:pt x="370160" y="220107"/>
                  <a:pt x="371634" y="222613"/>
                </a:cubicBezTo>
                <a:cubicBezTo>
                  <a:pt x="374582" y="222613"/>
                  <a:pt x="377603" y="222613"/>
                  <a:pt x="380551" y="222613"/>
                </a:cubicBezTo>
                <a:cubicBezTo>
                  <a:pt x="382024" y="220034"/>
                  <a:pt x="383572" y="217454"/>
                  <a:pt x="385046" y="214949"/>
                </a:cubicBezTo>
                <a:cubicBezTo>
                  <a:pt x="383498" y="212370"/>
                  <a:pt x="382098" y="209865"/>
                  <a:pt x="380624" y="207285"/>
                </a:cubicBezTo>
                <a:close/>
                <a:moveTo>
                  <a:pt x="368908" y="205664"/>
                </a:moveTo>
                <a:cubicBezTo>
                  <a:pt x="367434" y="203085"/>
                  <a:pt x="365960" y="200506"/>
                  <a:pt x="364487" y="198001"/>
                </a:cubicBezTo>
                <a:cubicBezTo>
                  <a:pt x="361539" y="198001"/>
                  <a:pt x="358518" y="198001"/>
                  <a:pt x="355570" y="198001"/>
                </a:cubicBezTo>
                <a:cubicBezTo>
                  <a:pt x="354096" y="200580"/>
                  <a:pt x="352549" y="203159"/>
                  <a:pt x="351075" y="205664"/>
                </a:cubicBezTo>
                <a:cubicBezTo>
                  <a:pt x="352549" y="208243"/>
                  <a:pt x="354023" y="210823"/>
                  <a:pt x="355497" y="213328"/>
                </a:cubicBezTo>
                <a:cubicBezTo>
                  <a:pt x="358444" y="213328"/>
                  <a:pt x="361465" y="213328"/>
                  <a:pt x="364413" y="213328"/>
                </a:cubicBezTo>
                <a:cubicBezTo>
                  <a:pt x="365887" y="210823"/>
                  <a:pt x="367434" y="208243"/>
                  <a:pt x="368908" y="205664"/>
                </a:cubicBezTo>
                <a:close/>
                <a:moveTo>
                  <a:pt x="348275" y="207285"/>
                </a:moveTo>
                <a:cubicBezTo>
                  <a:pt x="345328" y="207285"/>
                  <a:pt x="342306" y="207285"/>
                  <a:pt x="339359" y="207285"/>
                </a:cubicBezTo>
                <a:cubicBezTo>
                  <a:pt x="337885" y="209865"/>
                  <a:pt x="336338" y="212444"/>
                  <a:pt x="334864" y="214949"/>
                </a:cubicBezTo>
                <a:cubicBezTo>
                  <a:pt x="336338" y="217528"/>
                  <a:pt x="337811" y="220107"/>
                  <a:pt x="339285" y="222613"/>
                </a:cubicBezTo>
                <a:cubicBezTo>
                  <a:pt x="342233" y="222613"/>
                  <a:pt x="345254" y="222613"/>
                  <a:pt x="348201" y="222613"/>
                </a:cubicBezTo>
                <a:cubicBezTo>
                  <a:pt x="349675" y="220034"/>
                  <a:pt x="351223" y="217454"/>
                  <a:pt x="352696" y="214949"/>
                </a:cubicBezTo>
                <a:cubicBezTo>
                  <a:pt x="351223" y="212370"/>
                  <a:pt x="349749" y="209865"/>
                  <a:pt x="348275" y="207285"/>
                </a:cubicBezTo>
                <a:close/>
                <a:moveTo>
                  <a:pt x="336632" y="205664"/>
                </a:moveTo>
                <a:cubicBezTo>
                  <a:pt x="335159" y="203085"/>
                  <a:pt x="333685" y="200506"/>
                  <a:pt x="332211" y="198001"/>
                </a:cubicBezTo>
                <a:cubicBezTo>
                  <a:pt x="329263" y="198001"/>
                  <a:pt x="326242" y="198001"/>
                  <a:pt x="323295" y="198001"/>
                </a:cubicBezTo>
                <a:cubicBezTo>
                  <a:pt x="321821" y="200580"/>
                  <a:pt x="320273" y="203159"/>
                  <a:pt x="318800" y="205664"/>
                </a:cubicBezTo>
                <a:cubicBezTo>
                  <a:pt x="320273" y="208243"/>
                  <a:pt x="321747" y="210823"/>
                  <a:pt x="323221" y="213328"/>
                </a:cubicBezTo>
                <a:cubicBezTo>
                  <a:pt x="326169" y="213328"/>
                  <a:pt x="329190" y="213328"/>
                  <a:pt x="332137" y="213328"/>
                </a:cubicBezTo>
                <a:cubicBezTo>
                  <a:pt x="333611" y="210823"/>
                  <a:pt x="335085" y="208243"/>
                  <a:pt x="336632" y="205664"/>
                </a:cubicBezTo>
                <a:close/>
                <a:moveTo>
                  <a:pt x="316000" y="207285"/>
                </a:moveTo>
                <a:cubicBezTo>
                  <a:pt x="313052" y="207285"/>
                  <a:pt x="310031" y="207285"/>
                  <a:pt x="307083" y="207285"/>
                </a:cubicBezTo>
                <a:cubicBezTo>
                  <a:pt x="305610" y="209865"/>
                  <a:pt x="304136" y="212444"/>
                  <a:pt x="302588" y="214949"/>
                </a:cubicBezTo>
                <a:cubicBezTo>
                  <a:pt x="304062" y="217528"/>
                  <a:pt x="305536" y="220107"/>
                  <a:pt x="307010" y="222613"/>
                </a:cubicBezTo>
                <a:cubicBezTo>
                  <a:pt x="309957" y="222613"/>
                  <a:pt x="312978" y="222613"/>
                  <a:pt x="315926" y="222613"/>
                </a:cubicBezTo>
                <a:cubicBezTo>
                  <a:pt x="317400" y="220034"/>
                  <a:pt x="318947" y="217454"/>
                  <a:pt x="320421" y="214949"/>
                </a:cubicBezTo>
                <a:cubicBezTo>
                  <a:pt x="318947" y="212370"/>
                  <a:pt x="317473" y="209865"/>
                  <a:pt x="316000" y="207285"/>
                </a:cubicBezTo>
                <a:close/>
                <a:moveTo>
                  <a:pt x="304283" y="205664"/>
                </a:moveTo>
                <a:cubicBezTo>
                  <a:pt x="302809" y="203085"/>
                  <a:pt x="301336" y="200506"/>
                  <a:pt x="299862" y="198001"/>
                </a:cubicBezTo>
                <a:cubicBezTo>
                  <a:pt x="296914" y="198001"/>
                  <a:pt x="293893" y="198001"/>
                  <a:pt x="290946" y="198001"/>
                </a:cubicBezTo>
                <a:cubicBezTo>
                  <a:pt x="289472" y="200580"/>
                  <a:pt x="287998" y="203159"/>
                  <a:pt x="286451" y="205664"/>
                </a:cubicBezTo>
                <a:cubicBezTo>
                  <a:pt x="287924" y="208243"/>
                  <a:pt x="289398" y="210823"/>
                  <a:pt x="290946" y="213328"/>
                </a:cubicBezTo>
                <a:cubicBezTo>
                  <a:pt x="293893" y="213328"/>
                  <a:pt x="296914" y="213328"/>
                  <a:pt x="299862" y="213328"/>
                </a:cubicBezTo>
                <a:cubicBezTo>
                  <a:pt x="301336" y="210823"/>
                  <a:pt x="302809" y="208243"/>
                  <a:pt x="304283" y="205664"/>
                </a:cubicBezTo>
                <a:close/>
                <a:moveTo>
                  <a:pt x="290872" y="216570"/>
                </a:moveTo>
                <a:cubicBezTo>
                  <a:pt x="289398" y="219149"/>
                  <a:pt x="287924" y="221728"/>
                  <a:pt x="286377" y="224234"/>
                </a:cubicBezTo>
                <a:cubicBezTo>
                  <a:pt x="287851" y="226813"/>
                  <a:pt x="289324" y="229392"/>
                  <a:pt x="290798" y="231897"/>
                </a:cubicBezTo>
                <a:cubicBezTo>
                  <a:pt x="293746" y="231897"/>
                  <a:pt x="296767" y="231897"/>
                  <a:pt x="299714" y="231897"/>
                </a:cubicBezTo>
                <a:cubicBezTo>
                  <a:pt x="301188" y="229318"/>
                  <a:pt x="302662" y="226739"/>
                  <a:pt x="304209" y="224234"/>
                </a:cubicBezTo>
                <a:cubicBezTo>
                  <a:pt x="302736" y="221655"/>
                  <a:pt x="301262" y="219076"/>
                  <a:pt x="299788" y="216570"/>
                </a:cubicBezTo>
                <a:cubicBezTo>
                  <a:pt x="296841" y="216570"/>
                  <a:pt x="293893" y="216570"/>
                  <a:pt x="290872" y="216570"/>
                </a:cubicBezTo>
                <a:close/>
                <a:moveTo>
                  <a:pt x="302515" y="233519"/>
                </a:moveTo>
                <a:cubicBezTo>
                  <a:pt x="303988" y="236098"/>
                  <a:pt x="305462" y="238677"/>
                  <a:pt x="306936" y="241182"/>
                </a:cubicBezTo>
                <a:cubicBezTo>
                  <a:pt x="309883" y="241182"/>
                  <a:pt x="312905" y="241182"/>
                  <a:pt x="315852" y="241182"/>
                </a:cubicBezTo>
                <a:cubicBezTo>
                  <a:pt x="317326" y="238603"/>
                  <a:pt x="318800" y="236024"/>
                  <a:pt x="320347" y="233519"/>
                </a:cubicBezTo>
                <a:cubicBezTo>
                  <a:pt x="318873" y="230939"/>
                  <a:pt x="317400" y="228434"/>
                  <a:pt x="315926" y="225855"/>
                </a:cubicBezTo>
                <a:cubicBezTo>
                  <a:pt x="312978" y="225855"/>
                  <a:pt x="309957" y="225855"/>
                  <a:pt x="307010" y="225855"/>
                </a:cubicBezTo>
                <a:cubicBezTo>
                  <a:pt x="305536" y="228360"/>
                  <a:pt x="304062" y="230939"/>
                  <a:pt x="302515" y="233519"/>
                </a:cubicBezTo>
                <a:close/>
                <a:moveTo>
                  <a:pt x="323147" y="231897"/>
                </a:moveTo>
                <a:cubicBezTo>
                  <a:pt x="326095" y="231897"/>
                  <a:pt x="329116" y="231897"/>
                  <a:pt x="332064" y="231897"/>
                </a:cubicBezTo>
                <a:cubicBezTo>
                  <a:pt x="333537" y="229318"/>
                  <a:pt x="335085" y="226739"/>
                  <a:pt x="336559" y="224234"/>
                </a:cubicBezTo>
                <a:cubicBezTo>
                  <a:pt x="335085" y="221655"/>
                  <a:pt x="333611" y="219149"/>
                  <a:pt x="332137" y="216570"/>
                </a:cubicBezTo>
                <a:cubicBezTo>
                  <a:pt x="329190" y="216570"/>
                  <a:pt x="326169" y="216570"/>
                  <a:pt x="323221" y="216570"/>
                </a:cubicBezTo>
                <a:cubicBezTo>
                  <a:pt x="321747" y="219149"/>
                  <a:pt x="320200" y="221728"/>
                  <a:pt x="318726" y="224234"/>
                </a:cubicBezTo>
                <a:cubicBezTo>
                  <a:pt x="320200" y="226813"/>
                  <a:pt x="321674" y="229392"/>
                  <a:pt x="323147" y="231897"/>
                </a:cubicBezTo>
                <a:close/>
                <a:moveTo>
                  <a:pt x="334790" y="233519"/>
                </a:moveTo>
                <a:cubicBezTo>
                  <a:pt x="336264" y="236098"/>
                  <a:pt x="337738" y="238677"/>
                  <a:pt x="339211" y="241182"/>
                </a:cubicBezTo>
                <a:cubicBezTo>
                  <a:pt x="342159" y="241182"/>
                  <a:pt x="345180" y="241182"/>
                  <a:pt x="348128" y="241182"/>
                </a:cubicBezTo>
                <a:cubicBezTo>
                  <a:pt x="349601" y="238603"/>
                  <a:pt x="351149" y="236024"/>
                  <a:pt x="352623" y="233519"/>
                </a:cubicBezTo>
                <a:cubicBezTo>
                  <a:pt x="351149" y="230939"/>
                  <a:pt x="349675" y="228434"/>
                  <a:pt x="348201" y="225855"/>
                </a:cubicBezTo>
                <a:cubicBezTo>
                  <a:pt x="345254" y="225855"/>
                  <a:pt x="342233" y="225855"/>
                  <a:pt x="339285" y="225855"/>
                </a:cubicBezTo>
                <a:cubicBezTo>
                  <a:pt x="337811" y="228360"/>
                  <a:pt x="336264" y="230939"/>
                  <a:pt x="334790" y="233519"/>
                </a:cubicBezTo>
                <a:close/>
                <a:moveTo>
                  <a:pt x="355349" y="231897"/>
                </a:moveTo>
                <a:cubicBezTo>
                  <a:pt x="358297" y="231897"/>
                  <a:pt x="361318" y="231897"/>
                  <a:pt x="364265" y="231897"/>
                </a:cubicBezTo>
                <a:cubicBezTo>
                  <a:pt x="365739" y="229318"/>
                  <a:pt x="367287" y="226739"/>
                  <a:pt x="368760" y="224234"/>
                </a:cubicBezTo>
                <a:cubicBezTo>
                  <a:pt x="367287" y="221655"/>
                  <a:pt x="365813" y="219149"/>
                  <a:pt x="364339" y="216570"/>
                </a:cubicBezTo>
                <a:cubicBezTo>
                  <a:pt x="361392" y="216570"/>
                  <a:pt x="358370" y="216570"/>
                  <a:pt x="355423" y="216570"/>
                </a:cubicBezTo>
                <a:cubicBezTo>
                  <a:pt x="353949" y="219149"/>
                  <a:pt x="352402" y="221728"/>
                  <a:pt x="350928" y="224234"/>
                </a:cubicBezTo>
                <a:cubicBezTo>
                  <a:pt x="352475" y="226813"/>
                  <a:pt x="353949" y="229392"/>
                  <a:pt x="355349" y="231897"/>
                </a:cubicBezTo>
                <a:close/>
                <a:moveTo>
                  <a:pt x="367066" y="233519"/>
                </a:moveTo>
                <a:cubicBezTo>
                  <a:pt x="368539" y="236098"/>
                  <a:pt x="370013" y="238677"/>
                  <a:pt x="371487" y="241182"/>
                </a:cubicBezTo>
                <a:cubicBezTo>
                  <a:pt x="374434" y="241182"/>
                  <a:pt x="377456" y="241182"/>
                  <a:pt x="380403" y="241182"/>
                </a:cubicBezTo>
                <a:cubicBezTo>
                  <a:pt x="381877" y="238603"/>
                  <a:pt x="383424" y="236024"/>
                  <a:pt x="384898" y="233519"/>
                </a:cubicBezTo>
                <a:cubicBezTo>
                  <a:pt x="383424" y="230939"/>
                  <a:pt x="381951" y="228434"/>
                  <a:pt x="380477" y="225855"/>
                </a:cubicBezTo>
                <a:cubicBezTo>
                  <a:pt x="377529" y="225855"/>
                  <a:pt x="374508" y="225855"/>
                  <a:pt x="371561" y="225855"/>
                </a:cubicBezTo>
                <a:cubicBezTo>
                  <a:pt x="370013" y="228360"/>
                  <a:pt x="368539" y="230939"/>
                  <a:pt x="367066" y="233519"/>
                </a:cubicBezTo>
                <a:close/>
                <a:moveTo>
                  <a:pt x="382982" y="242951"/>
                </a:moveTo>
                <a:lnTo>
                  <a:pt x="400962" y="242951"/>
                </a:lnTo>
                <a:cubicBezTo>
                  <a:pt x="399488" y="240372"/>
                  <a:pt x="398015" y="237719"/>
                  <a:pt x="396467" y="235066"/>
                </a:cubicBezTo>
                <a:cubicBezTo>
                  <a:pt x="393520" y="235066"/>
                  <a:pt x="390572" y="235066"/>
                  <a:pt x="387551" y="235066"/>
                </a:cubicBezTo>
                <a:cubicBezTo>
                  <a:pt x="386077" y="237719"/>
                  <a:pt x="384530" y="240372"/>
                  <a:pt x="382982" y="242951"/>
                </a:cubicBezTo>
                <a:close/>
                <a:moveTo>
                  <a:pt x="403689" y="241182"/>
                </a:moveTo>
                <a:cubicBezTo>
                  <a:pt x="406636" y="241182"/>
                  <a:pt x="409657" y="241182"/>
                  <a:pt x="412605" y="241182"/>
                </a:cubicBezTo>
                <a:cubicBezTo>
                  <a:pt x="414079" y="238603"/>
                  <a:pt x="415626" y="236024"/>
                  <a:pt x="417100" y="233519"/>
                </a:cubicBezTo>
                <a:cubicBezTo>
                  <a:pt x="415626" y="230939"/>
                  <a:pt x="414152" y="228434"/>
                  <a:pt x="412752" y="225855"/>
                </a:cubicBezTo>
                <a:cubicBezTo>
                  <a:pt x="409805" y="225855"/>
                  <a:pt x="406857" y="225855"/>
                  <a:pt x="403836" y="225855"/>
                </a:cubicBezTo>
                <a:cubicBezTo>
                  <a:pt x="402362" y="228434"/>
                  <a:pt x="400815" y="231013"/>
                  <a:pt x="399341" y="233519"/>
                </a:cubicBezTo>
                <a:cubicBezTo>
                  <a:pt x="400741" y="236098"/>
                  <a:pt x="402215" y="238603"/>
                  <a:pt x="403689" y="241182"/>
                </a:cubicBezTo>
                <a:close/>
                <a:moveTo>
                  <a:pt x="419900" y="231897"/>
                </a:moveTo>
                <a:cubicBezTo>
                  <a:pt x="422921" y="231897"/>
                  <a:pt x="425869" y="231897"/>
                  <a:pt x="428816" y="231897"/>
                </a:cubicBezTo>
                <a:cubicBezTo>
                  <a:pt x="430290" y="229318"/>
                  <a:pt x="431838" y="226739"/>
                  <a:pt x="433385" y="224234"/>
                </a:cubicBezTo>
                <a:cubicBezTo>
                  <a:pt x="431911" y="221655"/>
                  <a:pt x="430438" y="219149"/>
                  <a:pt x="429038" y="216570"/>
                </a:cubicBezTo>
                <a:cubicBezTo>
                  <a:pt x="426090" y="216570"/>
                  <a:pt x="423069" y="216570"/>
                  <a:pt x="420121" y="216570"/>
                </a:cubicBezTo>
                <a:cubicBezTo>
                  <a:pt x="418574" y="219149"/>
                  <a:pt x="417100" y="221728"/>
                  <a:pt x="415553" y="224234"/>
                </a:cubicBezTo>
                <a:cubicBezTo>
                  <a:pt x="416953" y="226813"/>
                  <a:pt x="418426" y="229318"/>
                  <a:pt x="419900" y="231897"/>
                </a:cubicBezTo>
                <a:close/>
                <a:moveTo>
                  <a:pt x="431543" y="233519"/>
                </a:moveTo>
                <a:cubicBezTo>
                  <a:pt x="433017" y="236098"/>
                  <a:pt x="434490" y="238677"/>
                  <a:pt x="435891" y="241182"/>
                </a:cubicBezTo>
                <a:cubicBezTo>
                  <a:pt x="438838" y="241182"/>
                  <a:pt x="441859" y="241182"/>
                  <a:pt x="444807" y="241182"/>
                </a:cubicBezTo>
                <a:cubicBezTo>
                  <a:pt x="446354" y="238603"/>
                  <a:pt x="447828" y="236024"/>
                  <a:pt x="449375" y="233519"/>
                </a:cubicBezTo>
                <a:cubicBezTo>
                  <a:pt x="447902" y="230939"/>
                  <a:pt x="446502" y="228434"/>
                  <a:pt x="445028" y="225855"/>
                </a:cubicBezTo>
                <a:cubicBezTo>
                  <a:pt x="442080" y="225855"/>
                  <a:pt x="439059" y="225855"/>
                  <a:pt x="436112" y="225855"/>
                </a:cubicBezTo>
                <a:cubicBezTo>
                  <a:pt x="434564" y="228360"/>
                  <a:pt x="433017" y="230939"/>
                  <a:pt x="431543" y="233519"/>
                </a:cubicBezTo>
                <a:close/>
                <a:moveTo>
                  <a:pt x="452102" y="231897"/>
                </a:moveTo>
                <a:cubicBezTo>
                  <a:pt x="455049" y="231897"/>
                  <a:pt x="458071" y="231897"/>
                  <a:pt x="461018" y="231897"/>
                </a:cubicBezTo>
                <a:cubicBezTo>
                  <a:pt x="462566" y="229318"/>
                  <a:pt x="464039" y="226739"/>
                  <a:pt x="465587" y="224234"/>
                </a:cubicBezTo>
                <a:cubicBezTo>
                  <a:pt x="464113" y="221655"/>
                  <a:pt x="462713" y="219149"/>
                  <a:pt x="461239" y="216570"/>
                </a:cubicBezTo>
                <a:cubicBezTo>
                  <a:pt x="458292" y="216570"/>
                  <a:pt x="455271" y="216570"/>
                  <a:pt x="452323" y="216570"/>
                </a:cubicBezTo>
                <a:cubicBezTo>
                  <a:pt x="450776" y="219149"/>
                  <a:pt x="449302" y="221728"/>
                  <a:pt x="447754" y="224234"/>
                </a:cubicBezTo>
                <a:cubicBezTo>
                  <a:pt x="449228" y="226739"/>
                  <a:pt x="450628" y="229318"/>
                  <a:pt x="452102" y="231897"/>
                </a:cubicBezTo>
                <a:close/>
                <a:moveTo>
                  <a:pt x="463745" y="233445"/>
                </a:moveTo>
                <a:cubicBezTo>
                  <a:pt x="465218" y="236024"/>
                  <a:pt x="466619" y="238603"/>
                  <a:pt x="468092" y="241108"/>
                </a:cubicBezTo>
                <a:cubicBezTo>
                  <a:pt x="471040" y="241108"/>
                  <a:pt x="473987" y="241108"/>
                  <a:pt x="477009" y="241108"/>
                </a:cubicBezTo>
                <a:cubicBezTo>
                  <a:pt x="478556" y="238529"/>
                  <a:pt x="480030" y="235950"/>
                  <a:pt x="481577" y="233445"/>
                </a:cubicBezTo>
                <a:cubicBezTo>
                  <a:pt x="480104" y="230866"/>
                  <a:pt x="478703" y="228360"/>
                  <a:pt x="477230" y="225781"/>
                </a:cubicBezTo>
                <a:cubicBezTo>
                  <a:pt x="474282" y="225781"/>
                  <a:pt x="471261" y="225781"/>
                  <a:pt x="468313" y="225781"/>
                </a:cubicBezTo>
                <a:cubicBezTo>
                  <a:pt x="466766" y="228360"/>
                  <a:pt x="465292" y="230939"/>
                  <a:pt x="463745" y="233445"/>
                </a:cubicBezTo>
                <a:close/>
                <a:moveTo>
                  <a:pt x="484304" y="231897"/>
                </a:moveTo>
                <a:cubicBezTo>
                  <a:pt x="487251" y="231897"/>
                  <a:pt x="490273" y="231897"/>
                  <a:pt x="493220" y="231897"/>
                </a:cubicBezTo>
                <a:cubicBezTo>
                  <a:pt x="494768" y="229318"/>
                  <a:pt x="496241" y="226739"/>
                  <a:pt x="497789" y="224234"/>
                </a:cubicBezTo>
                <a:cubicBezTo>
                  <a:pt x="496315" y="221655"/>
                  <a:pt x="494915" y="219149"/>
                  <a:pt x="493441" y="216570"/>
                </a:cubicBezTo>
                <a:cubicBezTo>
                  <a:pt x="490494" y="216570"/>
                  <a:pt x="487472" y="216570"/>
                  <a:pt x="484525" y="216570"/>
                </a:cubicBezTo>
                <a:cubicBezTo>
                  <a:pt x="482977" y="219149"/>
                  <a:pt x="481504" y="221728"/>
                  <a:pt x="479956" y="224234"/>
                </a:cubicBezTo>
                <a:cubicBezTo>
                  <a:pt x="481430" y="226739"/>
                  <a:pt x="482904" y="229318"/>
                  <a:pt x="484304" y="231897"/>
                </a:cubicBezTo>
                <a:close/>
                <a:moveTo>
                  <a:pt x="495947" y="233445"/>
                </a:moveTo>
                <a:cubicBezTo>
                  <a:pt x="497420" y="236024"/>
                  <a:pt x="498820" y="238603"/>
                  <a:pt x="500294" y="241108"/>
                </a:cubicBezTo>
                <a:cubicBezTo>
                  <a:pt x="503242" y="241108"/>
                  <a:pt x="506189" y="241108"/>
                  <a:pt x="509210" y="241108"/>
                </a:cubicBezTo>
                <a:cubicBezTo>
                  <a:pt x="510758" y="238529"/>
                  <a:pt x="512305" y="235950"/>
                  <a:pt x="513779" y="233445"/>
                </a:cubicBezTo>
                <a:cubicBezTo>
                  <a:pt x="512379" y="230866"/>
                  <a:pt x="510905" y="228360"/>
                  <a:pt x="509505" y="225781"/>
                </a:cubicBezTo>
                <a:cubicBezTo>
                  <a:pt x="506558" y="225781"/>
                  <a:pt x="503610" y="225781"/>
                  <a:pt x="500589" y="225781"/>
                </a:cubicBezTo>
                <a:cubicBezTo>
                  <a:pt x="498968" y="228360"/>
                  <a:pt x="497494" y="230866"/>
                  <a:pt x="495947" y="233445"/>
                </a:cubicBezTo>
                <a:close/>
                <a:moveTo>
                  <a:pt x="516506" y="231824"/>
                </a:moveTo>
                <a:cubicBezTo>
                  <a:pt x="519453" y="231824"/>
                  <a:pt x="522401" y="231824"/>
                  <a:pt x="525422" y="231824"/>
                </a:cubicBezTo>
                <a:cubicBezTo>
                  <a:pt x="526969" y="229245"/>
                  <a:pt x="528517" y="226666"/>
                  <a:pt x="529991" y="224160"/>
                </a:cubicBezTo>
                <a:cubicBezTo>
                  <a:pt x="528590" y="221581"/>
                  <a:pt x="527117" y="219076"/>
                  <a:pt x="525717" y="216497"/>
                </a:cubicBezTo>
                <a:cubicBezTo>
                  <a:pt x="522769" y="216497"/>
                  <a:pt x="519748" y="216497"/>
                  <a:pt x="516800" y="216497"/>
                </a:cubicBezTo>
                <a:cubicBezTo>
                  <a:pt x="515253" y="219076"/>
                  <a:pt x="513779" y="221655"/>
                  <a:pt x="512232" y="224160"/>
                </a:cubicBezTo>
                <a:cubicBezTo>
                  <a:pt x="513632" y="226739"/>
                  <a:pt x="515105" y="229318"/>
                  <a:pt x="516506" y="231824"/>
                </a:cubicBezTo>
                <a:close/>
                <a:moveTo>
                  <a:pt x="525717" y="213328"/>
                </a:moveTo>
                <a:cubicBezTo>
                  <a:pt x="527264" y="210749"/>
                  <a:pt x="528812" y="208170"/>
                  <a:pt x="530285" y="205664"/>
                </a:cubicBezTo>
                <a:cubicBezTo>
                  <a:pt x="528885" y="203085"/>
                  <a:pt x="527411" y="200580"/>
                  <a:pt x="525938" y="198001"/>
                </a:cubicBezTo>
                <a:cubicBezTo>
                  <a:pt x="522990" y="198001"/>
                  <a:pt x="519969" y="198001"/>
                  <a:pt x="517021" y="198001"/>
                </a:cubicBezTo>
                <a:cubicBezTo>
                  <a:pt x="515474" y="200580"/>
                  <a:pt x="514000" y="203159"/>
                  <a:pt x="512453" y="205664"/>
                </a:cubicBezTo>
                <a:cubicBezTo>
                  <a:pt x="513926" y="208243"/>
                  <a:pt x="515327" y="210823"/>
                  <a:pt x="516800" y="213328"/>
                </a:cubicBezTo>
                <a:cubicBezTo>
                  <a:pt x="519822" y="213328"/>
                  <a:pt x="522769" y="213328"/>
                  <a:pt x="525717" y="213328"/>
                </a:cubicBezTo>
                <a:close/>
                <a:moveTo>
                  <a:pt x="514369" y="196306"/>
                </a:moveTo>
                <a:cubicBezTo>
                  <a:pt x="512895" y="193727"/>
                  <a:pt x="511495" y="191221"/>
                  <a:pt x="510021" y="188642"/>
                </a:cubicBezTo>
                <a:cubicBezTo>
                  <a:pt x="507073" y="188642"/>
                  <a:pt x="504052" y="188642"/>
                  <a:pt x="501105" y="188642"/>
                </a:cubicBezTo>
                <a:cubicBezTo>
                  <a:pt x="499557" y="191221"/>
                  <a:pt x="498084" y="193800"/>
                  <a:pt x="496536" y="196306"/>
                </a:cubicBezTo>
                <a:cubicBezTo>
                  <a:pt x="498010" y="198885"/>
                  <a:pt x="499410" y="201464"/>
                  <a:pt x="500884" y="203969"/>
                </a:cubicBezTo>
                <a:cubicBezTo>
                  <a:pt x="503831" y="203969"/>
                  <a:pt x="506852" y="203969"/>
                  <a:pt x="509800" y="203969"/>
                </a:cubicBezTo>
                <a:cubicBezTo>
                  <a:pt x="511347" y="201464"/>
                  <a:pt x="512821" y="198885"/>
                  <a:pt x="514369" y="196306"/>
                </a:cubicBezTo>
                <a:close/>
                <a:moveTo>
                  <a:pt x="498378" y="187095"/>
                </a:moveTo>
                <a:cubicBezTo>
                  <a:pt x="496904" y="184516"/>
                  <a:pt x="495504" y="182010"/>
                  <a:pt x="494031" y="179431"/>
                </a:cubicBezTo>
                <a:cubicBezTo>
                  <a:pt x="491083" y="179431"/>
                  <a:pt x="488062" y="179431"/>
                  <a:pt x="485114" y="179431"/>
                </a:cubicBezTo>
                <a:cubicBezTo>
                  <a:pt x="483567" y="182010"/>
                  <a:pt x="482093" y="184589"/>
                  <a:pt x="480546" y="187095"/>
                </a:cubicBezTo>
                <a:cubicBezTo>
                  <a:pt x="482019" y="189674"/>
                  <a:pt x="483419" y="192253"/>
                  <a:pt x="484893" y="194758"/>
                </a:cubicBezTo>
                <a:cubicBezTo>
                  <a:pt x="487841" y="194758"/>
                  <a:pt x="490862" y="194758"/>
                  <a:pt x="493810" y="194758"/>
                </a:cubicBezTo>
                <a:cubicBezTo>
                  <a:pt x="495357" y="192179"/>
                  <a:pt x="496831" y="189600"/>
                  <a:pt x="498378" y="187095"/>
                </a:cubicBezTo>
                <a:close/>
                <a:moveTo>
                  <a:pt x="477745" y="188642"/>
                </a:moveTo>
                <a:cubicBezTo>
                  <a:pt x="474798" y="188642"/>
                  <a:pt x="471777" y="188642"/>
                  <a:pt x="468829" y="188642"/>
                </a:cubicBezTo>
                <a:cubicBezTo>
                  <a:pt x="467282" y="191221"/>
                  <a:pt x="465808" y="193800"/>
                  <a:pt x="464261" y="196306"/>
                </a:cubicBezTo>
                <a:cubicBezTo>
                  <a:pt x="465734" y="198885"/>
                  <a:pt x="467208" y="201464"/>
                  <a:pt x="468608" y="203969"/>
                </a:cubicBezTo>
                <a:cubicBezTo>
                  <a:pt x="471556" y="203969"/>
                  <a:pt x="474577" y="203969"/>
                  <a:pt x="477524" y="203969"/>
                </a:cubicBezTo>
                <a:cubicBezTo>
                  <a:pt x="479072" y="201390"/>
                  <a:pt x="480546" y="198811"/>
                  <a:pt x="482093" y="196306"/>
                </a:cubicBezTo>
                <a:cubicBezTo>
                  <a:pt x="480619" y="193800"/>
                  <a:pt x="479219" y="191221"/>
                  <a:pt x="477745" y="188642"/>
                </a:cubicBezTo>
                <a:close/>
                <a:moveTo>
                  <a:pt x="466029" y="187095"/>
                </a:moveTo>
                <a:cubicBezTo>
                  <a:pt x="464555" y="184516"/>
                  <a:pt x="463155" y="182010"/>
                  <a:pt x="461681" y="179431"/>
                </a:cubicBezTo>
                <a:cubicBezTo>
                  <a:pt x="458734" y="179431"/>
                  <a:pt x="455713" y="179431"/>
                  <a:pt x="452765" y="179431"/>
                </a:cubicBezTo>
                <a:cubicBezTo>
                  <a:pt x="451218" y="182010"/>
                  <a:pt x="449744" y="184589"/>
                  <a:pt x="448196" y="187095"/>
                </a:cubicBezTo>
                <a:cubicBezTo>
                  <a:pt x="449670" y="189674"/>
                  <a:pt x="451144" y="192253"/>
                  <a:pt x="452544" y="194758"/>
                </a:cubicBezTo>
                <a:cubicBezTo>
                  <a:pt x="455492" y="194758"/>
                  <a:pt x="458513" y="194758"/>
                  <a:pt x="461460" y="194758"/>
                </a:cubicBezTo>
                <a:cubicBezTo>
                  <a:pt x="463008" y="192179"/>
                  <a:pt x="464555" y="189674"/>
                  <a:pt x="466029" y="187095"/>
                </a:cubicBezTo>
                <a:close/>
                <a:moveTo>
                  <a:pt x="445396" y="188716"/>
                </a:moveTo>
                <a:cubicBezTo>
                  <a:pt x="442449" y="188716"/>
                  <a:pt x="439428" y="188716"/>
                  <a:pt x="436480" y="188716"/>
                </a:cubicBezTo>
                <a:cubicBezTo>
                  <a:pt x="434933" y="191295"/>
                  <a:pt x="433459" y="193874"/>
                  <a:pt x="431911" y="196380"/>
                </a:cubicBezTo>
                <a:cubicBezTo>
                  <a:pt x="433385" y="198959"/>
                  <a:pt x="434859" y="201538"/>
                  <a:pt x="436259" y="204043"/>
                </a:cubicBezTo>
                <a:cubicBezTo>
                  <a:pt x="439206" y="204043"/>
                  <a:pt x="442228" y="204043"/>
                  <a:pt x="445175" y="204043"/>
                </a:cubicBezTo>
                <a:cubicBezTo>
                  <a:pt x="446723" y="201464"/>
                  <a:pt x="448196" y="198885"/>
                  <a:pt x="449744" y="196380"/>
                </a:cubicBezTo>
                <a:cubicBezTo>
                  <a:pt x="448344" y="193800"/>
                  <a:pt x="446870" y="191221"/>
                  <a:pt x="445396" y="188716"/>
                </a:cubicBezTo>
                <a:close/>
                <a:moveTo>
                  <a:pt x="433754" y="187095"/>
                </a:moveTo>
                <a:cubicBezTo>
                  <a:pt x="432280" y="184516"/>
                  <a:pt x="430806" y="182010"/>
                  <a:pt x="429332" y="179431"/>
                </a:cubicBezTo>
                <a:cubicBezTo>
                  <a:pt x="426385" y="179431"/>
                  <a:pt x="423363" y="179431"/>
                  <a:pt x="420416" y="179431"/>
                </a:cubicBezTo>
                <a:cubicBezTo>
                  <a:pt x="418869" y="182010"/>
                  <a:pt x="417395" y="184589"/>
                  <a:pt x="415847" y="187095"/>
                </a:cubicBezTo>
                <a:cubicBezTo>
                  <a:pt x="417321" y="189674"/>
                  <a:pt x="418795" y="192253"/>
                  <a:pt x="420269" y="194758"/>
                </a:cubicBezTo>
                <a:cubicBezTo>
                  <a:pt x="423216" y="194758"/>
                  <a:pt x="426237" y="194758"/>
                  <a:pt x="429185" y="194758"/>
                </a:cubicBezTo>
                <a:cubicBezTo>
                  <a:pt x="430659" y="192253"/>
                  <a:pt x="432206" y="189674"/>
                  <a:pt x="433754" y="187095"/>
                </a:cubicBezTo>
                <a:close/>
                <a:moveTo>
                  <a:pt x="413047" y="188716"/>
                </a:moveTo>
                <a:cubicBezTo>
                  <a:pt x="410100" y="188716"/>
                  <a:pt x="407078" y="188716"/>
                  <a:pt x="404131" y="188716"/>
                </a:cubicBezTo>
                <a:cubicBezTo>
                  <a:pt x="402583" y="191295"/>
                  <a:pt x="401110" y="193874"/>
                  <a:pt x="399562" y="196380"/>
                </a:cubicBezTo>
                <a:cubicBezTo>
                  <a:pt x="401036" y="198959"/>
                  <a:pt x="402510" y="201538"/>
                  <a:pt x="403983" y="204043"/>
                </a:cubicBezTo>
                <a:cubicBezTo>
                  <a:pt x="407005" y="204043"/>
                  <a:pt x="409952" y="204043"/>
                  <a:pt x="412900" y="204043"/>
                </a:cubicBezTo>
                <a:cubicBezTo>
                  <a:pt x="414374" y="201464"/>
                  <a:pt x="415921" y="198885"/>
                  <a:pt x="417468" y="196380"/>
                </a:cubicBezTo>
                <a:cubicBezTo>
                  <a:pt x="415995" y="193800"/>
                  <a:pt x="414521" y="191295"/>
                  <a:pt x="413047" y="188716"/>
                </a:cubicBezTo>
                <a:close/>
                <a:moveTo>
                  <a:pt x="401404" y="187095"/>
                </a:moveTo>
                <a:cubicBezTo>
                  <a:pt x="399931" y="184516"/>
                  <a:pt x="398457" y="181937"/>
                  <a:pt x="396983" y="179431"/>
                </a:cubicBezTo>
                <a:cubicBezTo>
                  <a:pt x="394036" y="179431"/>
                  <a:pt x="391014" y="179431"/>
                  <a:pt x="388067" y="179431"/>
                </a:cubicBezTo>
                <a:cubicBezTo>
                  <a:pt x="386519" y="182010"/>
                  <a:pt x="385046" y="184589"/>
                  <a:pt x="383572" y="187095"/>
                </a:cubicBezTo>
                <a:cubicBezTo>
                  <a:pt x="385046" y="189674"/>
                  <a:pt x="386519" y="192253"/>
                  <a:pt x="387993" y="194758"/>
                </a:cubicBezTo>
                <a:cubicBezTo>
                  <a:pt x="391014" y="194758"/>
                  <a:pt x="393962" y="194758"/>
                  <a:pt x="396909" y="194758"/>
                </a:cubicBezTo>
                <a:cubicBezTo>
                  <a:pt x="398383" y="192253"/>
                  <a:pt x="399857" y="189674"/>
                  <a:pt x="401404" y="187095"/>
                </a:cubicBezTo>
                <a:close/>
                <a:moveTo>
                  <a:pt x="380698" y="188716"/>
                </a:moveTo>
                <a:cubicBezTo>
                  <a:pt x="377750" y="188716"/>
                  <a:pt x="374729" y="188716"/>
                  <a:pt x="371782" y="188716"/>
                </a:cubicBezTo>
                <a:cubicBezTo>
                  <a:pt x="370308" y="191295"/>
                  <a:pt x="368760" y="193874"/>
                  <a:pt x="367287" y="196380"/>
                </a:cubicBezTo>
                <a:cubicBezTo>
                  <a:pt x="368760" y="198959"/>
                  <a:pt x="370234" y="201538"/>
                  <a:pt x="371708" y="204043"/>
                </a:cubicBezTo>
                <a:cubicBezTo>
                  <a:pt x="374729" y="204043"/>
                  <a:pt x="377677" y="204043"/>
                  <a:pt x="380624" y="204043"/>
                </a:cubicBezTo>
                <a:cubicBezTo>
                  <a:pt x="382098" y="201464"/>
                  <a:pt x="383645" y="198885"/>
                  <a:pt x="385119" y="196380"/>
                </a:cubicBezTo>
                <a:cubicBezTo>
                  <a:pt x="383645" y="193800"/>
                  <a:pt x="382172" y="191295"/>
                  <a:pt x="380698" y="188716"/>
                </a:cubicBezTo>
                <a:close/>
                <a:moveTo>
                  <a:pt x="369055" y="187095"/>
                </a:moveTo>
                <a:cubicBezTo>
                  <a:pt x="367581" y="184516"/>
                  <a:pt x="366108" y="181937"/>
                  <a:pt x="364634" y="179431"/>
                </a:cubicBezTo>
                <a:cubicBezTo>
                  <a:pt x="361686" y="179431"/>
                  <a:pt x="358665" y="179431"/>
                  <a:pt x="355718" y="179431"/>
                </a:cubicBezTo>
                <a:cubicBezTo>
                  <a:pt x="354244" y="182010"/>
                  <a:pt x="352696" y="184589"/>
                  <a:pt x="351223" y="187095"/>
                </a:cubicBezTo>
                <a:cubicBezTo>
                  <a:pt x="352696" y="189674"/>
                  <a:pt x="354170" y="192253"/>
                  <a:pt x="355644" y="194758"/>
                </a:cubicBezTo>
                <a:cubicBezTo>
                  <a:pt x="358665" y="194758"/>
                  <a:pt x="361613" y="194758"/>
                  <a:pt x="364560" y="194758"/>
                </a:cubicBezTo>
                <a:cubicBezTo>
                  <a:pt x="366034" y="192253"/>
                  <a:pt x="367508" y="189674"/>
                  <a:pt x="369055" y="187095"/>
                </a:cubicBezTo>
                <a:close/>
                <a:moveTo>
                  <a:pt x="348349" y="188716"/>
                </a:moveTo>
                <a:cubicBezTo>
                  <a:pt x="345401" y="188716"/>
                  <a:pt x="342380" y="188716"/>
                  <a:pt x="339432" y="188716"/>
                </a:cubicBezTo>
                <a:cubicBezTo>
                  <a:pt x="337959" y="191295"/>
                  <a:pt x="336411" y="193874"/>
                  <a:pt x="334937" y="196380"/>
                </a:cubicBezTo>
                <a:cubicBezTo>
                  <a:pt x="336411" y="198959"/>
                  <a:pt x="337885" y="201538"/>
                  <a:pt x="339359" y="204043"/>
                </a:cubicBezTo>
                <a:cubicBezTo>
                  <a:pt x="342306" y="204043"/>
                  <a:pt x="345328" y="204043"/>
                  <a:pt x="348275" y="204043"/>
                </a:cubicBezTo>
                <a:cubicBezTo>
                  <a:pt x="349749" y="201464"/>
                  <a:pt x="351296" y="198885"/>
                  <a:pt x="352770" y="196380"/>
                </a:cubicBezTo>
                <a:cubicBezTo>
                  <a:pt x="351296" y="193800"/>
                  <a:pt x="349823" y="191295"/>
                  <a:pt x="348349" y="188716"/>
                </a:cubicBezTo>
                <a:close/>
                <a:moveTo>
                  <a:pt x="336706" y="187095"/>
                </a:moveTo>
                <a:cubicBezTo>
                  <a:pt x="335232" y="184516"/>
                  <a:pt x="333758" y="181937"/>
                  <a:pt x="332285" y="179431"/>
                </a:cubicBezTo>
                <a:cubicBezTo>
                  <a:pt x="329337" y="179431"/>
                  <a:pt x="326316" y="179431"/>
                  <a:pt x="323368" y="179431"/>
                </a:cubicBezTo>
                <a:cubicBezTo>
                  <a:pt x="321895" y="182010"/>
                  <a:pt x="320347" y="184589"/>
                  <a:pt x="318873" y="187095"/>
                </a:cubicBezTo>
                <a:cubicBezTo>
                  <a:pt x="320347" y="189674"/>
                  <a:pt x="321821" y="192253"/>
                  <a:pt x="323295" y="194758"/>
                </a:cubicBezTo>
                <a:cubicBezTo>
                  <a:pt x="326242" y="194758"/>
                  <a:pt x="329263" y="194758"/>
                  <a:pt x="332211" y="194758"/>
                </a:cubicBezTo>
                <a:cubicBezTo>
                  <a:pt x="333685" y="192253"/>
                  <a:pt x="335159" y="189674"/>
                  <a:pt x="336706" y="187095"/>
                </a:cubicBezTo>
                <a:close/>
                <a:moveTo>
                  <a:pt x="316000" y="188716"/>
                </a:moveTo>
                <a:cubicBezTo>
                  <a:pt x="313052" y="188716"/>
                  <a:pt x="310031" y="188716"/>
                  <a:pt x="307083" y="188716"/>
                </a:cubicBezTo>
                <a:cubicBezTo>
                  <a:pt x="305610" y="191295"/>
                  <a:pt x="304062" y="193874"/>
                  <a:pt x="302588" y="196380"/>
                </a:cubicBezTo>
                <a:cubicBezTo>
                  <a:pt x="304062" y="198959"/>
                  <a:pt x="305536" y="201538"/>
                  <a:pt x="307010" y="204043"/>
                </a:cubicBezTo>
                <a:cubicBezTo>
                  <a:pt x="309957" y="204043"/>
                  <a:pt x="312978" y="204043"/>
                  <a:pt x="315926" y="204043"/>
                </a:cubicBezTo>
                <a:cubicBezTo>
                  <a:pt x="317400" y="201464"/>
                  <a:pt x="318947" y="198885"/>
                  <a:pt x="320421" y="196380"/>
                </a:cubicBezTo>
                <a:cubicBezTo>
                  <a:pt x="319021" y="193874"/>
                  <a:pt x="317473" y="191295"/>
                  <a:pt x="316000" y="188716"/>
                </a:cubicBezTo>
                <a:close/>
                <a:moveTo>
                  <a:pt x="304283" y="187095"/>
                </a:moveTo>
                <a:cubicBezTo>
                  <a:pt x="302809" y="184516"/>
                  <a:pt x="301336" y="181937"/>
                  <a:pt x="299788" y="179431"/>
                </a:cubicBezTo>
                <a:cubicBezTo>
                  <a:pt x="296841" y="179431"/>
                  <a:pt x="293819" y="179431"/>
                  <a:pt x="290872" y="179431"/>
                </a:cubicBezTo>
                <a:cubicBezTo>
                  <a:pt x="289398" y="182010"/>
                  <a:pt x="287924" y="184589"/>
                  <a:pt x="286377" y="187095"/>
                </a:cubicBezTo>
                <a:cubicBezTo>
                  <a:pt x="287851" y="189674"/>
                  <a:pt x="289324" y="192253"/>
                  <a:pt x="290872" y="194758"/>
                </a:cubicBezTo>
                <a:cubicBezTo>
                  <a:pt x="293819" y="194758"/>
                  <a:pt x="296841" y="194758"/>
                  <a:pt x="299788" y="194758"/>
                </a:cubicBezTo>
                <a:cubicBezTo>
                  <a:pt x="301336" y="192253"/>
                  <a:pt x="302809" y="189674"/>
                  <a:pt x="304283" y="187095"/>
                </a:cubicBezTo>
                <a:close/>
                <a:moveTo>
                  <a:pt x="283650" y="188716"/>
                </a:moveTo>
                <a:lnTo>
                  <a:pt x="279082" y="188716"/>
                </a:lnTo>
                <a:lnTo>
                  <a:pt x="279082" y="204117"/>
                </a:lnTo>
                <a:cubicBezTo>
                  <a:pt x="280555" y="204117"/>
                  <a:pt x="282471" y="204117"/>
                  <a:pt x="283650" y="204117"/>
                </a:cubicBezTo>
                <a:cubicBezTo>
                  <a:pt x="285124" y="201538"/>
                  <a:pt x="286672" y="198959"/>
                  <a:pt x="288145" y="196453"/>
                </a:cubicBezTo>
                <a:cubicBezTo>
                  <a:pt x="286672" y="193874"/>
                  <a:pt x="285198" y="191295"/>
                  <a:pt x="283650" y="188716"/>
                </a:cubicBezTo>
                <a:close/>
                <a:moveTo>
                  <a:pt x="279082" y="222686"/>
                </a:moveTo>
                <a:lnTo>
                  <a:pt x="283577" y="222686"/>
                </a:lnTo>
                <a:cubicBezTo>
                  <a:pt x="285050" y="220107"/>
                  <a:pt x="286598" y="217528"/>
                  <a:pt x="288072" y="215023"/>
                </a:cubicBezTo>
                <a:cubicBezTo>
                  <a:pt x="286598" y="212444"/>
                  <a:pt x="285124" y="209865"/>
                  <a:pt x="283650" y="207359"/>
                </a:cubicBezTo>
                <a:lnTo>
                  <a:pt x="279155" y="207359"/>
                </a:lnTo>
                <a:lnTo>
                  <a:pt x="279082" y="222686"/>
                </a:lnTo>
                <a:close/>
                <a:moveTo>
                  <a:pt x="279082" y="241182"/>
                </a:moveTo>
                <a:lnTo>
                  <a:pt x="283503" y="241182"/>
                </a:lnTo>
                <a:cubicBezTo>
                  <a:pt x="284977" y="238603"/>
                  <a:pt x="286451" y="236024"/>
                  <a:pt x="287998" y="233519"/>
                </a:cubicBezTo>
                <a:cubicBezTo>
                  <a:pt x="286524" y="230939"/>
                  <a:pt x="285050" y="228360"/>
                  <a:pt x="283577" y="225855"/>
                </a:cubicBezTo>
                <a:lnTo>
                  <a:pt x="279082" y="225855"/>
                </a:lnTo>
                <a:lnTo>
                  <a:pt x="279082" y="241182"/>
                </a:lnTo>
                <a:close/>
                <a:moveTo>
                  <a:pt x="336559" y="242951"/>
                </a:moveTo>
                <a:cubicBezTo>
                  <a:pt x="335085" y="240372"/>
                  <a:pt x="333537" y="237719"/>
                  <a:pt x="332064" y="235066"/>
                </a:cubicBezTo>
                <a:cubicBezTo>
                  <a:pt x="329116" y="235066"/>
                  <a:pt x="326095" y="235066"/>
                  <a:pt x="323147" y="235066"/>
                </a:cubicBezTo>
                <a:cubicBezTo>
                  <a:pt x="321600" y="237719"/>
                  <a:pt x="320126" y="240298"/>
                  <a:pt x="318579" y="242951"/>
                </a:cubicBezTo>
                <a:lnTo>
                  <a:pt x="336559" y="242951"/>
                </a:lnTo>
                <a:close/>
                <a:moveTo>
                  <a:pt x="304357" y="242951"/>
                </a:moveTo>
                <a:cubicBezTo>
                  <a:pt x="302809" y="240298"/>
                  <a:pt x="301336" y="237719"/>
                  <a:pt x="299788" y="235066"/>
                </a:cubicBezTo>
                <a:cubicBezTo>
                  <a:pt x="296841" y="235066"/>
                  <a:pt x="293819" y="235066"/>
                  <a:pt x="290872" y="235066"/>
                </a:cubicBezTo>
                <a:cubicBezTo>
                  <a:pt x="289324" y="237719"/>
                  <a:pt x="287851" y="240298"/>
                  <a:pt x="286303" y="242951"/>
                </a:cubicBezTo>
                <a:lnTo>
                  <a:pt x="304357" y="242951"/>
                </a:lnTo>
                <a:close/>
                <a:moveTo>
                  <a:pt x="350780" y="242951"/>
                </a:moveTo>
                <a:lnTo>
                  <a:pt x="368760" y="242951"/>
                </a:lnTo>
                <a:cubicBezTo>
                  <a:pt x="367287" y="240372"/>
                  <a:pt x="365739" y="237719"/>
                  <a:pt x="364265" y="235066"/>
                </a:cubicBezTo>
                <a:cubicBezTo>
                  <a:pt x="361318" y="235066"/>
                  <a:pt x="358370" y="235066"/>
                  <a:pt x="355349" y="235066"/>
                </a:cubicBezTo>
                <a:cubicBezTo>
                  <a:pt x="353802" y="237719"/>
                  <a:pt x="352328" y="240372"/>
                  <a:pt x="350780" y="242951"/>
                </a:cubicBezTo>
                <a:close/>
                <a:moveTo>
                  <a:pt x="405826" y="391875"/>
                </a:moveTo>
                <a:cubicBezTo>
                  <a:pt x="404278" y="389001"/>
                  <a:pt x="402804" y="386127"/>
                  <a:pt x="401257" y="383253"/>
                </a:cubicBezTo>
                <a:cubicBezTo>
                  <a:pt x="398162" y="383253"/>
                  <a:pt x="394993" y="383253"/>
                  <a:pt x="391899" y="383253"/>
                </a:cubicBezTo>
                <a:cubicBezTo>
                  <a:pt x="390351" y="386127"/>
                  <a:pt x="388804" y="389001"/>
                  <a:pt x="387256" y="391875"/>
                </a:cubicBezTo>
                <a:lnTo>
                  <a:pt x="405826" y="391875"/>
                </a:lnTo>
                <a:close/>
                <a:moveTo>
                  <a:pt x="439649" y="391875"/>
                </a:moveTo>
                <a:cubicBezTo>
                  <a:pt x="438175" y="389001"/>
                  <a:pt x="436627" y="386127"/>
                  <a:pt x="435154" y="383253"/>
                </a:cubicBezTo>
                <a:cubicBezTo>
                  <a:pt x="432059" y="383253"/>
                  <a:pt x="428964" y="383253"/>
                  <a:pt x="425795" y="383253"/>
                </a:cubicBezTo>
                <a:cubicBezTo>
                  <a:pt x="424248" y="386127"/>
                  <a:pt x="422700" y="389001"/>
                  <a:pt x="421079" y="391875"/>
                </a:cubicBezTo>
                <a:lnTo>
                  <a:pt x="439649" y="391875"/>
                </a:lnTo>
                <a:close/>
                <a:moveTo>
                  <a:pt x="473398" y="391801"/>
                </a:moveTo>
                <a:cubicBezTo>
                  <a:pt x="471924" y="388927"/>
                  <a:pt x="470450" y="386054"/>
                  <a:pt x="468977" y="383180"/>
                </a:cubicBezTo>
                <a:cubicBezTo>
                  <a:pt x="465882" y="383180"/>
                  <a:pt x="462713" y="383180"/>
                  <a:pt x="459618" y="383180"/>
                </a:cubicBezTo>
                <a:cubicBezTo>
                  <a:pt x="458071" y="386054"/>
                  <a:pt x="456450" y="388927"/>
                  <a:pt x="454902" y="391801"/>
                </a:cubicBezTo>
                <a:lnTo>
                  <a:pt x="473398" y="391801"/>
                </a:lnTo>
                <a:close/>
                <a:moveTo>
                  <a:pt x="476345" y="390106"/>
                </a:moveTo>
                <a:cubicBezTo>
                  <a:pt x="479514" y="390106"/>
                  <a:pt x="482609" y="390106"/>
                  <a:pt x="485704" y="390106"/>
                </a:cubicBezTo>
                <a:cubicBezTo>
                  <a:pt x="487399" y="387159"/>
                  <a:pt x="489020" y="384285"/>
                  <a:pt x="490715" y="381411"/>
                </a:cubicBezTo>
                <a:cubicBezTo>
                  <a:pt x="489241" y="378906"/>
                  <a:pt x="487767" y="376400"/>
                  <a:pt x="486293" y="373895"/>
                </a:cubicBezTo>
                <a:cubicBezTo>
                  <a:pt x="483198" y="373895"/>
                  <a:pt x="480030" y="373895"/>
                  <a:pt x="476861" y="373895"/>
                </a:cubicBezTo>
                <a:cubicBezTo>
                  <a:pt x="475240" y="376400"/>
                  <a:pt x="473545" y="378906"/>
                  <a:pt x="471924" y="381411"/>
                </a:cubicBezTo>
                <a:cubicBezTo>
                  <a:pt x="473398" y="384359"/>
                  <a:pt x="474872" y="387233"/>
                  <a:pt x="476345" y="390106"/>
                </a:cubicBezTo>
                <a:close/>
                <a:moveTo>
                  <a:pt x="493662" y="379643"/>
                </a:moveTo>
                <a:cubicBezTo>
                  <a:pt x="496831" y="379643"/>
                  <a:pt x="499926" y="379643"/>
                  <a:pt x="503094" y="379643"/>
                </a:cubicBezTo>
                <a:cubicBezTo>
                  <a:pt x="504789" y="377211"/>
                  <a:pt x="506484" y="374779"/>
                  <a:pt x="508179" y="372347"/>
                </a:cubicBezTo>
                <a:cubicBezTo>
                  <a:pt x="506705" y="369768"/>
                  <a:pt x="505231" y="367189"/>
                  <a:pt x="503757" y="364610"/>
                </a:cubicBezTo>
                <a:cubicBezTo>
                  <a:pt x="500589" y="364610"/>
                  <a:pt x="497420" y="364610"/>
                  <a:pt x="494252" y="364610"/>
                </a:cubicBezTo>
                <a:cubicBezTo>
                  <a:pt x="492557" y="367189"/>
                  <a:pt x="490936" y="369768"/>
                  <a:pt x="489241" y="372347"/>
                </a:cubicBezTo>
                <a:cubicBezTo>
                  <a:pt x="490715" y="374779"/>
                  <a:pt x="492188" y="377211"/>
                  <a:pt x="493662" y="379643"/>
                </a:cubicBezTo>
                <a:close/>
                <a:moveTo>
                  <a:pt x="505894" y="381411"/>
                </a:moveTo>
                <a:cubicBezTo>
                  <a:pt x="507295" y="384359"/>
                  <a:pt x="508768" y="387233"/>
                  <a:pt x="510168" y="390106"/>
                </a:cubicBezTo>
                <a:cubicBezTo>
                  <a:pt x="513337" y="390106"/>
                  <a:pt x="516432" y="390106"/>
                  <a:pt x="519527" y="390106"/>
                </a:cubicBezTo>
                <a:cubicBezTo>
                  <a:pt x="521295" y="387159"/>
                  <a:pt x="522990" y="384285"/>
                  <a:pt x="524759" y="381411"/>
                </a:cubicBezTo>
                <a:cubicBezTo>
                  <a:pt x="523359" y="378906"/>
                  <a:pt x="521958" y="376400"/>
                  <a:pt x="520558" y="373895"/>
                </a:cubicBezTo>
                <a:cubicBezTo>
                  <a:pt x="517464" y="373895"/>
                  <a:pt x="514295" y="373895"/>
                  <a:pt x="511126" y="373895"/>
                </a:cubicBezTo>
                <a:cubicBezTo>
                  <a:pt x="509284" y="376400"/>
                  <a:pt x="507589" y="378906"/>
                  <a:pt x="505894" y="381411"/>
                </a:cubicBezTo>
                <a:close/>
                <a:moveTo>
                  <a:pt x="527706" y="379569"/>
                </a:moveTo>
                <a:cubicBezTo>
                  <a:pt x="528738" y="379569"/>
                  <a:pt x="530433" y="379569"/>
                  <a:pt x="531612" y="379569"/>
                </a:cubicBezTo>
                <a:cubicBezTo>
                  <a:pt x="532127" y="374558"/>
                  <a:pt x="532570" y="369547"/>
                  <a:pt x="532938" y="364537"/>
                </a:cubicBezTo>
                <a:cubicBezTo>
                  <a:pt x="531538" y="364537"/>
                  <a:pt x="529696" y="364537"/>
                  <a:pt x="528590" y="364537"/>
                </a:cubicBezTo>
                <a:cubicBezTo>
                  <a:pt x="526896" y="367116"/>
                  <a:pt x="525201" y="369695"/>
                  <a:pt x="523506" y="372274"/>
                </a:cubicBezTo>
                <a:cubicBezTo>
                  <a:pt x="524906" y="374706"/>
                  <a:pt x="526306" y="377137"/>
                  <a:pt x="527706" y="379569"/>
                </a:cubicBezTo>
                <a:close/>
                <a:moveTo>
                  <a:pt x="525717" y="362989"/>
                </a:moveTo>
                <a:cubicBezTo>
                  <a:pt x="524243" y="360410"/>
                  <a:pt x="522769" y="357831"/>
                  <a:pt x="521295" y="355252"/>
                </a:cubicBezTo>
                <a:cubicBezTo>
                  <a:pt x="518127" y="355252"/>
                  <a:pt x="514958" y="355252"/>
                  <a:pt x="511790" y="355252"/>
                </a:cubicBezTo>
                <a:cubicBezTo>
                  <a:pt x="510095" y="357831"/>
                  <a:pt x="508474" y="360410"/>
                  <a:pt x="506779" y="362989"/>
                </a:cubicBezTo>
                <a:cubicBezTo>
                  <a:pt x="508252" y="365568"/>
                  <a:pt x="509726" y="368147"/>
                  <a:pt x="511200" y="370726"/>
                </a:cubicBezTo>
                <a:cubicBezTo>
                  <a:pt x="514369" y="370726"/>
                  <a:pt x="517537" y="370726"/>
                  <a:pt x="520632" y="370726"/>
                </a:cubicBezTo>
                <a:cubicBezTo>
                  <a:pt x="522327" y="368147"/>
                  <a:pt x="524022" y="365568"/>
                  <a:pt x="525717" y="362989"/>
                </a:cubicBezTo>
                <a:close/>
                <a:moveTo>
                  <a:pt x="521369" y="352083"/>
                </a:moveTo>
                <a:cubicBezTo>
                  <a:pt x="523064" y="349504"/>
                  <a:pt x="524685" y="346925"/>
                  <a:pt x="526380" y="344346"/>
                </a:cubicBezTo>
                <a:cubicBezTo>
                  <a:pt x="524832" y="341767"/>
                  <a:pt x="523359" y="339188"/>
                  <a:pt x="521811" y="336609"/>
                </a:cubicBezTo>
                <a:cubicBezTo>
                  <a:pt x="518643" y="336609"/>
                  <a:pt x="515474" y="336609"/>
                  <a:pt x="512305" y="336609"/>
                </a:cubicBezTo>
                <a:cubicBezTo>
                  <a:pt x="510684" y="339188"/>
                  <a:pt x="508989" y="341767"/>
                  <a:pt x="507368" y="344346"/>
                </a:cubicBezTo>
                <a:cubicBezTo>
                  <a:pt x="508916" y="346925"/>
                  <a:pt x="510389" y="349504"/>
                  <a:pt x="511937" y="352083"/>
                </a:cubicBezTo>
                <a:cubicBezTo>
                  <a:pt x="515105" y="352083"/>
                  <a:pt x="518274" y="352083"/>
                  <a:pt x="521369" y="352083"/>
                </a:cubicBezTo>
                <a:close/>
                <a:moveTo>
                  <a:pt x="521885" y="333366"/>
                </a:moveTo>
                <a:cubicBezTo>
                  <a:pt x="523506" y="330787"/>
                  <a:pt x="525201" y="328134"/>
                  <a:pt x="526822" y="325555"/>
                </a:cubicBezTo>
                <a:lnTo>
                  <a:pt x="507737" y="325555"/>
                </a:lnTo>
                <a:cubicBezTo>
                  <a:pt x="509284" y="328134"/>
                  <a:pt x="510832" y="330787"/>
                  <a:pt x="512379" y="333366"/>
                </a:cubicBezTo>
                <a:cubicBezTo>
                  <a:pt x="515548" y="333366"/>
                  <a:pt x="518716" y="333366"/>
                  <a:pt x="521885" y="333366"/>
                </a:cubicBezTo>
                <a:close/>
                <a:moveTo>
                  <a:pt x="497568" y="242877"/>
                </a:moveTo>
                <a:cubicBezTo>
                  <a:pt x="496094" y="240298"/>
                  <a:pt x="494620" y="237645"/>
                  <a:pt x="493146" y="234992"/>
                </a:cubicBezTo>
                <a:cubicBezTo>
                  <a:pt x="490199" y="234992"/>
                  <a:pt x="487251" y="234992"/>
                  <a:pt x="484230" y="234992"/>
                </a:cubicBezTo>
                <a:cubicBezTo>
                  <a:pt x="482683" y="237645"/>
                  <a:pt x="481135" y="240224"/>
                  <a:pt x="479588" y="242877"/>
                </a:cubicBezTo>
                <a:lnTo>
                  <a:pt x="497568" y="242877"/>
                </a:lnTo>
                <a:close/>
                <a:moveTo>
                  <a:pt x="465440" y="242951"/>
                </a:moveTo>
                <a:cubicBezTo>
                  <a:pt x="463966" y="240372"/>
                  <a:pt x="462492" y="237719"/>
                  <a:pt x="461018" y="235066"/>
                </a:cubicBezTo>
                <a:cubicBezTo>
                  <a:pt x="458071" y="235066"/>
                  <a:pt x="455049" y="235066"/>
                  <a:pt x="452102" y="235066"/>
                </a:cubicBezTo>
                <a:cubicBezTo>
                  <a:pt x="450555" y="237719"/>
                  <a:pt x="449007" y="240298"/>
                  <a:pt x="447460" y="242951"/>
                </a:cubicBezTo>
                <a:lnTo>
                  <a:pt x="465440" y="242951"/>
                </a:lnTo>
                <a:close/>
                <a:moveTo>
                  <a:pt x="433238" y="242951"/>
                </a:moveTo>
                <a:cubicBezTo>
                  <a:pt x="431764" y="240372"/>
                  <a:pt x="430290" y="237719"/>
                  <a:pt x="428743" y="235066"/>
                </a:cubicBezTo>
                <a:cubicBezTo>
                  <a:pt x="425795" y="235066"/>
                  <a:pt x="422848" y="235066"/>
                  <a:pt x="419826" y="235066"/>
                </a:cubicBezTo>
                <a:cubicBezTo>
                  <a:pt x="418279" y="237719"/>
                  <a:pt x="416732" y="240298"/>
                  <a:pt x="415184" y="242951"/>
                </a:cubicBezTo>
                <a:lnTo>
                  <a:pt x="433238" y="242951"/>
                </a:lnTo>
                <a:close/>
                <a:moveTo>
                  <a:pt x="529696" y="242877"/>
                </a:moveTo>
                <a:cubicBezTo>
                  <a:pt x="528222" y="240224"/>
                  <a:pt x="526748" y="237645"/>
                  <a:pt x="525274" y="234992"/>
                </a:cubicBezTo>
                <a:cubicBezTo>
                  <a:pt x="522327" y="234992"/>
                  <a:pt x="519379" y="234992"/>
                  <a:pt x="516358" y="234992"/>
                </a:cubicBezTo>
                <a:cubicBezTo>
                  <a:pt x="514811" y="237645"/>
                  <a:pt x="513263" y="240224"/>
                  <a:pt x="511642" y="242877"/>
                </a:cubicBezTo>
                <a:lnTo>
                  <a:pt x="529696" y="242877"/>
                </a:lnTo>
                <a:close/>
                <a:moveTo>
                  <a:pt x="532422" y="241108"/>
                </a:moveTo>
                <a:cubicBezTo>
                  <a:pt x="533896" y="241108"/>
                  <a:pt x="536033" y="241108"/>
                  <a:pt x="537654" y="241108"/>
                </a:cubicBezTo>
                <a:cubicBezTo>
                  <a:pt x="537802" y="235950"/>
                  <a:pt x="537875" y="230792"/>
                  <a:pt x="538023" y="225708"/>
                </a:cubicBezTo>
                <a:cubicBezTo>
                  <a:pt x="536401" y="225708"/>
                  <a:pt x="534191" y="225708"/>
                  <a:pt x="532717" y="225708"/>
                </a:cubicBezTo>
                <a:cubicBezTo>
                  <a:pt x="531170" y="228287"/>
                  <a:pt x="529622" y="230866"/>
                  <a:pt x="528148" y="233371"/>
                </a:cubicBezTo>
                <a:cubicBezTo>
                  <a:pt x="529548" y="236024"/>
                  <a:pt x="530949" y="238529"/>
                  <a:pt x="532422" y="241108"/>
                </a:cubicBezTo>
                <a:close/>
                <a:moveTo>
                  <a:pt x="538023" y="222539"/>
                </a:moveTo>
                <a:cubicBezTo>
                  <a:pt x="538023" y="222539"/>
                  <a:pt x="538244" y="213254"/>
                  <a:pt x="538317" y="207138"/>
                </a:cubicBezTo>
                <a:cubicBezTo>
                  <a:pt x="536696" y="207138"/>
                  <a:pt x="534486" y="207138"/>
                  <a:pt x="533012" y="207138"/>
                </a:cubicBezTo>
                <a:cubicBezTo>
                  <a:pt x="531464" y="209717"/>
                  <a:pt x="529991" y="212223"/>
                  <a:pt x="528443" y="214802"/>
                </a:cubicBezTo>
                <a:cubicBezTo>
                  <a:pt x="529917" y="217381"/>
                  <a:pt x="531317" y="219960"/>
                  <a:pt x="532717" y="222465"/>
                </a:cubicBezTo>
                <a:cubicBezTo>
                  <a:pt x="534264" y="222539"/>
                  <a:pt x="536401" y="222539"/>
                  <a:pt x="538023" y="222539"/>
                </a:cubicBezTo>
                <a:close/>
                <a:moveTo>
                  <a:pt x="538391" y="204043"/>
                </a:moveTo>
                <a:cubicBezTo>
                  <a:pt x="538538" y="197853"/>
                  <a:pt x="538686" y="188642"/>
                  <a:pt x="538686" y="188642"/>
                </a:cubicBezTo>
                <a:cubicBezTo>
                  <a:pt x="537065" y="188642"/>
                  <a:pt x="534854" y="188642"/>
                  <a:pt x="533380" y="188642"/>
                </a:cubicBezTo>
                <a:cubicBezTo>
                  <a:pt x="531833" y="191221"/>
                  <a:pt x="530359" y="193800"/>
                  <a:pt x="528812" y="196306"/>
                </a:cubicBezTo>
                <a:cubicBezTo>
                  <a:pt x="530285" y="198885"/>
                  <a:pt x="531685" y="201464"/>
                  <a:pt x="533159" y="203969"/>
                </a:cubicBezTo>
                <a:cubicBezTo>
                  <a:pt x="534633" y="204043"/>
                  <a:pt x="536770" y="204043"/>
                  <a:pt x="538391" y="204043"/>
                </a:cubicBezTo>
                <a:close/>
                <a:moveTo>
                  <a:pt x="530654" y="187021"/>
                </a:moveTo>
                <a:cubicBezTo>
                  <a:pt x="529180" y="184442"/>
                  <a:pt x="527780" y="181937"/>
                  <a:pt x="526306" y="179358"/>
                </a:cubicBezTo>
                <a:cubicBezTo>
                  <a:pt x="523359" y="179358"/>
                  <a:pt x="520337" y="179358"/>
                  <a:pt x="517390" y="179358"/>
                </a:cubicBezTo>
                <a:cubicBezTo>
                  <a:pt x="515842" y="181937"/>
                  <a:pt x="514369" y="184516"/>
                  <a:pt x="512821" y="187021"/>
                </a:cubicBezTo>
                <a:cubicBezTo>
                  <a:pt x="514295" y="189600"/>
                  <a:pt x="515695" y="192179"/>
                  <a:pt x="517169" y="194685"/>
                </a:cubicBezTo>
                <a:cubicBezTo>
                  <a:pt x="520116" y="194685"/>
                  <a:pt x="523138" y="194685"/>
                  <a:pt x="526085" y="194685"/>
                </a:cubicBezTo>
                <a:cubicBezTo>
                  <a:pt x="527633" y="192179"/>
                  <a:pt x="529106" y="189600"/>
                  <a:pt x="530654" y="187021"/>
                </a:cubicBezTo>
                <a:close/>
                <a:moveTo>
                  <a:pt x="334716" y="177368"/>
                </a:moveTo>
                <a:cubicBezTo>
                  <a:pt x="336264" y="180094"/>
                  <a:pt x="337885" y="182821"/>
                  <a:pt x="339432" y="185547"/>
                </a:cubicBezTo>
                <a:cubicBezTo>
                  <a:pt x="342454" y="185547"/>
                  <a:pt x="345401" y="185547"/>
                  <a:pt x="348349" y="185547"/>
                </a:cubicBezTo>
                <a:cubicBezTo>
                  <a:pt x="349970" y="182821"/>
                  <a:pt x="351591" y="180094"/>
                  <a:pt x="353139" y="177368"/>
                </a:cubicBezTo>
                <a:lnTo>
                  <a:pt x="334716" y="177368"/>
                </a:lnTo>
                <a:close/>
                <a:moveTo>
                  <a:pt x="367066" y="177294"/>
                </a:moveTo>
                <a:cubicBezTo>
                  <a:pt x="368613" y="180021"/>
                  <a:pt x="370234" y="182747"/>
                  <a:pt x="371782" y="185474"/>
                </a:cubicBezTo>
                <a:cubicBezTo>
                  <a:pt x="374803" y="185474"/>
                  <a:pt x="377750" y="185474"/>
                  <a:pt x="380698" y="185474"/>
                </a:cubicBezTo>
                <a:cubicBezTo>
                  <a:pt x="382319" y="182747"/>
                  <a:pt x="383940" y="180021"/>
                  <a:pt x="385561" y="177294"/>
                </a:cubicBezTo>
                <a:lnTo>
                  <a:pt x="367066" y="177294"/>
                </a:lnTo>
                <a:close/>
                <a:moveTo>
                  <a:pt x="399488" y="177294"/>
                </a:moveTo>
                <a:cubicBezTo>
                  <a:pt x="401036" y="180021"/>
                  <a:pt x="402657" y="182747"/>
                  <a:pt x="404205" y="185474"/>
                </a:cubicBezTo>
                <a:cubicBezTo>
                  <a:pt x="407226" y="185474"/>
                  <a:pt x="410173" y="185474"/>
                  <a:pt x="413121" y="185474"/>
                </a:cubicBezTo>
                <a:cubicBezTo>
                  <a:pt x="414742" y="182747"/>
                  <a:pt x="416363" y="180021"/>
                  <a:pt x="417984" y="177294"/>
                </a:cubicBezTo>
                <a:lnTo>
                  <a:pt x="399488" y="177294"/>
                </a:lnTo>
                <a:close/>
                <a:moveTo>
                  <a:pt x="431838" y="177294"/>
                </a:moveTo>
                <a:cubicBezTo>
                  <a:pt x="433385" y="180021"/>
                  <a:pt x="434933" y="182747"/>
                  <a:pt x="436480" y="185474"/>
                </a:cubicBezTo>
                <a:cubicBezTo>
                  <a:pt x="439428" y="185474"/>
                  <a:pt x="442449" y="185474"/>
                  <a:pt x="445396" y="185474"/>
                </a:cubicBezTo>
                <a:cubicBezTo>
                  <a:pt x="447017" y="182747"/>
                  <a:pt x="448639" y="180021"/>
                  <a:pt x="450260" y="177294"/>
                </a:cubicBezTo>
                <a:lnTo>
                  <a:pt x="431838" y="177294"/>
                </a:lnTo>
                <a:close/>
                <a:moveTo>
                  <a:pt x="464187" y="177294"/>
                </a:moveTo>
                <a:cubicBezTo>
                  <a:pt x="465734" y="180021"/>
                  <a:pt x="467282" y="182747"/>
                  <a:pt x="468829" y="185474"/>
                </a:cubicBezTo>
                <a:cubicBezTo>
                  <a:pt x="471777" y="185474"/>
                  <a:pt x="474798" y="185474"/>
                  <a:pt x="477745" y="185474"/>
                </a:cubicBezTo>
                <a:cubicBezTo>
                  <a:pt x="479367" y="182747"/>
                  <a:pt x="480988" y="180021"/>
                  <a:pt x="482609" y="177294"/>
                </a:cubicBezTo>
                <a:lnTo>
                  <a:pt x="464187" y="177294"/>
                </a:lnTo>
                <a:close/>
                <a:moveTo>
                  <a:pt x="496536" y="177294"/>
                </a:moveTo>
                <a:cubicBezTo>
                  <a:pt x="498084" y="180021"/>
                  <a:pt x="499631" y="182747"/>
                  <a:pt x="501178" y="185474"/>
                </a:cubicBezTo>
                <a:cubicBezTo>
                  <a:pt x="504126" y="185474"/>
                  <a:pt x="507147" y="185474"/>
                  <a:pt x="510095" y="185474"/>
                </a:cubicBezTo>
                <a:cubicBezTo>
                  <a:pt x="511716" y="182747"/>
                  <a:pt x="513337" y="180021"/>
                  <a:pt x="514958" y="177294"/>
                </a:cubicBezTo>
                <a:lnTo>
                  <a:pt x="496536" y="177294"/>
                </a:lnTo>
                <a:close/>
                <a:moveTo>
                  <a:pt x="302294" y="177368"/>
                </a:moveTo>
                <a:cubicBezTo>
                  <a:pt x="303915" y="180094"/>
                  <a:pt x="305462" y="182821"/>
                  <a:pt x="307083" y="185547"/>
                </a:cubicBezTo>
                <a:cubicBezTo>
                  <a:pt x="310031" y="185547"/>
                  <a:pt x="313052" y="185547"/>
                  <a:pt x="316000" y="185547"/>
                </a:cubicBezTo>
                <a:cubicBezTo>
                  <a:pt x="317621" y="182821"/>
                  <a:pt x="319168" y="180094"/>
                  <a:pt x="320789" y="177368"/>
                </a:cubicBezTo>
                <a:lnTo>
                  <a:pt x="302294" y="177368"/>
                </a:lnTo>
                <a:close/>
                <a:moveTo>
                  <a:pt x="279082" y="177368"/>
                </a:moveTo>
                <a:lnTo>
                  <a:pt x="279082" y="185547"/>
                </a:lnTo>
                <a:cubicBezTo>
                  <a:pt x="279082" y="185547"/>
                  <a:pt x="282471" y="185547"/>
                  <a:pt x="283650" y="185547"/>
                </a:cubicBezTo>
                <a:cubicBezTo>
                  <a:pt x="285272" y="182821"/>
                  <a:pt x="286819" y="180094"/>
                  <a:pt x="288440" y="177368"/>
                </a:cubicBezTo>
                <a:lnTo>
                  <a:pt x="279082" y="177368"/>
                </a:lnTo>
                <a:close/>
                <a:moveTo>
                  <a:pt x="395509" y="457605"/>
                </a:moveTo>
                <a:cubicBezTo>
                  <a:pt x="396467" y="447878"/>
                  <a:pt x="401257" y="437930"/>
                  <a:pt x="408626" y="431593"/>
                </a:cubicBezTo>
                <a:cubicBezTo>
                  <a:pt x="410100" y="430340"/>
                  <a:pt x="412900" y="428277"/>
                  <a:pt x="412015" y="426140"/>
                </a:cubicBezTo>
                <a:cubicBezTo>
                  <a:pt x="411058" y="423856"/>
                  <a:pt x="407373" y="424593"/>
                  <a:pt x="405531" y="425182"/>
                </a:cubicBezTo>
                <a:cubicBezTo>
                  <a:pt x="400520" y="426803"/>
                  <a:pt x="395583" y="430488"/>
                  <a:pt x="391677" y="435646"/>
                </a:cubicBezTo>
                <a:cubicBezTo>
                  <a:pt x="388288" y="440067"/>
                  <a:pt x="385635" y="445299"/>
                  <a:pt x="382835" y="453257"/>
                </a:cubicBezTo>
                <a:cubicBezTo>
                  <a:pt x="381803" y="456131"/>
                  <a:pt x="380698" y="459005"/>
                  <a:pt x="378487" y="461068"/>
                </a:cubicBezTo>
                <a:cubicBezTo>
                  <a:pt x="376277" y="463058"/>
                  <a:pt x="373255" y="464016"/>
                  <a:pt x="370308" y="464753"/>
                </a:cubicBezTo>
                <a:cubicBezTo>
                  <a:pt x="366697" y="465711"/>
                  <a:pt x="366255" y="465784"/>
                  <a:pt x="363307" y="466595"/>
                </a:cubicBezTo>
                <a:cubicBezTo>
                  <a:pt x="361465" y="467111"/>
                  <a:pt x="360581" y="466669"/>
                  <a:pt x="359992" y="464826"/>
                </a:cubicBezTo>
                <a:cubicBezTo>
                  <a:pt x="359770" y="464163"/>
                  <a:pt x="359476" y="463132"/>
                  <a:pt x="359255" y="462026"/>
                </a:cubicBezTo>
                <a:lnTo>
                  <a:pt x="356676" y="465121"/>
                </a:lnTo>
                <a:cubicBezTo>
                  <a:pt x="356823" y="465711"/>
                  <a:pt x="357191" y="466669"/>
                  <a:pt x="357412" y="467258"/>
                </a:cubicBezTo>
                <a:cubicBezTo>
                  <a:pt x="358591" y="470500"/>
                  <a:pt x="360139" y="471016"/>
                  <a:pt x="363307" y="470058"/>
                </a:cubicBezTo>
                <a:cubicBezTo>
                  <a:pt x="365518" y="469395"/>
                  <a:pt x="367139" y="468953"/>
                  <a:pt x="371118" y="467921"/>
                </a:cubicBezTo>
                <a:cubicBezTo>
                  <a:pt x="376350" y="466595"/>
                  <a:pt x="379298" y="465563"/>
                  <a:pt x="382098" y="462247"/>
                </a:cubicBezTo>
                <a:cubicBezTo>
                  <a:pt x="384161" y="459742"/>
                  <a:pt x="384530" y="458342"/>
                  <a:pt x="385930" y="454436"/>
                </a:cubicBezTo>
                <a:cubicBezTo>
                  <a:pt x="390646" y="441099"/>
                  <a:pt x="396394" y="431814"/>
                  <a:pt x="406047" y="427466"/>
                </a:cubicBezTo>
                <a:cubicBezTo>
                  <a:pt x="407815" y="426656"/>
                  <a:pt x="409363" y="426582"/>
                  <a:pt x="409289" y="427466"/>
                </a:cubicBezTo>
                <a:cubicBezTo>
                  <a:pt x="409289" y="428130"/>
                  <a:pt x="408626" y="428645"/>
                  <a:pt x="407226" y="429603"/>
                </a:cubicBezTo>
                <a:cubicBezTo>
                  <a:pt x="398604" y="436014"/>
                  <a:pt x="393004" y="447583"/>
                  <a:pt x="392193" y="458268"/>
                </a:cubicBezTo>
                <a:cubicBezTo>
                  <a:pt x="391825" y="462542"/>
                  <a:pt x="393446" y="464163"/>
                  <a:pt x="397573" y="463647"/>
                </a:cubicBezTo>
                <a:cubicBezTo>
                  <a:pt x="399046" y="463500"/>
                  <a:pt x="400667" y="463426"/>
                  <a:pt x="403173" y="463205"/>
                </a:cubicBezTo>
                <a:cubicBezTo>
                  <a:pt x="408552" y="462837"/>
                  <a:pt x="411573" y="462468"/>
                  <a:pt x="415037" y="459816"/>
                </a:cubicBezTo>
                <a:cubicBezTo>
                  <a:pt x="416068" y="459005"/>
                  <a:pt x="417026" y="458047"/>
                  <a:pt x="417984" y="456794"/>
                </a:cubicBezTo>
                <a:cubicBezTo>
                  <a:pt x="418869" y="455615"/>
                  <a:pt x="418500" y="456131"/>
                  <a:pt x="420490" y="453110"/>
                </a:cubicBezTo>
                <a:cubicBezTo>
                  <a:pt x="428006" y="441615"/>
                  <a:pt x="436627" y="434909"/>
                  <a:pt x="446649" y="432772"/>
                </a:cubicBezTo>
                <a:cubicBezTo>
                  <a:pt x="448270" y="432404"/>
                  <a:pt x="449597" y="432477"/>
                  <a:pt x="449597" y="433214"/>
                </a:cubicBezTo>
                <a:cubicBezTo>
                  <a:pt x="449597" y="433730"/>
                  <a:pt x="448860" y="434172"/>
                  <a:pt x="447681" y="434688"/>
                </a:cubicBezTo>
                <a:cubicBezTo>
                  <a:pt x="438249" y="439035"/>
                  <a:pt x="429701" y="447141"/>
                  <a:pt x="425943" y="457458"/>
                </a:cubicBezTo>
                <a:cubicBezTo>
                  <a:pt x="424395" y="461658"/>
                  <a:pt x="425795" y="463500"/>
                  <a:pt x="429922" y="463942"/>
                </a:cubicBezTo>
                <a:cubicBezTo>
                  <a:pt x="430364" y="464016"/>
                  <a:pt x="433754" y="464384"/>
                  <a:pt x="433680" y="464384"/>
                </a:cubicBezTo>
                <a:cubicBezTo>
                  <a:pt x="437291" y="464826"/>
                  <a:pt x="440901" y="465047"/>
                  <a:pt x="444144" y="464090"/>
                </a:cubicBezTo>
                <a:cubicBezTo>
                  <a:pt x="445691" y="463647"/>
                  <a:pt x="447239" y="462911"/>
                  <a:pt x="448712" y="461879"/>
                </a:cubicBezTo>
                <a:cubicBezTo>
                  <a:pt x="449965" y="460995"/>
                  <a:pt x="450481" y="460553"/>
                  <a:pt x="452839" y="458489"/>
                </a:cubicBezTo>
                <a:cubicBezTo>
                  <a:pt x="460355" y="451857"/>
                  <a:pt x="469124" y="446699"/>
                  <a:pt x="476272" y="445225"/>
                </a:cubicBezTo>
                <a:cubicBezTo>
                  <a:pt x="479440" y="444562"/>
                  <a:pt x="479882" y="446036"/>
                  <a:pt x="476640" y="447362"/>
                </a:cubicBezTo>
                <a:cubicBezTo>
                  <a:pt x="467798" y="451120"/>
                  <a:pt x="459176" y="457679"/>
                  <a:pt x="456302" y="464532"/>
                </a:cubicBezTo>
                <a:cubicBezTo>
                  <a:pt x="455197" y="467037"/>
                  <a:pt x="455713" y="468437"/>
                  <a:pt x="458071" y="469690"/>
                </a:cubicBezTo>
                <a:cubicBezTo>
                  <a:pt x="461755" y="471679"/>
                  <a:pt x="462566" y="471901"/>
                  <a:pt x="466250" y="473816"/>
                </a:cubicBezTo>
                <a:cubicBezTo>
                  <a:pt x="469271" y="475364"/>
                  <a:pt x="471850" y="476838"/>
                  <a:pt x="473693" y="477943"/>
                </a:cubicBezTo>
                <a:cubicBezTo>
                  <a:pt x="477230" y="480080"/>
                  <a:pt x="479588" y="482364"/>
                  <a:pt x="479514" y="483912"/>
                </a:cubicBezTo>
                <a:cubicBezTo>
                  <a:pt x="479367" y="485828"/>
                  <a:pt x="476124" y="485091"/>
                  <a:pt x="471408" y="483101"/>
                </a:cubicBezTo>
                <a:cubicBezTo>
                  <a:pt x="461681" y="478975"/>
                  <a:pt x="453428" y="475953"/>
                  <a:pt x="441565" y="473964"/>
                </a:cubicBezTo>
                <a:cubicBezTo>
                  <a:pt x="402583" y="467332"/>
                  <a:pt x="364781" y="476396"/>
                  <a:pt x="329116" y="496881"/>
                </a:cubicBezTo>
                <a:cubicBezTo>
                  <a:pt x="327421" y="497839"/>
                  <a:pt x="327053" y="498649"/>
                  <a:pt x="327495" y="500492"/>
                </a:cubicBezTo>
                <a:cubicBezTo>
                  <a:pt x="328306" y="504250"/>
                  <a:pt x="327569" y="506829"/>
                  <a:pt x="324474" y="508303"/>
                </a:cubicBezTo>
                <a:cubicBezTo>
                  <a:pt x="321821" y="509555"/>
                  <a:pt x="318505" y="509187"/>
                  <a:pt x="315926" y="506755"/>
                </a:cubicBezTo>
                <a:cubicBezTo>
                  <a:pt x="314157" y="505134"/>
                  <a:pt x="313568" y="504987"/>
                  <a:pt x="311210" y="505576"/>
                </a:cubicBezTo>
                <a:cubicBezTo>
                  <a:pt x="306641" y="506829"/>
                  <a:pt x="302072" y="506092"/>
                  <a:pt x="300083" y="502481"/>
                </a:cubicBezTo>
                <a:cubicBezTo>
                  <a:pt x="298978" y="502776"/>
                  <a:pt x="297946" y="502997"/>
                  <a:pt x="296841" y="503218"/>
                </a:cubicBezTo>
                <a:cubicBezTo>
                  <a:pt x="299493" y="509187"/>
                  <a:pt x="306052" y="510292"/>
                  <a:pt x="312020" y="508745"/>
                </a:cubicBezTo>
                <a:cubicBezTo>
                  <a:pt x="312757" y="508524"/>
                  <a:pt x="313126" y="508671"/>
                  <a:pt x="313715" y="509187"/>
                </a:cubicBezTo>
                <a:cubicBezTo>
                  <a:pt x="317252" y="512503"/>
                  <a:pt x="322484" y="513387"/>
                  <a:pt x="326758" y="510808"/>
                </a:cubicBezTo>
                <a:cubicBezTo>
                  <a:pt x="330737" y="508450"/>
                  <a:pt x="331621" y="504618"/>
                  <a:pt x="330811" y="500271"/>
                </a:cubicBezTo>
                <a:cubicBezTo>
                  <a:pt x="330737" y="499902"/>
                  <a:pt x="330811" y="499755"/>
                  <a:pt x="331179" y="499534"/>
                </a:cubicBezTo>
                <a:cubicBezTo>
                  <a:pt x="374950" y="474553"/>
                  <a:pt x="412163" y="472490"/>
                  <a:pt x="441122" y="477132"/>
                </a:cubicBezTo>
                <a:cubicBezTo>
                  <a:pt x="451365" y="478754"/>
                  <a:pt x="459323" y="481480"/>
                  <a:pt x="470156" y="485607"/>
                </a:cubicBezTo>
                <a:cubicBezTo>
                  <a:pt x="476714" y="488186"/>
                  <a:pt x="481946" y="488849"/>
                  <a:pt x="482609" y="485312"/>
                </a:cubicBezTo>
                <a:cubicBezTo>
                  <a:pt x="483125" y="482733"/>
                  <a:pt x="480398" y="479269"/>
                  <a:pt x="475830" y="476027"/>
                </a:cubicBezTo>
                <a:cubicBezTo>
                  <a:pt x="473914" y="474627"/>
                  <a:pt x="471482" y="473153"/>
                  <a:pt x="468608" y="471458"/>
                </a:cubicBezTo>
                <a:cubicBezTo>
                  <a:pt x="466987" y="470500"/>
                  <a:pt x="462639" y="468216"/>
                  <a:pt x="461460" y="467479"/>
                </a:cubicBezTo>
                <a:cubicBezTo>
                  <a:pt x="460281" y="466742"/>
                  <a:pt x="459987" y="465932"/>
                  <a:pt x="460502" y="464605"/>
                </a:cubicBezTo>
                <a:cubicBezTo>
                  <a:pt x="461681" y="461805"/>
                  <a:pt x="464334" y="458858"/>
                  <a:pt x="467282" y="456352"/>
                </a:cubicBezTo>
                <a:cubicBezTo>
                  <a:pt x="470082" y="453994"/>
                  <a:pt x="473251" y="451857"/>
                  <a:pt x="476861" y="450089"/>
                </a:cubicBezTo>
                <a:cubicBezTo>
                  <a:pt x="480104" y="448541"/>
                  <a:pt x="481725" y="447436"/>
                  <a:pt x="481872" y="445741"/>
                </a:cubicBezTo>
                <a:cubicBezTo>
                  <a:pt x="482019" y="443678"/>
                  <a:pt x="479072" y="442794"/>
                  <a:pt x="475240" y="443457"/>
                </a:cubicBezTo>
                <a:cubicBezTo>
                  <a:pt x="470303" y="444267"/>
                  <a:pt x="461092" y="447657"/>
                  <a:pt x="450923" y="456426"/>
                </a:cubicBezTo>
                <a:cubicBezTo>
                  <a:pt x="448712" y="458268"/>
                  <a:pt x="446796" y="460184"/>
                  <a:pt x="443775" y="461142"/>
                </a:cubicBezTo>
                <a:cubicBezTo>
                  <a:pt x="440680" y="462174"/>
                  <a:pt x="437585" y="461953"/>
                  <a:pt x="434343" y="461510"/>
                </a:cubicBezTo>
                <a:cubicBezTo>
                  <a:pt x="433901" y="461437"/>
                  <a:pt x="432059" y="461216"/>
                  <a:pt x="431543" y="461142"/>
                </a:cubicBezTo>
                <a:cubicBezTo>
                  <a:pt x="429406" y="460847"/>
                  <a:pt x="428816" y="459889"/>
                  <a:pt x="429627" y="457900"/>
                </a:cubicBezTo>
                <a:cubicBezTo>
                  <a:pt x="432648" y="450310"/>
                  <a:pt x="438691" y="442794"/>
                  <a:pt x="448565" y="437414"/>
                </a:cubicBezTo>
                <a:cubicBezTo>
                  <a:pt x="450186" y="436530"/>
                  <a:pt x="453134" y="435056"/>
                  <a:pt x="452691" y="432919"/>
                </a:cubicBezTo>
                <a:cubicBezTo>
                  <a:pt x="452249" y="430635"/>
                  <a:pt x="449081" y="430414"/>
                  <a:pt x="446207" y="431003"/>
                </a:cubicBezTo>
                <a:cubicBezTo>
                  <a:pt x="438912" y="432404"/>
                  <a:pt x="428006" y="436677"/>
                  <a:pt x="418132" y="451710"/>
                </a:cubicBezTo>
                <a:cubicBezTo>
                  <a:pt x="416584" y="454068"/>
                  <a:pt x="415110" y="456500"/>
                  <a:pt x="412458" y="458194"/>
                </a:cubicBezTo>
                <a:cubicBezTo>
                  <a:pt x="409657" y="459889"/>
                  <a:pt x="406563" y="460184"/>
                  <a:pt x="403394" y="460405"/>
                </a:cubicBezTo>
                <a:cubicBezTo>
                  <a:pt x="400815" y="460553"/>
                  <a:pt x="400741" y="460553"/>
                  <a:pt x="398604" y="460774"/>
                </a:cubicBezTo>
                <a:cubicBezTo>
                  <a:pt x="396246" y="460479"/>
                  <a:pt x="395288" y="459742"/>
                  <a:pt x="395509" y="457605"/>
                </a:cubicBezTo>
                <a:close/>
                <a:moveTo>
                  <a:pt x="529254" y="399981"/>
                </a:moveTo>
                <a:lnTo>
                  <a:pt x="378708" y="400054"/>
                </a:lnTo>
                <a:cubicBezTo>
                  <a:pt x="378708" y="400496"/>
                  <a:pt x="378635" y="400865"/>
                  <a:pt x="378635" y="401307"/>
                </a:cubicBezTo>
                <a:cubicBezTo>
                  <a:pt x="377308" y="422971"/>
                  <a:pt x="372592" y="442057"/>
                  <a:pt x="360655" y="459963"/>
                </a:cubicBezTo>
                <a:cubicBezTo>
                  <a:pt x="360949" y="461658"/>
                  <a:pt x="361392" y="463058"/>
                  <a:pt x="361686" y="464163"/>
                </a:cubicBezTo>
                <a:cubicBezTo>
                  <a:pt x="361907" y="464753"/>
                  <a:pt x="362202" y="464900"/>
                  <a:pt x="362718" y="464753"/>
                </a:cubicBezTo>
                <a:cubicBezTo>
                  <a:pt x="365666" y="463942"/>
                  <a:pt x="366108" y="463795"/>
                  <a:pt x="369718" y="462911"/>
                </a:cubicBezTo>
                <a:cubicBezTo>
                  <a:pt x="373108" y="462026"/>
                  <a:pt x="374950" y="461584"/>
                  <a:pt x="377087" y="459595"/>
                </a:cubicBezTo>
                <a:cubicBezTo>
                  <a:pt x="377971" y="458784"/>
                  <a:pt x="378708" y="457826"/>
                  <a:pt x="379298" y="456647"/>
                </a:cubicBezTo>
                <a:cubicBezTo>
                  <a:pt x="379887" y="455468"/>
                  <a:pt x="380035" y="455100"/>
                  <a:pt x="380919" y="452594"/>
                </a:cubicBezTo>
                <a:cubicBezTo>
                  <a:pt x="383867" y="444341"/>
                  <a:pt x="386593" y="439035"/>
                  <a:pt x="390130" y="434467"/>
                </a:cubicBezTo>
                <a:cubicBezTo>
                  <a:pt x="394257" y="429088"/>
                  <a:pt x="399415" y="425182"/>
                  <a:pt x="404868" y="423414"/>
                </a:cubicBezTo>
                <a:cubicBezTo>
                  <a:pt x="408626" y="422161"/>
                  <a:pt x="412458" y="422456"/>
                  <a:pt x="413784" y="425329"/>
                </a:cubicBezTo>
                <a:cubicBezTo>
                  <a:pt x="415258" y="428498"/>
                  <a:pt x="412679" y="430488"/>
                  <a:pt x="409731" y="432993"/>
                </a:cubicBezTo>
                <a:cubicBezTo>
                  <a:pt x="402731" y="439035"/>
                  <a:pt x="398162" y="448541"/>
                  <a:pt x="397204" y="457826"/>
                </a:cubicBezTo>
                <a:cubicBezTo>
                  <a:pt x="397130" y="458268"/>
                  <a:pt x="397352" y="458563"/>
                  <a:pt x="397867" y="458489"/>
                </a:cubicBezTo>
                <a:cubicBezTo>
                  <a:pt x="400078" y="458342"/>
                  <a:pt x="400152" y="458342"/>
                  <a:pt x="402731" y="458121"/>
                </a:cubicBezTo>
                <a:cubicBezTo>
                  <a:pt x="405531" y="457900"/>
                  <a:pt x="408257" y="457752"/>
                  <a:pt x="410689" y="456352"/>
                </a:cubicBezTo>
                <a:cubicBezTo>
                  <a:pt x="413195" y="454878"/>
                  <a:pt x="414521" y="452742"/>
                  <a:pt x="416068" y="450310"/>
                </a:cubicBezTo>
                <a:cubicBezTo>
                  <a:pt x="426237" y="434835"/>
                  <a:pt x="437585" y="430267"/>
                  <a:pt x="445396" y="428793"/>
                </a:cubicBezTo>
                <a:cubicBezTo>
                  <a:pt x="450112" y="427909"/>
                  <a:pt x="453060" y="429088"/>
                  <a:pt x="454092" y="431667"/>
                </a:cubicBezTo>
                <a:cubicBezTo>
                  <a:pt x="454681" y="433288"/>
                  <a:pt x="454165" y="434835"/>
                  <a:pt x="452986" y="436014"/>
                </a:cubicBezTo>
                <a:cubicBezTo>
                  <a:pt x="452323" y="436751"/>
                  <a:pt x="451439" y="437341"/>
                  <a:pt x="449007" y="438667"/>
                </a:cubicBezTo>
                <a:cubicBezTo>
                  <a:pt x="439206" y="444046"/>
                  <a:pt x="433680" y="451341"/>
                  <a:pt x="430953" y="458194"/>
                </a:cubicBezTo>
                <a:cubicBezTo>
                  <a:pt x="430732" y="458637"/>
                  <a:pt x="430880" y="458858"/>
                  <a:pt x="431396" y="458931"/>
                </a:cubicBezTo>
                <a:cubicBezTo>
                  <a:pt x="431985" y="459005"/>
                  <a:pt x="433385" y="459152"/>
                  <a:pt x="434122" y="459300"/>
                </a:cubicBezTo>
                <a:cubicBezTo>
                  <a:pt x="436996" y="459668"/>
                  <a:pt x="439722" y="459889"/>
                  <a:pt x="442375" y="459079"/>
                </a:cubicBezTo>
                <a:cubicBezTo>
                  <a:pt x="445175" y="458194"/>
                  <a:pt x="447017" y="456500"/>
                  <a:pt x="449228" y="454584"/>
                </a:cubicBezTo>
                <a:cubicBezTo>
                  <a:pt x="459029" y="446183"/>
                  <a:pt x="468387" y="442204"/>
                  <a:pt x="474503" y="441172"/>
                </a:cubicBezTo>
                <a:cubicBezTo>
                  <a:pt x="478556" y="440509"/>
                  <a:pt x="482683" y="441172"/>
                  <a:pt x="483493" y="444415"/>
                </a:cubicBezTo>
                <a:cubicBezTo>
                  <a:pt x="483862" y="446036"/>
                  <a:pt x="483051" y="447583"/>
                  <a:pt x="481798" y="448689"/>
                </a:cubicBezTo>
                <a:cubicBezTo>
                  <a:pt x="481209" y="449278"/>
                  <a:pt x="480546" y="449720"/>
                  <a:pt x="477377" y="451341"/>
                </a:cubicBezTo>
                <a:cubicBezTo>
                  <a:pt x="471335" y="454363"/>
                  <a:pt x="464113" y="459742"/>
                  <a:pt x="461829" y="464900"/>
                </a:cubicBezTo>
                <a:cubicBezTo>
                  <a:pt x="461681" y="465269"/>
                  <a:pt x="461755" y="465416"/>
                  <a:pt x="462050" y="465563"/>
                </a:cubicBezTo>
                <a:cubicBezTo>
                  <a:pt x="466250" y="468069"/>
                  <a:pt x="472071" y="470943"/>
                  <a:pt x="476493" y="474111"/>
                </a:cubicBezTo>
                <a:cubicBezTo>
                  <a:pt x="483419" y="478975"/>
                  <a:pt x="486514" y="485164"/>
                  <a:pt x="482683" y="488186"/>
                </a:cubicBezTo>
                <a:cubicBezTo>
                  <a:pt x="479809" y="490470"/>
                  <a:pt x="475240" y="489365"/>
                  <a:pt x="469050" y="487007"/>
                </a:cubicBezTo>
                <a:cubicBezTo>
                  <a:pt x="458218" y="482880"/>
                  <a:pt x="450481" y="480301"/>
                  <a:pt x="440385" y="478680"/>
                </a:cubicBezTo>
                <a:cubicBezTo>
                  <a:pt x="407742" y="473448"/>
                  <a:pt x="372003" y="478164"/>
                  <a:pt x="332727" y="500271"/>
                </a:cubicBezTo>
                <a:cubicBezTo>
                  <a:pt x="332506" y="500418"/>
                  <a:pt x="332432" y="500565"/>
                  <a:pt x="332432" y="500860"/>
                </a:cubicBezTo>
                <a:cubicBezTo>
                  <a:pt x="334127" y="512724"/>
                  <a:pt x="320421" y="517735"/>
                  <a:pt x="312315" y="510513"/>
                </a:cubicBezTo>
                <a:cubicBezTo>
                  <a:pt x="312168" y="510366"/>
                  <a:pt x="312094" y="510292"/>
                  <a:pt x="311799" y="510366"/>
                </a:cubicBezTo>
                <a:cubicBezTo>
                  <a:pt x="305241" y="512061"/>
                  <a:pt x="297651" y="510587"/>
                  <a:pt x="294630" y="503365"/>
                </a:cubicBezTo>
                <a:cubicBezTo>
                  <a:pt x="289545" y="504323"/>
                  <a:pt x="284314" y="504913"/>
                  <a:pt x="279008" y="505134"/>
                </a:cubicBezTo>
                <a:lnTo>
                  <a:pt x="279008" y="724947"/>
                </a:lnTo>
                <a:cubicBezTo>
                  <a:pt x="279008" y="724947"/>
                  <a:pt x="279082" y="724947"/>
                  <a:pt x="279082" y="724873"/>
                </a:cubicBezTo>
                <a:cubicBezTo>
                  <a:pt x="345401" y="698419"/>
                  <a:pt x="399857" y="655090"/>
                  <a:pt x="441122" y="603508"/>
                </a:cubicBezTo>
                <a:cubicBezTo>
                  <a:pt x="481946" y="552516"/>
                  <a:pt x="511790" y="491060"/>
                  <a:pt x="524685" y="427245"/>
                </a:cubicBezTo>
                <a:cubicBezTo>
                  <a:pt x="526527" y="418403"/>
                  <a:pt x="528001" y="409265"/>
                  <a:pt x="529254" y="399981"/>
                </a:cubicBezTo>
                <a:close/>
                <a:moveTo>
                  <a:pt x="507147" y="391801"/>
                </a:moveTo>
                <a:cubicBezTo>
                  <a:pt x="505747" y="388927"/>
                  <a:pt x="504347" y="386054"/>
                  <a:pt x="502947" y="383180"/>
                </a:cubicBezTo>
                <a:cubicBezTo>
                  <a:pt x="499852" y="383180"/>
                  <a:pt x="496683" y="383180"/>
                  <a:pt x="493588" y="383180"/>
                </a:cubicBezTo>
                <a:cubicBezTo>
                  <a:pt x="491967" y="386054"/>
                  <a:pt x="490273" y="388927"/>
                  <a:pt x="488651" y="391801"/>
                </a:cubicBezTo>
                <a:lnTo>
                  <a:pt x="507147" y="391801"/>
                </a:lnTo>
                <a:close/>
                <a:moveTo>
                  <a:pt x="530285" y="391801"/>
                </a:moveTo>
                <a:cubicBezTo>
                  <a:pt x="530654" y="388927"/>
                  <a:pt x="530949" y="386054"/>
                  <a:pt x="531243" y="383180"/>
                </a:cubicBezTo>
                <a:cubicBezTo>
                  <a:pt x="530064" y="383180"/>
                  <a:pt x="528443" y="383180"/>
                  <a:pt x="527485" y="383180"/>
                </a:cubicBezTo>
                <a:cubicBezTo>
                  <a:pt x="525790" y="386054"/>
                  <a:pt x="524022" y="388927"/>
                  <a:pt x="522327" y="391801"/>
                </a:cubicBezTo>
                <a:lnTo>
                  <a:pt x="530285" y="391801"/>
                </a:lnTo>
                <a:close/>
                <a:moveTo>
                  <a:pt x="533159" y="361368"/>
                </a:moveTo>
                <a:cubicBezTo>
                  <a:pt x="533454" y="356726"/>
                  <a:pt x="533822" y="351125"/>
                  <a:pt x="534117" y="345893"/>
                </a:cubicBezTo>
                <a:lnTo>
                  <a:pt x="529254" y="345893"/>
                </a:lnTo>
                <a:cubicBezTo>
                  <a:pt x="527633" y="348472"/>
                  <a:pt x="525938" y="351052"/>
                  <a:pt x="524243" y="353631"/>
                </a:cubicBezTo>
                <a:cubicBezTo>
                  <a:pt x="525717" y="356210"/>
                  <a:pt x="527190" y="358789"/>
                  <a:pt x="528664" y="361368"/>
                </a:cubicBezTo>
                <a:lnTo>
                  <a:pt x="533159" y="361368"/>
                </a:lnTo>
                <a:close/>
                <a:moveTo>
                  <a:pt x="535149" y="327250"/>
                </a:moveTo>
                <a:cubicBezTo>
                  <a:pt x="533454" y="327250"/>
                  <a:pt x="531170" y="327250"/>
                  <a:pt x="529622" y="327250"/>
                </a:cubicBezTo>
                <a:cubicBezTo>
                  <a:pt x="528001" y="329829"/>
                  <a:pt x="526380" y="332408"/>
                  <a:pt x="524759" y="334987"/>
                </a:cubicBezTo>
                <a:cubicBezTo>
                  <a:pt x="526306" y="337567"/>
                  <a:pt x="527780" y="340146"/>
                  <a:pt x="529327" y="342725"/>
                </a:cubicBezTo>
                <a:cubicBezTo>
                  <a:pt x="530654" y="342725"/>
                  <a:pt x="532717" y="342725"/>
                  <a:pt x="534264" y="342725"/>
                </a:cubicBezTo>
                <a:cubicBezTo>
                  <a:pt x="534780" y="334030"/>
                  <a:pt x="535149" y="327250"/>
                  <a:pt x="535149" y="327250"/>
                </a:cubicBezTo>
                <a:close/>
                <a:moveTo>
                  <a:pt x="538907" y="177294"/>
                </a:moveTo>
                <a:lnTo>
                  <a:pt x="528812" y="177294"/>
                </a:lnTo>
                <a:cubicBezTo>
                  <a:pt x="530359" y="180021"/>
                  <a:pt x="531906" y="182747"/>
                  <a:pt x="533454" y="185474"/>
                </a:cubicBezTo>
                <a:cubicBezTo>
                  <a:pt x="534928" y="185474"/>
                  <a:pt x="537138" y="185474"/>
                  <a:pt x="538759" y="185474"/>
                </a:cubicBezTo>
                <a:cubicBezTo>
                  <a:pt x="538833" y="182747"/>
                  <a:pt x="538833" y="179947"/>
                  <a:pt x="538907" y="177294"/>
                </a:cubicBezTo>
                <a:close/>
                <a:moveTo>
                  <a:pt x="539717" y="66688"/>
                </a:moveTo>
                <a:cubicBezTo>
                  <a:pt x="539644" y="59982"/>
                  <a:pt x="539791" y="60203"/>
                  <a:pt x="533675" y="57551"/>
                </a:cubicBezTo>
                <a:cubicBezTo>
                  <a:pt x="504200" y="44655"/>
                  <a:pt x="464039" y="32423"/>
                  <a:pt x="418869" y="23801"/>
                </a:cubicBezTo>
                <a:cubicBezTo>
                  <a:pt x="373403" y="15106"/>
                  <a:pt x="324842" y="10316"/>
                  <a:pt x="275029" y="10316"/>
                </a:cubicBezTo>
                <a:cubicBezTo>
                  <a:pt x="225216" y="10316"/>
                  <a:pt x="176655" y="15032"/>
                  <a:pt x="131189" y="23801"/>
                </a:cubicBezTo>
                <a:cubicBezTo>
                  <a:pt x="86092" y="32423"/>
                  <a:pt x="45932" y="44655"/>
                  <a:pt x="16456" y="57551"/>
                </a:cubicBezTo>
                <a:cubicBezTo>
                  <a:pt x="10340" y="60203"/>
                  <a:pt x="10488" y="60056"/>
                  <a:pt x="10414" y="66688"/>
                </a:cubicBezTo>
                <a:cubicBezTo>
                  <a:pt x="10267" y="82826"/>
                  <a:pt x="10340" y="106848"/>
                  <a:pt x="10782" y="142071"/>
                </a:cubicBezTo>
                <a:cubicBezTo>
                  <a:pt x="45637" y="125860"/>
                  <a:pt x="90292" y="113701"/>
                  <a:pt x="128094" y="106259"/>
                </a:cubicBezTo>
                <a:cubicBezTo>
                  <a:pt x="176213" y="96753"/>
                  <a:pt x="226026" y="92111"/>
                  <a:pt x="275103" y="92111"/>
                </a:cubicBezTo>
                <a:cubicBezTo>
                  <a:pt x="324253" y="92111"/>
                  <a:pt x="374066" y="96753"/>
                  <a:pt x="422258" y="106259"/>
                </a:cubicBezTo>
                <a:cubicBezTo>
                  <a:pt x="460060" y="113701"/>
                  <a:pt x="504568" y="125860"/>
                  <a:pt x="539423" y="142071"/>
                </a:cubicBezTo>
                <a:cubicBezTo>
                  <a:pt x="539791" y="106848"/>
                  <a:pt x="539938" y="82826"/>
                  <a:pt x="539717" y="66688"/>
                </a:cubicBezTo>
                <a:close/>
                <a:moveTo>
                  <a:pt x="307968" y="286795"/>
                </a:moveTo>
                <a:lnTo>
                  <a:pt x="305536" y="286795"/>
                </a:lnTo>
                <a:lnTo>
                  <a:pt x="312684" y="263878"/>
                </a:lnTo>
                <a:lnTo>
                  <a:pt x="315557" y="263878"/>
                </a:lnTo>
                <a:lnTo>
                  <a:pt x="322705" y="286795"/>
                </a:lnTo>
                <a:lnTo>
                  <a:pt x="319979" y="286795"/>
                </a:lnTo>
                <a:lnTo>
                  <a:pt x="318284" y="281269"/>
                </a:lnTo>
                <a:lnTo>
                  <a:pt x="309589" y="281269"/>
                </a:lnTo>
                <a:lnTo>
                  <a:pt x="307968" y="286795"/>
                </a:lnTo>
                <a:close/>
                <a:moveTo>
                  <a:pt x="310326" y="278984"/>
                </a:moveTo>
                <a:lnTo>
                  <a:pt x="317621" y="278984"/>
                </a:lnTo>
                <a:lnTo>
                  <a:pt x="313936" y="266973"/>
                </a:lnTo>
                <a:lnTo>
                  <a:pt x="310326" y="278984"/>
                </a:lnTo>
                <a:close/>
                <a:moveTo>
                  <a:pt x="90071" y="75531"/>
                </a:moveTo>
                <a:cubicBezTo>
                  <a:pt x="90145" y="82752"/>
                  <a:pt x="87713" y="85479"/>
                  <a:pt x="80860" y="87247"/>
                </a:cubicBezTo>
                <a:cubicBezTo>
                  <a:pt x="67007" y="91005"/>
                  <a:pt x="53080" y="95353"/>
                  <a:pt x="39447" y="100290"/>
                </a:cubicBezTo>
                <a:cubicBezTo>
                  <a:pt x="39447" y="104490"/>
                  <a:pt x="39521" y="108764"/>
                  <a:pt x="39521" y="112964"/>
                </a:cubicBezTo>
                <a:cubicBezTo>
                  <a:pt x="36131" y="114217"/>
                  <a:pt x="32889" y="115396"/>
                  <a:pt x="29647" y="116649"/>
                </a:cubicBezTo>
                <a:cubicBezTo>
                  <a:pt x="29499" y="101100"/>
                  <a:pt x="29426" y="85552"/>
                  <a:pt x="29278" y="70078"/>
                </a:cubicBezTo>
                <a:cubicBezTo>
                  <a:pt x="46521" y="63298"/>
                  <a:pt x="64059" y="57772"/>
                  <a:pt x="81302" y="53056"/>
                </a:cubicBezTo>
                <a:cubicBezTo>
                  <a:pt x="87860" y="51213"/>
                  <a:pt x="89997" y="52614"/>
                  <a:pt x="89997" y="59393"/>
                </a:cubicBezTo>
                <a:cubicBezTo>
                  <a:pt x="90071" y="64772"/>
                  <a:pt x="90071" y="70151"/>
                  <a:pt x="90071" y="75531"/>
                </a:cubicBezTo>
                <a:close/>
                <a:moveTo>
                  <a:pt x="80639" y="76489"/>
                </a:moveTo>
                <a:cubicBezTo>
                  <a:pt x="80639" y="72583"/>
                  <a:pt x="80639" y="68604"/>
                  <a:pt x="80565" y="64698"/>
                </a:cubicBezTo>
                <a:cubicBezTo>
                  <a:pt x="80639" y="62930"/>
                  <a:pt x="79755" y="62488"/>
                  <a:pt x="78134" y="62930"/>
                </a:cubicBezTo>
                <a:cubicBezTo>
                  <a:pt x="65164" y="66541"/>
                  <a:pt x="52048" y="70593"/>
                  <a:pt x="39226" y="75310"/>
                </a:cubicBezTo>
                <a:cubicBezTo>
                  <a:pt x="39300" y="80689"/>
                  <a:pt x="39300" y="86068"/>
                  <a:pt x="39373" y="91447"/>
                </a:cubicBezTo>
                <a:cubicBezTo>
                  <a:pt x="52343" y="86731"/>
                  <a:pt x="65533" y="82605"/>
                  <a:pt x="78797" y="78920"/>
                </a:cubicBezTo>
                <a:cubicBezTo>
                  <a:pt x="80123" y="78552"/>
                  <a:pt x="80713" y="78036"/>
                  <a:pt x="80639" y="76489"/>
                </a:cubicBezTo>
                <a:close/>
                <a:moveTo>
                  <a:pt x="272818" y="286795"/>
                </a:moveTo>
                <a:lnTo>
                  <a:pt x="275471" y="286795"/>
                </a:lnTo>
                <a:lnTo>
                  <a:pt x="275471" y="266310"/>
                </a:lnTo>
                <a:lnTo>
                  <a:pt x="281956" y="266310"/>
                </a:lnTo>
                <a:lnTo>
                  <a:pt x="281956" y="263878"/>
                </a:lnTo>
                <a:lnTo>
                  <a:pt x="266260" y="263878"/>
                </a:lnTo>
                <a:lnTo>
                  <a:pt x="266260" y="266310"/>
                </a:lnTo>
                <a:lnTo>
                  <a:pt x="272818" y="266310"/>
                </a:lnTo>
                <a:lnTo>
                  <a:pt x="272818" y="286795"/>
                </a:lnTo>
                <a:close/>
                <a:moveTo>
                  <a:pt x="441565" y="65877"/>
                </a:moveTo>
                <a:cubicBezTo>
                  <a:pt x="428522" y="62930"/>
                  <a:pt x="415184" y="60277"/>
                  <a:pt x="401625" y="57993"/>
                </a:cubicBezTo>
                <a:cubicBezTo>
                  <a:pt x="401625" y="51435"/>
                  <a:pt x="401625" y="44876"/>
                  <a:pt x="401625" y="38318"/>
                </a:cubicBezTo>
                <a:cubicBezTo>
                  <a:pt x="398531" y="37802"/>
                  <a:pt x="395362" y="37286"/>
                  <a:pt x="392267" y="36771"/>
                </a:cubicBezTo>
                <a:cubicBezTo>
                  <a:pt x="392267" y="52392"/>
                  <a:pt x="392193" y="67941"/>
                  <a:pt x="392193" y="83636"/>
                </a:cubicBezTo>
                <a:cubicBezTo>
                  <a:pt x="395362" y="84152"/>
                  <a:pt x="398457" y="84594"/>
                  <a:pt x="401625" y="85184"/>
                </a:cubicBezTo>
                <a:cubicBezTo>
                  <a:pt x="401625" y="78552"/>
                  <a:pt x="401625" y="71994"/>
                  <a:pt x="401625" y="65362"/>
                </a:cubicBezTo>
                <a:cubicBezTo>
                  <a:pt x="415184" y="67646"/>
                  <a:pt x="428522" y="70225"/>
                  <a:pt x="441565" y="73173"/>
                </a:cubicBezTo>
                <a:cubicBezTo>
                  <a:pt x="441565" y="79805"/>
                  <a:pt x="441491" y="86363"/>
                  <a:pt x="441491" y="92995"/>
                </a:cubicBezTo>
                <a:cubicBezTo>
                  <a:pt x="444659" y="93732"/>
                  <a:pt x="447754" y="94469"/>
                  <a:pt x="450849" y="95205"/>
                </a:cubicBezTo>
                <a:cubicBezTo>
                  <a:pt x="450923" y="79583"/>
                  <a:pt x="450923" y="63962"/>
                  <a:pt x="450997" y="48413"/>
                </a:cubicBezTo>
                <a:cubicBezTo>
                  <a:pt x="447902" y="47676"/>
                  <a:pt x="444733" y="46940"/>
                  <a:pt x="441638" y="46203"/>
                </a:cubicBezTo>
                <a:cubicBezTo>
                  <a:pt x="441565" y="52761"/>
                  <a:pt x="441565" y="59319"/>
                  <a:pt x="441565" y="65877"/>
                </a:cubicBezTo>
                <a:close/>
                <a:moveTo>
                  <a:pt x="459618" y="97416"/>
                </a:moveTo>
                <a:cubicBezTo>
                  <a:pt x="480546" y="102795"/>
                  <a:pt x="501031" y="109133"/>
                  <a:pt x="520485" y="116649"/>
                </a:cubicBezTo>
                <a:cubicBezTo>
                  <a:pt x="520485" y="114217"/>
                  <a:pt x="520558" y="111712"/>
                  <a:pt x="520558" y="109280"/>
                </a:cubicBezTo>
                <a:cubicBezTo>
                  <a:pt x="504126" y="102869"/>
                  <a:pt x="486883" y="97342"/>
                  <a:pt x="469198" y="92479"/>
                </a:cubicBezTo>
                <a:cubicBezTo>
                  <a:pt x="469198" y="88352"/>
                  <a:pt x="469198" y="84226"/>
                  <a:pt x="469271" y="80099"/>
                </a:cubicBezTo>
                <a:cubicBezTo>
                  <a:pt x="487178" y="84963"/>
                  <a:pt x="504347" y="90489"/>
                  <a:pt x="520706" y="96900"/>
                </a:cubicBezTo>
                <a:cubicBezTo>
                  <a:pt x="520706" y="94469"/>
                  <a:pt x="520780" y="92037"/>
                  <a:pt x="520780" y="89679"/>
                </a:cubicBezTo>
                <a:cubicBezTo>
                  <a:pt x="504273" y="83194"/>
                  <a:pt x="487030" y="77668"/>
                  <a:pt x="469345" y="72804"/>
                </a:cubicBezTo>
                <a:cubicBezTo>
                  <a:pt x="469345" y="68751"/>
                  <a:pt x="469345" y="64698"/>
                  <a:pt x="469419" y="60646"/>
                </a:cubicBezTo>
                <a:cubicBezTo>
                  <a:pt x="487325" y="65509"/>
                  <a:pt x="504568" y="71109"/>
                  <a:pt x="520927" y="77447"/>
                </a:cubicBezTo>
                <a:cubicBezTo>
                  <a:pt x="520927" y="75015"/>
                  <a:pt x="521001" y="72509"/>
                  <a:pt x="521001" y="70078"/>
                </a:cubicBezTo>
                <a:cubicBezTo>
                  <a:pt x="501621" y="62488"/>
                  <a:pt x="481061" y="56077"/>
                  <a:pt x="459913" y="50624"/>
                </a:cubicBezTo>
                <a:cubicBezTo>
                  <a:pt x="459692" y="66172"/>
                  <a:pt x="459618" y="81794"/>
                  <a:pt x="459618" y="97416"/>
                </a:cubicBezTo>
                <a:close/>
                <a:moveTo>
                  <a:pt x="450112" y="532030"/>
                </a:moveTo>
                <a:cubicBezTo>
                  <a:pt x="450039" y="533136"/>
                  <a:pt x="449449" y="534167"/>
                  <a:pt x="448418" y="534904"/>
                </a:cubicBezTo>
                <a:cubicBezTo>
                  <a:pt x="447312" y="535715"/>
                  <a:pt x="446207" y="536083"/>
                  <a:pt x="443259" y="536673"/>
                </a:cubicBezTo>
                <a:cubicBezTo>
                  <a:pt x="438838" y="537631"/>
                  <a:pt x="434343" y="539547"/>
                  <a:pt x="431248" y="542715"/>
                </a:cubicBezTo>
                <a:lnTo>
                  <a:pt x="431248" y="542715"/>
                </a:lnTo>
                <a:cubicBezTo>
                  <a:pt x="430953" y="543010"/>
                  <a:pt x="430953" y="543378"/>
                  <a:pt x="431322" y="543526"/>
                </a:cubicBezTo>
                <a:cubicBezTo>
                  <a:pt x="434417" y="545663"/>
                  <a:pt x="439280" y="548831"/>
                  <a:pt x="442891" y="552368"/>
                </a:cubicBezTo>
                <a:cubicBezTo>
                  <a:pt x="445249" y="554653"/>
                  <a:pt x="447902" y="558411"/>
                  <a:pt x="446723" y="561727"/>
                </a:cubicBezTo>
                <a:cubicBezTo>
                  <a:pt x="446059" y="563422"/>
                  <a:pt x="444586" y="564380"/>
                  <a:pt x="442744" y="564601"/>
                </a:cubicBezTo>
                <a:cubicBezTo>
                  <a:pt x="440385" y="564822"/>
                  <a:pt x="437880" y="563864"/>
                  <a:pt x="434785" y="562243"/>
                </a:cubicBezTo>
                <a:cubicBezTo>
                  <a:pt x="429332" y="559369"/>
                  <a:pt x="424027" y="556274"/>
                  <a:pt x="414521" y="553989"/>
                </a:cubicBezTo>
                <a:cubicBezTo>
                  <a:pt x="384751" y="546842"/>
                  <a:pt x="352107" y="557305"/>
                  <a:pt x="326832" y="574401"/>
                </a:cubicBezTo>
                <a:cubicBezTo>
                  <a:pt x="326611" y="574548"/>
                  <a:pt x="326537" y="574696"/>
                  <a:pt x="326611" y="574991"/>
                </a:cubicBezTo>
                <a:cubicBezTo>
                  <a:pt x="327790" y="579043"/>
                  <a:pt x="326537" y="583170"/>
                  <a:pt x="322779" y="585307"/>
                </a:cubicBezTo>
                <a:cubicBezTo>
                  <a:pt x="319168" y="587370"/>
                  <a:pt x="314968" y="586781"/>
                  <a:pt x="311578" y="584570"/>
                </a:cubicBezTo>
                <a:cubicBezTo>
                  <a:pt x="311357" y="584423"/>
                  <a:pt x="311284" y="584423"/>
                  <a:pt x="311062" y="584570"/>
                </a:cubicBezTo>
                <a:cubicBezTo>
                  <a:pt x="306715" y="586707"/>
                  <a:pt x="301188" y="586854"/>
                  <a:pt x="297799" y="582949"/>
                </a:cubicBezTo>
                <a:cubicBezTo>
                  <a:pt x="294261" y="578896"/>
                  <a:pt x="295662" y="573591"/>
                  <a:pt x="298978" y="569906"/>
                </a:cubicBezTo>
                <a:cubicBezTo>
                  <a:pt x="299125" y="569759"/>
                  <a:pt x="299199" y="569611"/>
                  <a:pt x="299125" y="569390"/>
                </a:cubicBezTo>
                <a:cubicBezTo>
                  <a:pt x="297872" y="565264"/>
                  <a:pt x="298830" y="560842"/>
                  <a:pt x="302515" y="558411"/>
                </a:cubicBezTo>
                <a:cubicBezTo>
                  <a:pt x="306420" y="555832"/>
                  <a:pt x="310694" y="556790"/>
                  <a:pt x="314010" y="558853"/>
                </a:cubicBezTo>
                <a:cubicBezTo>
                  <a:pt x="314231" y="559000"/>
                  <a:pt x="314378" y="559000"/>
                  <a:pt x="314599" y="558853"/>
                </a:cubicBezTo>
                <a:cubicBezTo>
                  <a:pt x="315852" y="558042"/>
                  <a:pt x="317694" y="556937"/>
                  <a:pt x="318800" y="556274"/>
                </a:cubicBezTo>
                <a:cubicBezTo>
                  <a:pt x="320863" y="554947"/>
                  <a:pt x="322484" y="553842"/>
                  <a:pt x="323589" y="551926"/>
                </a:cubicBezTo>
                <a:cubicBezTo>
                  <a:pt x="324768" y="549789"/>
                  <a:pt x="324768" y="548536"/>
                  <a:pt x="325063" y="545663"/>
                </a:cubicBezTo>
                <a:cubicBezTo>
                  <a:pt x="325505" y="540357"/>
                  <a:pt x="326242" y="536452"/>
                  <a:pt x="327569" y="532693"/>
                </a:cubicBezTo>
                <a:cubicBezTo>
                  <a:pt x="328969" y="528641"/>
                  <a:pt x="331106" y="524514"/>
                  <a:pt x="334053" y="521419"/>
                </a:cubicBezTo>
                <a:cubicBezTo>
                  <a:pt x="337148" y="518177"/>
                  <a:pt x="340833" y="517072"/>
                  <a:pt x="343264" y="518766"/>
                </a:cubicBezTo>
                <a:cubicBezTo>
                  <a:pt x="346433" y="520903"/>
                  <a:pt x="344222" y="524882"/>
                  <a:pt x="342969" y="527609"/>
                </a:cubicBezTo>
                <a:cubicBezTo>
                  <a:pt x="340317" y="533430"/>
                  <a:pt x="339285" y="540504"/>
                  <a:pt x="339727" y="545515"/>
                </a:cubicBezTo>
                <a:cubicBezTo>
                  <a:pt x="339801" y="546031"/>
                  <a:pt x="340022" y="546178"/>
                  <a:pt x="340464" y="545957"/>
                </a:cubicBezTo>
                <a:cubicBezTo>
                  <a:pt x="344001" y="544484"/>
                  <a:pt x="346580" y="543599"/>
                  <a:pt x="349012" y="542568"/>
                </a:cubicBezTo>
                <a:cubicBezTo>
                  <a:pt x="354907" y="539989"/>
                  <a:pt x="355865" y="538146"/>
                  <a:pt x="357560" y="531441"/>
                </a:cubicBezTo>
                <a:cubicBezTo>
                  <a:pt x="359697" y="522746"/>
                  <a:pt x="363971" y="513092"/>
                  <a:pt x="373403" y="507418"/>
                </a:cubicBezTo>
                <a:cubicBezTo>
                  <a:pt x="377161" y="505134"/>
                  <a:pt x="381140" y="504618"/>
                  <a:pt x="383351" y="507345"/>
                </a:cubicBezTo>
                <a:cubicBezTo>
                  <a:pt x="385856" y="510587"/>
                  <a:pt x="382319" y="513756"/>
                  <a:pt x="380182" y="516040"/>
                </a:cubicBezTo>
                <a:cubicBezTo>
                  <a:pt x="375613" y="520903"/>
                  <a:pt x="372150" y="528788"/>
                  <a:pt x="372371" y="536231"/>
                </a:cubicBezTo>
                <a:cubicBezTo>
                  <a:pt x="372371" y="536673"/>
                  <a:pt x="372592" y="536820"/>
                  <a:pt x="373034" y="536746"/>
                </a:cubicBezTo>
                <a:cubicBezTo>
                  <a:pt x="373255" y="536673"/>
                  <a:pt x="377898" y="535936"/>
                  <a:pt x="378340" y="535862"/>
                </a:cubicBezTo>
                <a:cubicBezTo>
                  <a:pt x="385414" y="534536"/>
                  <a:pt x="387183" y="531662"/>
                  <a:pt x="390720" y="526651"/>
                </a:cubicBezTo>
                <a:cubicBezTo>
                  <a:pt x="394846" y="520682"/>
                  <a:pt x="402436" y="513092"/>
                  <a:pt x="412605" y="511250"/>
                </a:cubicBezTo>
                <a:cubicBezTo>
                  <a:pt x="415921" y="510661"/>
                  <a:pt x="419605" y="511103"/>
                  <a:pt x="420563" y="513903"/>
                </a:cubicBezTo>
                <a:cubicBezTo>
                  <a:pt x="421005" y="515303"/>
                  <a:pt x="420416" y="516629"/>
                  <a:pt x="419384" y="517661"/>
                </a:cubicBezTo>
                <a:cubicBezTo>
                  <a:pt x="418426" y="518693"/>
                  <a:pt x="418500" y="518545"/>
                  <a:pt x="415626" y="520240"/>
                </a:cubicBezTo>
                <a:cubicBezTo>
                  <a:pt x="411573" y="522598"/>
                  <a:pt x="405457" y="527830"/>
                  <a:pt x="402731" y="535051"/>
                </a:cubicBezTo>
                <a:cubicBezTo>
                  <a:pt x="402583" y="535494"/>
                  <a:pt x="402657" y="535715"/>
                  <a:pt x="403173" y="535788"/>
                </a:cubicBezTo>
                <a:cubicBezTo>
                  <a:pt x="404647" y="535936"/>
                  <a:pt x="405973" y="536157"/>
                  <a:pt x="407447" y="536378"/>
                </a:cubicBezTo>
                <a:cubicBezTo>
                  <a:pt x="413637" y="537262"/>
                  <a:pt x="414668" y="537115"/>
                  <a:pt x="421079" y="533283"/>
                </a:cubicBezTo>
                <a:cubicBezTo>
                  <a:pt x="427269" y="529599"/>
                  <a:pt x="435669" y="526504"/>
                  <a:pt x="443259" y="527019"/>
                </a:cubicBezTo>
                <a:cubicBezTo>
                  <a:pt x="447386" y="527241"/>
                  <a:pt x="450260" y="529230"/>
                  <a:pt x="450112" y="532030"/>
                </a:cubicBezTo>
                <a:close/>
                <a:moveTo>
                  <a:pt x="443038" y="528862"/>
                </a:moveTo>
                <a:cubicBezTo>
                  <a:pt x="436480" y="528420"/>
                  <a:pt x="428522" y="530925"/>
                  <a:pt x="421963" y="534830"/>
                </a:cubicBezTo>
                <a:cubicBezTo>
                  <a:pt x="419458" y="536378"/>
                  <a:pt x="417616" y="537631"/>
                  <a:pt x="414889" y="538220"/>
                </a:cubicBezTo>
                <a:cubicBezTo>
                  <a:pt x="412237" y="538883"/>
                  <a:pt x="409952" y="538589"/>
                  <a:pt x="407078" y="538146"/>
                </a:cubicBezTo>
                <a:cubicBezTo>
                  <a:pt x="405384" y="537925"/>
                  <a:pt x="403762" y="537704"/>
                  <a:pt x="401994" y="537483"/>
                </a:cubicBezTo>
                <a:cubicBezTo>
                  <a:pt x="400446" y="537336"/>
                  <a:pt x="400078" y="536673"/>
                  <a:pt x="400520" y="535199"/>
                </a:cubicBezTo>
                <a:cubicBezTo>
                  <a:pt x="403173" y="526946"/>
                  <a:pt x="410394" y="521051"/>
                  <a:pt x="414521" y="518619"/>
                </a:cubicBezTo>
                <a:cubicBezTo>
                  <a:pt x="416216" y="517661"/>
                  <a:pt x="416584" y="517366"/>
                  <a:pt x="417100" y="516924"/>
                </a:cubicBezTo>
                <a:cubicBezTo>
                  <a:pt x="417616" y="516556"/>
                  <a:pt x="418353" y="515745"/>
                  <a:pt x="418426" y="514861"/>
                </a:cubicBezTo>
                <a:cubicBezTo>
                  <a:pt x="418574" y="512871"/>
                  <a:pt x="415774" y="512503"/>
                  <a:pt x="412826" y="513019"/>
                </a:cubicBezTo>
                <a:cubicBezTo>
                  <a:pt x="404868" y="514419"/>
                  <a:pt x="397352" y="520166"/>
                  <a:pt x="392193" y="527609"/>
                </a:cubicBezTo>
                <a:cubicBezTo>
                  <a:pt x="390499" y="530041"/>
                  <a:pt x="389098" y="532325"/>
                  <a:pt x="386740" y="534241"/>
                </a:cubicBezTo>
                <a:cubicBezTo>
                  <a:pt x="384382" y="536083"/>
                  <a:pt x="381656" y="537041"/>
                  <a:pt x="378635" y="537631"/>
                </a:cubicBezTo>
                <a:cubicBezTo>
                  <a:pt x="377235" y="537925"/>
                  <a:pt x="374140" y="538367"/>
                  <a:pt x="372592" y="538589"/>
                </a:cubicBezTo>
                <a:cubicBezTo>
                  <a:pt x="371118" y="538810"/>
                  <a:pt x="370603" y="538367"/>
                  <a:pt x="370455" y="536894"/>
                </a:cubicBezTo>
                <a:cubicBezTo>
                  <a:pt x="369866" y="528641"/>
                  <a:pt x="373771" y="519945"/>
                  <a:pt x="378782" y="514640"/>
                </a:cubicBezTo>
                <a:cubicBezTo>
                  <a:pt x="380108" y="513166"/>
                  <a:pt x="382393" y="511103"/>
                  <a:pt x="381877" y="509039"/>
                </a:cubicBezTo>
                <a:cubicBezTo>
                  <a:pt x="381509" y="507639"/>
                  <a:pt x="379961" y="507050"/>
                  <a:pt x="378340" y="507271"/>
                </a:cubicBezTo>
                <a:cubicBezTo>
                  <a:pt x="376940" y="507492"/>
                  <a:pt x="375613" y="508155"/>
                  <a:pt x="374361" y="508892"/>
                </a:cubicBezTo>
                <a:cubicBezTo>
                  <a:pt x="365518" y="514271"/>
                  <a:pt x="361465" y="523335"/>
                  <a:pt x="359402" y="531736"/>
                </a:cubicBezTo>
                <a:cubicBezTo>
                  <a:pt x="357560" y="538957"/>
                  <a:pt x="356381" y="541241"/>
                  <a:pt x="349823" y="544115"/>
                </a:cubicBezTo>
                <a:cubicBezTo>
                  <a:pt x="347170" y="545294"/>
                  <a:pt x="344443" y="546178"/>
                  <a:pt x="340390" y="547873"/>
                </a:cubicBezTo>
                <a:cubicBezTo>
                  <a:pt x="338917" y="548463"/>
                  <a:pt x="338253" y="548094"/>
                  <a:pt x="338032" y="546547"/>
                </a:cubicBezTo>
                <a:cubicBezTo>
                  <a:pt x="337001" y="539620"/>
                  <a:pt x="339064" y="531588"/>
                  <a:pt x="341275" y="526725"/>
                </a:cubicBezTo>
                <a:cubicBezTo>
                  <a:pt x="342159" y="524735"/>
                  <a:pt x="343854" y="521640"/>
                  <a:pt x="341864" y="520240"/>
                </a:cubicBezTo>
                <a:cubicBezTo>
                  <a:pt x="339948" y="518914"/>
                  <a:pt x="337148" y="520756"/>
                  <a:pt x="335380" y="522598"/>
                </a:cubicBezTo>
                <a:cubicBezTo>
                  <a:pt x="332579" y="525546"/>
                  <a:pt x="330590" y="529378"/>
                  <a:pt x="329337" y="533209"/>
                </a:cubicBezTo>
                <a:cubicBezTo>
                  <a:pt x="328158" y="536820"/>
                  <a:pt x="327421" y="540578"/>
                  <a:pt x="326979" y="545736"/>
                </a:cubicBezTo>
                <a:cubicBezTo>
                  <a:pt x="326684" y="549052"/>
                  <a:pt x="326684" y="550379"/>
                  <a:pt x="325284" y="552810"/>
                </a:cubicBezTo>
                <a:cubicBezTo>
                  <a:pt x="323958" y="555095"/>
                  <a:pt x="322410" y="556200"/>
                  <a:pt x="319905" y="557748"/>
                </a:cubicBezTo>
                <a:cubicBezTo>
                  <a:pt x="318284" y="558779"/>
                  <a:pt x="316589" y="559811"/>
                  <a:pt x="314968" y="560842"/>
                </a:cubicBezTo>
                <a:cubicBezTo>
                  <a:pt x="314526" y="561137"/>
                  <a:pt x="314305" y="561137"/>
                  <a:pt x="313863" y="560842"/>
                </a:cubicBezTo>
                <a:cubicBezTo>
                  <a:pt x="311873" y="559590"/>
                  <a:pt x="311284" y="559221"/>
                  <a:pt x="309662" y="558927"/>
                </a:cubicBezTo>
                <a:cubicBezTo>
                  <a:pt x="307746" y="558484"/>
                  <a:pt x="305757" y="558705"/>
                  <a:pt x="304062" y="559737"/>
                </a:cubicBezTo>
                <a:cubicBezTo>
                  <a:pt x="300304" y="561874"/>
                  <a:pt x="300009" y="566001"/>
                  <a:pt x="301115" y="569243"/>
                </a:cubicBezTo>
                <a:cubicBezTo>
                  <a:pt x="301409" y="570053"/>
                  <a:pt x="301336" y="570348"/>
                  <a:pt x="300746" y="570938"/>
                </a:cubicBezTo>
                <a:cubicBezTo>
                  <a:pt x="297946" y="573812"/>
                  <a:pt x="296325" y="578233"/>
                  <a:pt x="299346" y="581770"/>
                </a:cubicBezTo>
                <a:cubicBezTo>
                  <a:pt x="302146" y="585012"/>
                  <a:pt x="306936" y="584717"/>
                  <a:pt x="310694" y="582802"/>
                </a:cubicBezTo>
                <a:cubicBezTo>
                  <a:pt x="311431" y="582433"/>
                  <a:pt x="311799" y="582433"/>
                  <a:pt x="312463" y="582875"/>
                </a:cubicBezTo>
                <a:cubicBezTo>
                  <a:pt x="315263" y="584791"/>
                  <a:pt x="318800" y="585602"/>
                  <a:pt x="321968" y="583760"/>
                </a:cubicBezTo>
                <a:cubicBezTo>
                  <a:pt x="325137" y="581917"/>
                  <a:pt x="326169" y="578307"/>
                  <a:pt x="324621" y="574548"/>
                </a:cubicBezTo>
                <a:cubicBezTo>
                  <a:pt x="324400" y="574033"/>
                  <a:pt x="324474" y="573812"/>
                  <a:pt x="324916" y="573517"/>
                </a:cubicBezTo>
                <a:cubicBezTo>
                  <a:pt x="353286" y="553989"/>
                  <a:pt x="386593" y="545294"/>
                  <a:pt x="415037" y="552147"/>
                </a:cubicBezTo>
                <a:cubicBezTo>
                  <a:pt x="424837" y="554505"/>
                  <a:pt x="430290" y="557674"/>
                  <a:pt x="435743" y="560548"/>
                </a:cubicBezTo>
                <a:cubicBezTo>
                  <a:pt x="439354" y="562464"/>
                  <a:pt x="442596" y="563495"/>
                  <a:pt x="444365" y="561727"/>
                </a:cubicBezTo>
                <a:cubicBezTo>
                  <a:pt x="446059" y="559958"/>
                  <a:pt x="444807" y="556790"/>
                  <a:pt x="441712" y="553695"/>
                </a:cubicBezTo>
                <a:cubicBezTo>
                  <a:pt x="440238" y="552221"/>
                  <a:pt x="437954" y="550379"/>
                  <a:pt x="435743" y="548758"/>
                </a:cubicBezTo>
                <a:cubicBezTo>
                  <a:pt x="433532" y="547136"/>
                  <a:pt x="431027" y="545589"/>
                  <a:pt x="429406" y="544336"/>
                </a:cubicBezTo>
                <a:cubicBezTo>
                  <a:pt x="428522" y="543673"/>
                  <a:pt x="428448" y="543157"/>
                  <a:pt x="429111" y="542273"/>
                </a:cubicBezTo>
                <a:cubicBezTo>
                  <a:pt x="432353" y="538146"/>
                  <a:pt x="438027" y="535862"/>
                  <a:pt x="442891" y="534757"/>
                </a:cubicBezTo>
                <a:cubicBezTo>
                  <a:pt x="444144" y="534462"/>
                  <a:pt x="446944" y="534020"/>
                  <a:pt x="447828" y="532399"/>
                </a:cubicBezTo>
                <a:cubicBezTo>
                  <a:pt x="449007" y="530262"/>
                  <a:pt x="445617" y="529083"/>
                  <a:pt x="443038" y="528862"/>
                </a:cubicBezTo>
                <a:close/>
                <a:moveTo>
                  <a:pt x="403762" y="602329"/>
                </a:moveTo>
                <a:cubicBezTo>
                  <a:pt x="405015" y="604834"/>
                  <a:pt x="403026" y="606824"/>
                  <a:pt x="399710" y="608298"/>
                </a:cubicBezTo>
                <a:cubicBezTo>
                  <a:pt x="396394" y="609772"/>
                  <a:pt x="393593" y="611687"/>
                  <a:pt x="392046" y="613456"/>
                </a:cubicBezTo>
                <a:cubicBezTo>
                  <a:pt x="391677" y="613824"/>
                  <a:pt x="391751" y="614193"/>
                  <a:pt x="392267" y="614340"/>
                </a:cubicBezTo>
                <a:cubicBezTo>
                  <a:pt x="393962" y="614930"/>
                  <a:pt x="395730" y="615519"/>
                  <a:pt x="397425" y="616330"/>
                </a:cubicBezTo>
                <a:cubicBezTo>
                  <a:pt x="401257" y="618098"/>
                  <a:pt x="403689" y="620898"/>
                  <a:pt x="402657" y="624067"/>
                </a:cubicBezTo>
                <a:cubicBezTo>
                  <a:pt x="401404" y="627678"/>
                  <a:pt x="397130" y="627309"/>
                  <a:pt x="393962" y="626867"/>
                </a:cubicBezTo>
                <a:cubicBezTo>
                  <a:pt x="389541" y="626204"/>
                  <a:pt x="386667" y="625909"/>
                  <a:pt x="382319" y="625983"/>
                </a:cubicBezTo>
                <a:cubicBezTo>
                  <a:pt x="357560" y="626499"/>
                  <a:pt x="337517" y="638142"/>
                  <a:pt x="320421" y="653321"/>
                </a:cubicBezTo>
                <a:cubicBezTo>
                  <a:pt x="320200" y="653542"/>
                  <a:pt x="320200" y="653616"/>
                  <a:pt x="320273" y="653911"/>
                </a:cubicBezTo>
                <a:cubicBezTo>
                  <a:pt x="322853" y="661280"/>
                  <a:pt x="315484" y="666585"/>
                  <a:pt x="308999" y="663711"/>
                </a:cubicBezTo>
                <a:cubicBezTo>
                  <a:pt x="308778" y="663638"/>
                  <a:pt x="308704" y="663638"/>
                  <a:pt x="308483" y="663711"/>
                </a:cubicBezTo>
                <a:cubicBezTo>
                  <a:pt x="300304" y="668206"/>
                  <a:pt x="292861" y="660322"/>
                  <a:pt x="297209" y="652879"/>
                </a:cubicBezTo>
                <a:cubicBezTo>
                  <a:pt x="297283" y="652732"/>
                  <a:pt x="297283" y="652584"/>
                  <a:pt x="297283" y="652437"/>
                </a:cubicBezTo>
                <a:cubicBezTo>
                  <a:pt x="294630" y="645142"/>
                  <a:pt x="301115" y="640352"/>
                  <a:pt x="307231" y="642342"/>
                </a:cubicBezTo>
                <a:cubicBezTo>
                  <a:pt x="307452" y="642415"/>
                  <a:pt x="307599" y="642415"/>
                  <a:pt x="307746" y="642268"/>
                </a:cubicBezTo>
                <a:cubicBezTo>
                  <a:pt x="308483" y="641605"/>
                  <a:pt x="309220" y="641015"/>
                  <a:pt x="309957" y="640352"/>
                </a:cubicBezTo>
                <a:cubicBezTo>
                  <a:pt x="312831" y="637847"/>
                  <a:pt x="313347" y="636447"/>
                  <a:pt x="312757" y="632689"/>
                </a:cubicBezTo>
                <a:cubicBezTo>
                  <a:pt x="311431" y="623478"/>
                  <a:pt x="311284" y="616625"/>
                  <a:pt x="314747" y="610287"/>
                </a:cubicBezTo>
                <a:cubicBezTo>
                  <a:pt x="316663" y="606750"/>
                  <a:pt x="319684" y="604466"/>
                  <a:pt x="322410" y="605498"/>
                </a:cubicBezTo>
                <a:cubicBezTo>
                  <a:pt x="325800" y="606677"/>
                  <a:pt x="324179" y="611245"/>
                  <a:pt x="323737" y="613530"/>
                </a:cubicBezTo>
                <a:cubicBezTo>
                  <a:pt x="322853" y="617804"/>
                  <a:pt x="323295" y="623404"/>
                  <a:pt x="325579" y="628194"/>
                </a:cubicBezTo>
                <a:cubicBezTo>
                  <a:pt x="325726" y="628562"/>
                  <a:pt x="326021" y="628636"/>
                  <a:pt x="326390" y="628415"/>
                </a:cubicBezTo>
                <a:cubicBezTo>
                  <a:pt x="327126" y="627973"/>
                  <a:pt x="328527" y="627088"/>
                  <a:pt x="329042" y="626794"/>
                </a:cubicBezTo>
                <a:cubicBezTo>
                  <a:pt x="332653" y="624583"/>
                  <a:pt x="333316" y="623109"/>
                  <a:pt x="333464" y="618909"/>
                </a:cubicBezTo>
                <a:cubicBezTo>
                  <a:pt x="333906" y="608298"/>
                  <a:pt x="336264" y="602476"/>
                  <a:pt x="339875" y="597760"/>
                </a:cubicBezTo>
                <a:cubicBezTo>
                  <a:pt x="341569" y="595550"/>
                  <a:pt x="343412" y="593781"/>
                  <a:pt x="345401" y="592602"/>
                </a:cubicBezTo>
                <a:cubicBezTo>
                  <a:pt x="348791" y="590465"/>
                  <a:pt x="351517" y="591128"/>
                  <a:pt x="352917" y="592750"/>
                </a:cubicBezTo>
                <a:cubicBezTo>
                  <a:pt x="354981" y="595108"/>
                  <a:pt x="352917" y="597539"/>
                  <a:pt x="351444" y="599529"/>
                </a:cubicBezTo>
                <a:cubicBezTo>
                  <a:pt x="347170" y="605277"/>
                  <a:pt x="346212" y="612277"/>
                  <a:pt x="347317" y="617435"/>
                </a:cubicBezTo>
                <a:cubicBezTo>
                  <a:pt x="347391" y="617877"/>
                  <a:pt x="347612" y="617951"/>
                  <a:pt x="348054" y="617804"/>
                </a:cubicBezTo>
                <a:cubicBezTo>
                  <a:pt x="348791" y="617509"/>
                  <a:pt x="349233" y="617361"/>
                  <a:pt x="350559" y="616919"/>
                </a:cubicBezTo>
                <a:cubicBezTo>
                  <a:pt x="352402" y="616256"/>
                  <a:pt x="353433" y="615888"/>
                  <a:pt x="354612" y="614635"/>
                </a:cubicBezTo>
                <a:cubicBezTo>
                  <a:pt x="355054" y="614119"/>
                  <a:pt x="355497" y="613530"/>
                  <a:pt x="355791" y="612719"/>
                </a:cubicBezTo>
                <a:cubicBezTo>
                  <a:pt x="356160" y="611835"/>
                  <a:pt x="355865" y="612645"/>
                  <a:pt x="356602" y="610435"/>
                </a:cubicBezTo>
                <a:cubicBezTo>
                  <a:pt x="359402" y="602108"/>
                  <a:pt x="365371" y="594886"/>
                  <a:pt x="373698" y="591423"/>
                </a:cubicBezTo>
                <a:cubicBezTo>
                  <a:pt x="377014" y="590023"/>
                  <a:pt x="380182" y="590023"/>
                  <a:pt x="381509" y="592160"/>
                </a:cubicBezTo>
                <a:cubicBezTo>
                  <a:pt x="382982" y="594444"/>
                  <a:pt x="380919" y="596287"/>
                  <a:pt x="378193" y="598718"/>
                </a:cubicBezTo>
                <a:lnTo>
                  <a:pt x="378193" y="598718"/>
                </a:lnTo>
                <a:cubicBezTo>
                  <a:pt x="374066" y="602403"/>
                  <a:pt x="370897" y="607487"/>
                  <a:pt x="369939" y="612056"/>
                </a:cubicBezTo>
                <a:lnTo>
                  <a:pt x="369939" y="612056"/>
                </a:lnTo>
                <a:cubicBezTo>
                  <a:pt x="369866" y="612572"/>
                  <a:pt x="370013" y="612793"/>
                  <a:pt x="370529" y="612719"/>
                </a:cubicBezTo>
                <a:cubicBezTo>
                  <a:pt x="371192" y="612645"/>
                  <a:pt x="371929" y="612572"/>
                  <a:pt x="372961" y="612498"/>
                </a:cubicBezTo>
                <a:cubicBezTo>
                  <a:pt x="377087" y="612203"/>
                  <a:pt x="378119" y="611540"/>
                  <a:pt x="381214" y="608593"/>
                </a:cubicBezTo>
                <a:cubicBezTo>
                  <a:pt x="385414" y="604540"/>
                  <a:pt x="391383" y="600782"/>
                  <a:pt x="397794" y="600118"/>
                </a:cubicBezTo>
                <a:cubicBezTo>
                  <a:pt x="400446" y="599750"/>
                  <a:pt x="402804" y="600487"/>
                  <a:pt x="403762" y="602329"/>
                </a:cubicBezTo>
                <a:close/>
                <a:moveTo>
                  <a:pt x="401994" y="603434"/>
                </a:moveTo>
                <a:cubicBezTo>
                  <a:pt x="401699" y="601739"/>
                  <a:pt x="399267" y="601813"/>
                  <a:pt x="397867" y="601887"/>
                </a:cubicBezTo>
                <a:cubicBezTo>
                  <a:pt x="392046" y="602476"/>
                  <a:pt x="386446" y="606013"/>
                  <a:pt x="382393" y="609845"/>
                </a:cubicBezTo>
                <a:cubicBezTo>
                  <a:pt x="379077" y="613014"/>
                  <a:pt x="377603" y="613898"/>
                  <a:pt x="372961" y="614267"/>
                </a:cubicBezTo>
                <a:cubicBezTo>
                  <a:pt x="371561" y="614414"/>
                  <a:pt x="370234" y="614488"/>
                  <a:pt x="368834" y="614635"/>
                </a:cubicBezTo>
                <a:cubicBezTo>
                  <a:pt x="367950" y="614709"/>
                  <a:pt x="367581" y="614414"/>
                  <a:pt x="367655" y="613456"/>
                </a:cubicBezTo>
                <a:cubicBezTo>
                  <a:pt x="368318" y="607119"/>
                  <a:pt x="372445" y="601003"/>
                  <a:pt x="376792" y="597171"/>
                </a:cubicBezTo>
                <a:cubicBezTo>
                  <a:pt x="377824" y="596287"/>
                  <a:pt x="380403" y="594371"/>
                  <a:pt x="379519" y="592897"/>
                </a:cubicBezTo>
                <a:cubicBezTo>
                  <a:pt x="378561" y="591349"/>
                  <a:pt x="375613" y="592455"/>
                  <a:pt x="374287" y="592971"/>
                </a:cubicBezTo>
                <a:cubicBezTo>
                  <a:pt x="366255" y="596360"/>
                  <a:pt x="360728" y="603361"/>
                  <a:pt x="358297" y="610877"/>
                </a:cubicBezTo>
                <a:cubicBezTo>
                  <a:pt x="356823" y="615446"/>
                  <a:pt x="355644" y="616919"/>
                  <a:pt x="351149" y="618540"/>
                </a:cubicBezTo>
                <a:cubicBezTo>
                  <a:pt x="349823" y="618983"/>
                  <a:pt x="348570" y="619425"/>
                  <a:pt x="347317" y="619941"/>
                </a:cubicBezTo>
                <a:cubicBezTo>
                  <a:pt x="346507" y="620235"/>
                  <a:pt x="346138" y="620088"/>
                  <a:pt x="345843" y="619204"/>
                </a:cubicBezTo>
                <a:cubicBezTo>
                  <a:pt x="343559" y="611540"/>
                  <a:pt x="346138" y="603287"/>
                  <a:pt x="349970" y="598202"/>
                </a:cubicBezTo>
                <a:cubicBezTo>
                  <a:pt x="351296" y="596434"/>
                  <a:pt x="352254" y="594960"/>
                  <a:pt x="351296" y="593707"/>
                </a:cubicBezTo>
                <a:cubicBezTo>
                  <a:pt x="350338" y="592528"/>
                  <a:pt x="348422" y="592750"/>
                  <a:pt x="346433" y="594002"/>
                </a:cubicBezTo>
                <a:cubicBezTo>
                  <a:pt x="342675" y="596360"/>
                  <a:pt x="339580" y="600634"/>
                  <a:pt x="337885" y="604908"/>
                </a:cubicBezTo>
                <a:cubicBezTo>
                  <a:pt x="336116" y="609256"/>
                  <a:pt x="335527" y="613898"/>
                  <a:pt x="335380" y="618835"/>
                </a:cubicBezTo>
                <a:cubicBezTo>
                  <a:pt x="335159" y="623846"/>
                  <a:pt x="334348" y="625541"/>
                  <a:pt x="330074" y="628267"/>
                </a:cubicBezTo>
                <a:cubicBezTo>
                  <a:pt x="328821" y="629078"/>
                  <a:pt x="327569" y="629815"/>
                  <a:pt x="326316" y="630625"/>
                </a:cubicBezTo>
                <a:cubicBezTo>
                  <a:pt x="325579" y="631068"/>
                  <a:pt x="325211" y="630994"/>
                  <a:pt x="324768" y="630257"/>
                </a:cubicBezTo>
                <a:cubicBezTo>
                  <a:pt x="321305" y="624583"/>
                  <a:pt x="321231" y="617067"/>
                  <a:pt x="322042" y="613088"/>
                </a:cubicBezTo>
                <a:cubicBezTo>
                  <a:pt x="322410" y="611540"/>
                  <a:pt x="323516" y="607856"/>
                  <a:pt x="321526" y="607266"/>
                </a:cubicBezTo>
                <a:cubicBezTo>
                  <a:pt x="319610" y="606677"/>
                  <a:pt x="317547" y="609256"/>
                  <a:pt x="316515" y="611172"/>
                </a:cubicBezTo>
                <a:cubicBezTo>
                  <a:pt x="313126" y="617288"/>
                  <a:pt x="313568" y="624288"/>
                  <a:pt x="314747" y="632394"/>
                </a:cubicBezTo>
                <a:cubicBezTo>
                  <a:pt x="315410" y="636963"/>
                  <a:pt x="314821" y="638657"/>
                  <a:pt x="311357" y="641752"/>
                </a:cubicBezTo>
                <a:cubicBezTo>
                  <a:pt x="310399" y="642637"/>
                  <a:pt x="309368" y="643447"/>
                  <a:pt x="308410" y="644331"/>
                </a:cubicBezTo>
                <a:cubicBezTo>
                  <a:pt x="308115" y="644626"/>
                  <a:pt x="307968" y="644626"/>
                  <a:pt x="307525" y="644479"/>
                </a:cubicBezTo>
                <a:cubicBezTo>
                  <a:pt x="305094" y="643521"/>
                  <a:pt x="302515" y="643447"/>
                  <a:pt x="300525" y="645142"/>
                </a:cubicBezTo>
                <a:cubicBezTo>
                  <a:pt x="298535" y="646837"/>
                  <a:pt x="298093" y="649563"/>
                  <a:pt x="299346" y="652437"/>
                </a:cubicBezTo>
                <a:cubicBezTo>
                  <a:pt x="299493" y="652806"/>
                  <a:pt x="299493" y="652953"/>
                  <a:pt x="299272" y="653321"/>
                </a:cubicBezTo>
                <a:cubicBezTo>
                  <a:pt x="297430" y="656195"/>
                  <a:pt x="297062" y="659659"/>
                  <a:pt x="300009" y="661943"/>
                </a:cubicBezTo>
                <a:cubicBezTo>
                  <a:pt x="302588" y="664006"/>
                  <a:pt x="306052" y="663269"/>
                  <a:pt x="308262" y="661796"/>
                </a:cubicBezTo>
                <a:cubicBezTo>
                  <a:pt x="308631" y="661574"/>
                  <a:pt x="308778" y="661574"/>
                  <a:pt x="309147" y="661722"/>
                </a:cubicBezTo>
                <a:cubicBezTo>
                  <a:pt x="311284" y="662901"/>
                  <a:pt x="314157" y="663196"/>
                  <a:pt x="316442" y="661574"/>
                </a:cubicBezTo>
                <a:cubicBezTo>
                  <a:pt x="318800" y="659953"/>
                  <a:pt x="319758" y="656785"/>
                  <a:pt x="318137" y="653616"/>
                </a:cubicBezTo>
                <a:cubicBezTo>
                  <a:pt x="317915" y="653248"/>
                  <a:pt x="317989" y="653027"/>
                  <a:pt x="318284" y="652732"/>
                </a:cubicBezTo>
                <a:cubicBezTo>
                  <a:pt x="337074" y="635784"/>
                  <a:pt x="357707" y="624583"/>
                  <a:pt x="382319" y="624141"/>
                </a:cubicBezTo>
                <a:cubicBezTo>
                  <a:pt x="386814" y="624067"/>
                  <a:pt x="389762" y="624362"/>
                  <a:pt x="394257" y="625025"/>
                </a:cubicBezTo>
                <a:cubicBezTo>
                  <a:pt x="396246" y="625320"/>
                  <a:pt x="399783" y="625836"/>
                  <a:pt x="400667" y="623330"/>
                </a:cubicBezTo>
                <a:cubicBezTo>
                  <a:pt x="401625" y="620751"/>
                  <a:pt x="398383" y="618835"/>
                  <a:pt x="396615" y="618025"/>
                </a:cubicBezTo>
                <a:cubicBezTo>
                  <a:pt x="395288" y="617435"/>
                  <a:pt x="391088" y="615961"/>
                  <a:pt x="389614" y="615446"/>
                </a:cubicBezTo>
                <a:cubicBezTo>
                  <a:pt x="388951" y="615225"/>
                  <a:pt x="388804" y="614856"/>
                  <a:pt x="389172" y="614193"/>
                </a:cubicBezTo>
                <a:cubicBezTo>
                  <a:pt x="391383" y="610361"/>
                  <a:pt x="395583" y="608150"/>
                  <a:pt x="398899" y="606529"/>
                </a:cubicBezTo>
                <a:cubicBezTo>
                  <a:pt x="400299" y="605866"/>
                  <a:pt x="400520" y="605719"/>
                  <a:pt x="401110" y="605277"/>
                </a:cubicBezTo>
                <a:cubicBezTo>
                  <a:pt x="401625" y="604834"/>
                  <a:pt x="402141" y="604171"/>
                  <a:pt x="401994" y="603434"/>
                </a:cubicBezTo>
                <a:close/>
                <a:moveTo>
                  <a:pt x="442522" y="530851"/>
                </a:moveTo>
                <a:cubicBezTo>
                  <a:pt x="436406" y="530925"/>
                  <a:pt x="429406" y="533357"/>
                  <a:pt x="423585" y="537262"/>
                </a:cubicBezTo>
                <a:cubicBezTo>
                  <a:pt x="420490" y="539325"/>
                  <a:pt x="420269" y="539473"/>
                  <a:pt x="418721" y="540210"/>
                </a:cubicBezTo>
                <a:cubicBezTo>
                  <a:pt x="417174" y="540947"/>
                  <a:pt x="415626" y="541389"/>
                  <a:pt x="414005" y="541610"/>
                </a:cubicBezTo>
                <a:cubicBezTo>
                  <a:pt x="411868" y="541831"/>
                  <a:pt x="409584" y="541610"/>
                  <a:pt x="406710" y="541168"/>
                </a:cubicBezTo>
                <a:cubicBezTo>
                  <a:pt x="404499" y="540873"/>
                  <a:pt x="402804" y="540652"/>
                  <a:pt x="401183" y="540504"/>
                </a:cubicBezTo>
                <a:cubicBezTo>
                  <a:pt x="397720" y="540210"/>
                  <a:pt x="396394" y="538589"/>
                  <a:pt x="397573" y="535051"/>
                </a:cubicBezTo>
                <a:cubicBezTo>
                  <a:pt x="400520" y="525546"/>
                  <a:pt x="410173" y="518766"/>
                  <a:pt x="414079" y="516703"/>
                </a:cubicBezTo>
                <a:cubicBezTo>
                  <a:pt x="415331" y="516040"/>
                  <a:pt x="415921" y="515745"/>
                  <a:pt x="415921" y="515229"/>
                </a:cubicBezTo>
                <a:cubicBezTo>
                  <a:pt x="415921" y="514640"/>
                  <a:pt x="414816" y="514566"/>
                  <a:pt x="413416" y="514861"/>
                </a:cubicBezTo>
                <a:cubicBezTo>
                  <a:pt x="406636" y="516482"/>
                  <a:pt x="399562" y="521861"/>
                  <a:pt x="394551" y="529378"/>
                </a:cubicBezTo>
                <a:cubicBezTo>
                  <a:pt x="391677" y="533651"/>
                  <a:pt x="392341" y="532841"/>
                  <a:pt x="390941" y="534388"/>
                </a:cubicBezTo>
                <a:cubicBezTo>
                  <a:pt x="389688" y="535788"/>
                  <a:pt x="388362" y="536967"/>
                  <a:pt x="386814" y="537852"/>
                </a:cubicBezTo>
                <a:cubicBezTo>
                  <a:pt x="384751" y="539104"/>
                  <a:pt x="382172" y="539989"/>
                  <a:pt x="379150" y="540578"/>
                </a:cubicBezTo>
                <a:cubicBezTo>
                  <a:pt x="376940" y="541020"/>
                  <a:pt x="374950" y="541241"/>
                  <a:pt x="372740" y="541610"/>
                </a:cubicBezTo>
                <a:cubicBezTo>
                  <a:pt x="369424" y="542199"/>
                  <a:pt x="367876" y="541168"/>
                  <a:pt x="367581" y="537557"/>
                </a:cubicBezTo>
                <a:cubicBezTo>
                  <a:pt x="366771" y="528346"/>
                  <a:pt x="371192" y="518766"/>
                  <a:pt x="377161" y="512945"/>
                </a:cubicBezTo>
                <a:cubicBezTo>
                  <a:pt x="378856" y="511324"/>
                  <a:pt x="379666" y="510366"/>
                  <a:pt x="379298" y="509703"/>
                </a:cubicBezTo>
                <a:cubicBezTo>
                  <a:pt x="378929" y="509113"/>
                  <a:pt x="377382" y="509629"/>
                  <a:pt x="375613" y="510808"/>
                </a:cubicBezTo>
                <a:cubicBezTo>
                  <a:pt x="368392" y="515450"/>
                  <a:pt x="364560" y="522893"/>
                  <a:pt x="362202" y="532546"/>
                </a:cubicBezTo>
                <a:cubicBezTo>
                  <a:pt x="361318" y="536083"/>
                  <a:pt x="361171" y="536746"/>
                  <a:pt x="360507" y="538367"/>
                </a:cubicBezTo>
                <a:cubicBezTo>
                  <a:pt x="359770" y="540062"/>
                  <a:pt x="358812" y="541462"/>
                  <a:pt x="357633" y="542641"/>
                </a:cubicBezTo>
                <a:cubicBezTo>
                  <a:pt x="356086" y="544189"/>
                  <a:pt x="353875" y="545589"/>
                  <a:pt x="350928" y="546842"/>
                </a:cubicBezTo>
                <a:cubicBezTo>
                  <a:pt x="347538" y="548315"/>
                  <a:pt x="344370" y="549421"/>
                  <a:pt x="340980" y="550821"/>
                </a:cubicBezTo>
                <a:cubicBezTo>
                  <a:pt x="337738" y="552221"/>
                  <a:pt x="335822" y="551337"/>
                  <a:pt x="335232" y="547652"/>
                </a:cubicBezTo>
                <a:cubicBezTo>
                  <a:pt x="333832" y="539473"/>
                  <a:pt x="336338" y="530999"/>
                  <a:pt x="339211" y="525472"/>
                </a:cubicBezTo>
                <a:cubicBezTo>
                  <a:pt x="340243" y="523556"/>
                  <a:pt x="340538" y="522377"/>
                  <a:pt x="339654" y="522377"/>
                </a:cubicBezTo>
                <a:cubicBezTo>
                  <a:pt x="339138" y="522377"/>
                  <a:pt x="338180" y="523040"/>
                  <a:pt x="337296" y="524146"/>
                </a:cubicBezTo>
                <a:cubicBezTo>
                  <a:pt x="332801" y="529378"/>
                  <a:pt x="330590" y="536967"/>
                  <a:pt x="329853" y="546031"/>
                </a:cubicBezTo>
                <a:cubicBezTo>
                  <a:pt x="329263" y="553326"/>
                  <a:pt x="327790" y="556347"/>
                  <a:pt x="321453" y="560327"/>
                </a:cubicBezTo>
                <a:cubicBezTo>
                  <a:pt x="320495" y="560916"/>
                  <a:pt x="316884" y="563200"/>
                  <a:pt x="316073" y="563716"/>
                </a:cubicBezTo>
                <a:cubicBezTo>
                  <a:pt x="314747" y="564601"/>
                  <a:pt x="314084" y="564527"/>
                  <a:pt x="312831" y="563643"/>
                </a:cubicBezTo>
                <a:cubicBezTo>
                  <a:pt x="310694" y="562095"/>
                  <a:pt x="308483" y="561285"/>
                  <a:pt x="306420" y="561800"/>
                </a:cubicBezTo>
                <a:cubicBezTo>
                  <a:pt x="303694" y="562537"/>
                  <a:pt x="302736" y="565337"/>
                  <a:pt x="303841" y="568506"/>
                </a:cubicBezTo>
                <a:cubicBezTo>
                  <a:pt x="304578" y="570569"/>
                  <a:pt x="304430" y="571306"/>
                  <a:pt x="302809" y="572927"/>
                </a:cubicBezTo>
                <a:cubicBezTo>
                  <a:pt x="300378" y="575285"/>
                  <a:pt x="299788" y="578159"/>
                  <a:pt x="301409" y="580001"/>
                </a:cubicBezTo>
                <a:cubicBezTo>
                  <a:pt x="302736" y="581475"/>
                  <a:pt x="305462" y="582359"/>
                  <a:pt x="309294" y="580370"/>
                </a:cubicBezTo>
                <a:cubicBezTo>
                  <a:pt x="311357" y="579265"/>
                  <a:pt x="312094" y="579338"/>
                  <a:pt x="314010" y="580665"/>
                </a:cubicBezTo>
                <a:cubicBezTo>
                  <a:pt x="316294" y="582286"/>
                  <a:pt x="318726" y="582433"/>
                  <a:pt x="320495" y="581402"/>
                </a:cubicBezTo>
                <a:cubicBezTo>
                  <a:pt x="322484" y="580223"/>
                  <a:pt x="323074" y="577938"/>
                  <a:pt x="321600" y="574991"/>
                </a:cubicBezTo>
                <a:cubicBezTo>
                  <a:pt x="320789" y="573517"/>
                  <a:pt x="320937" y="572780"/>
                  <a:pt x="322337" y="571822"/>
                </a:cubicBezTo>
                <a:cubicBezTo>
                  <a:pt x="351886" y="551189"/>
                  <a:pt x="386593" y="542347"/>
                  <a:pt x="415626" y="549494"/>
                </a:cubicBezTo>
                <a:cubicBezTo>
                  <a:pt x="422774" y="551263"/>
                  <a:pt x="428301" y="553768"/>
                  <a:pt x="435301" y="557821"/>
                </a:cubicBezTo>
                <a:cubicBezTo>
                  <a:pt x="439059" y="560032"/>
                  <a:pt x="441859" y="560990"/>
                  <a:pt x="442228" y="559442"/>
                </a:cubicBezTo>
                <a:cubicBezTo>
                  <a:pt x="442522" y="558263"/>
                  <a:pt x="440901" y="556274"/>
                  <a:pt x="438101" y="554063"/>
                </a:cubicBezTo>
                <a:cubicBezTo>
                  <a:pt x="435448" y="551926"/>
                  <a:pt x="432353" y="549863"/>
                  <a:pt x="426458" y="546178"/>
                </a:cubicBezTo>
                <a:cubicBezTo>
                  <a:pt x="424542" y="544926"/>
                  <a:pt x="424248" y="543747"/>
                  <a:pt x="425648" y="541831"/>
                </a:cubicBezTo>
                <a:cubicBezTo>
                  <a:pt x="429922" y="536157"/>
                  <a:pt x="436996" y="533725"/>
                  <a:pt x="442744" y="532841"/>
                </a:cubicBezTo>
                <a:cubicBezTo>
                  <a:pt x="444807" y="532546"/>
                  <a:pt x="445912" y="532251"/>
                  <a:pt x="445838" y="531662"/>
                </a:cubicBezTo>
                <a:cubicBezTo>
                  <a:pt x="445691" y="531146"/>
                  <a:pt x="444365" y="530778"/>
                  <a:pt x="442522" y="530851"/>
                </a:cubicBezTo>
                <a:close/>
                <a:moveTo>
                  <a:pt x="398383" y="603582"/>
                </a:moveTo>
                <a:cubicBezTo>
                  <a:pt x="393299" y="604613"/>
                  <a:pt x="388435" y="607414"/>
                  <a:pt x="384235" y="611687"/>
                </a:cubicBezTo>
                <a:cubicBezTo>
                  <a:pt x="380477" y="615519"/>
                  <a:pt x="378708" y="616551"/>
                  <a:pt x="373255" y="616919"/>
                </a:cubicBezTo>
                <a:cubicBezTo>
                  <a:pt x="371340" y="617067"/>
                  <a:pt x="370160" y="617214"/>
                  <a:pt x="369055" y="617288"/>
                </a:cubicBezTo>
                <a:cubicBezTo>
                  <a:pt x="366181" y="617656"/>
                  <a:pt x="364781" y="616551"/>
                  <a:pt x="365223" y="613456"/>
                </a:cubicBezTo>
                <a:cubicBezTo>
                  <a:pt x="366034" y="605940"/>
                  <a:pt x="371192" y="599529"/>
                  <a:pt x="376277" y="595697"/>
                </a:cubicBezTo>
                <a:cubicBezTo>
                  <a:pt x="377677" y="594665"/>
                  <a:pt x="378119" y="594002"/>
                  <a:pt x="377382" y="593855"/>
                </a:cubicBezTo>
                <a:cubicBezTo>
                  <a:pt x="376940" y="593781"/>
                  <a:pt x="376056" y="594002"/>
                  <a:pt x="375245" y="594518"/>
                </a:cubicBezTo>
                <a:cubicBezTo>
                  <a:pt x="368024" y="598350"/>
                  <a:pt x="363234" y="604466"/>
                  <a:pt x="360802" y="611835"/>
                </a:cubicBezTo>
                <a:cubicBezTo>
                  <a:pt x="359034" y="617361"/>
                  <a:pt x="357707" y="619130"/>
                  <a:pt x="352033" y="621120"/>
                </a:cubicBezTo>
                <a:cubicBezTo>
                  <a:pt x="349970" y="621856"/>
                  <a:pt x="349307" y="622078"/>
                  <a:pt x="348201" y="622520"/>
                </a:cubicBezTo>
                <a:cubicBezTo>
                  <a:pt x="345549" y="623551"/>
                  <a:pt x="344075" y="622962"/>
                  <a:pt x="343338" y="620088"/>
                </a:cubicBezTo>
                <a:cubicBezTo>
                  <a:pt x="340906" y="611687"/>
                  <a:pt x="343706" y="602403"/>
                  <a:pt x="348644" y="596876"/>
                </a:cubicBezTo>
                <a:cubicBezTo>
                  <a:pt x="350265" y="595108"/>
                  <a:pt x="349454" y="594371"/>
                  <a:pt x="347612" y="595697"/>
                </a:cubicBezTo>
                <a:cubicBezTo>
                  <a:pt x="344517" y="597834"/>
                  <a:pt x="341864" y="601518"/>
                  <a:pt x="340243" y="605866"/>
                </a:cubicBezTo>
                <a:cubicBezTo>
                  <a:pt x="338917" y="609403"/>
                  <a:pt x="338253" y="613309"/>
                  <a:pt x="337959" y="619056"/>
                </a:cubicBezTo>
                <a:cubicBezTo>
                  <a:pt x="337738" y="624951"/>
                  <a:pt x="336559" y="627383"/>
                  <a:pt x="331400" y="630552"/>
                </a:cubicBezTo>
                <a:cubicBezTo>
                  <a:pt x="330221" y="631289"/>
                  <a:pt x="328895" y="632099"/>
                  <a:pt x="327642" y="632910"/>
                </a:cubicBezTo>
                <a:cubicBezTo>
                  <a:pt x="325284" y="634457"/>
                  <a:pt x="323884" y="634162"/>
                  <a:pt x="322410" y="631657"/>
                </a:cubicBezTo>
                <a:cubicBezTo>
                  <a:pt x="318726" y="625615"/>
                  <a:pt x="318579" y="617582"/>
                  <a:pt x="320052" y="612572"/>
                </a:cubicBezTo>
                <a:cubicBezTo>
                  <a:pt x="320642" y="610508"/>
                  <a:pt x="320863" y="609550"/>
                  <a:pt x="320273" y="609550"/>
                </a:cubicBezTo>
                <a:cubicBezTo>
                  <a:pt x="319758" y="609550"/>
                  <a:pt x="318947" y="610508"/>
                  <a:pt x="318284" y="611982"/>
                </a:cubicBezTo>
                <a:cubicBezTo>
                  <a:pt x="315778" y="617361"/>
                  <a:pt x="316073" y="623920"/>
                  <a:pt x="317252" y="632025"/>
                </a:cubicBezTo>
                <a:cubicBezTo>
                  <a:pt x="318137" y="637699"/>
                  <a:pt x="317326" y="639910"/>
                  <a:pt x="312978" y="643668"/>
                </a:cubicBezTo>
                <a:cubicBezTo>
                  <a:pt x="312463" y="644184"/>
                  <a:pt x="310252" y="646026"/>
                  <a:pt x="309736" y="646542"/>
                </a:cubicBezTo>
                <a:cubicBezTo>
                  <a:pt x="308704" y="647500"/>
                  <a:pt x="308115" y="647574"/>
                  <a:pt x="306862" y="646984"/>
                </a:cubicBezTo>
                <a:cubicBezTo>
                  <a:pt x="304725" y="646026"/>
                  <a:pt x="303178" y="646174"/>
                  <a:pt x="302072" y="647205"/>
                </a:cubicBezTo>
                <a:cubicBezTo>
                  <a:pt x="301188" y="648090"/>
                  <a:pt x="300820" y="649490"/>
                  <a:pt x="301704" y="651479"/>
                </a:cubicBezTo>
                <a:cubicBezTo>
                  <a:pt x="302441" y="652953"/>
                  <a:pt x="302367" y="653469"/>
                  <a:pt x="301409" y="654795"/>
                </a:cubicBezTo>
                <a:cubicBezTo>
                  <a:pt x="299567" y="657301"/>
                  <a:pt x="300451" y="659806"/>
                  <a:pt x="302662" y="660469"/>
                </a:cubicBezTo>
                <a:cubicBezTo>
                  <a:pt x="304136" y="660911"/>
                  <a:pt x="305757" y="660469"/>
                  <a:pt x="307231" y="659364"/>
                </a:cubicBezTo>
                <a:cubicBezTo>
                  <a:pt x="308262" y="658553"/>
                  <a:pt x="308852" y="658480"/>
                  <a:pt x="309957" y="659216"/>
                </a:cubicBezTo>
                <a:cubicBezTo>
                  <a:pt x="311652" y="660248"/>
                  <a:pt x="313568" y="660469"/>
                  <a:pt x="315042" y="659438"/>
                </a:cubicBezTo>
                <a:cubicBezTo>
                  <a:pt x="316442" y="658406"/>
                  <a:pt x="316958" y="656490"/>
                  <a:pt x="315484" y="654206"/>
                </a:cubicBezTo>
                <a:cubicBezTo>
                  <a:pt x="314673" y="653100"/>
                  <a:pt x="314821" y="652437"/>
                  <a:pt x="315852" y="651553"/>
                </a:cubicBezTo>
                <a:cubicBezTo>
                  <a:pt x="336190" y="633057"/>
                  <a:pt x="357928" y="621856"/>
                  <a:pt x="382393" y="621783"/>
                </a:cubicBezTo>
                <a:cubicBezTo>
                  <a:pt x="386151" y="621709"/>
                  <a:pt x="390204" y="622151"/>
                  <a:pt x="394846" y="623109"/>
                </a:cubicBezTo>
                <a:cubicBezTo>
                  <a:pt x="396909" y="623551"/>
                  <a:pt x="398604" y="623404"/>
                  <a:pt x="398678" y="622299"/>
                </a:cubicBezTo>
                <a:cubicBezTo>
                  <a:pt x="398752" y="621488"/>
                  <a:pt x="397646" y="620604"/>
                  <a:pt x="395878" y="619941"/>
                </a:cubicBezTo>
                <a:cubicBezTo>
                  <a:pt x="394109" y="619204"/>
                  <a:pt x="391014" y="618246"/>
                  <a:pt x="387625" y="617288"/>
                </a:cubicBezTo>
                <a:cubicBezTo>
                  <a:pt x="386225" y="616919"/>
                  <a:pt x="385782" y="616182"/>
                  <a:pt x="386519" y="614856"/>
                </a:cubicBezTo>
                <a:cubicBezTo>
                  <a:pt x="389246" y="609329"/>
                  <a:pt x="394551" y="606382"/>
                  <a:pt x="398825" y="604834"/>
                </a:cubicBezTo>
                <a:cubicBezTo>
                  <a:pt x="400520" y="604098"/>
                  <a:pt x="400225" y="603140"/>
                  <a:pt x="398383" y="603582"/>
                </a:cubicBezTo>
                <a:close/>
                <a:moveTo>
                  <a:pt x="293746" y="287164"/>
                </a:moveTo>
                <a:cubicBezTo>
                  <a:pt x="298756" y="287164"/>
                  <a:pt x="301262" y="284290"/>
                  <a:pt x="301262" y="278174"/>
                </a:cubicBezTo>
                <a:lnTo>
                  <a:pt x="301262" y="275005"/>
                </a:lnTo>
                <a:lnTo>
                  <a:pt x="293746" y="275005"/>
                </a:lnTo>
                <a:lnTo>
                  <a:pt x="293746" y="277289"/>
                </a:lnTo>
                <a:lnTo>
                  <a:pt x="298683" y="277289"/>
                </a:lnTo>
                <a:lnTo>
                  <a:pt x="298683" y="278174"/>
                </a:lnTo>
                <a:cubicBezTo>
                  <a:pt x="298683" y="283111"/>
                  <a:pt x="297283" y="285027"/>
                  <a:pt x="293746" y="285027"/>
                </a:cubicBezTo>
                <a:cubicBezTo>
                  <a:pt x="289545" y="285027"/>
                  <a:pt x="288293" y="283037"/>
                  <a:pt x="288293" y="275152"/>
                </a:cubicBezTo>
                <a:cubicBezTo>
                  <a:pt x="288293" y="268005"/>
                  <a:pt x="289545" y="265941"/>
                  <a:pt x="293746" y="265941"/>
                </a:cubicBezTo>
                <a:cubicBezTo>
                  <a:pt x="296914" y="265941"/>
                  <a:pt x="298241" y="267415"/>
                  <a:pt x="298535" y="271100"/>
                </a:cubicBezTo>
                <a:lnTo>
                  <a:pt x="301041" y="271100"/>
                </a:lnTo>
                <a:cubicBezTo>
                  <a:pt x="300599" y="266089"/>
                  <a:pt x="298830" y="263510"/>
                  <a:pt x="293672" y="263510"/>
                </a:cubicBezTo>
                <a:cubicBezTo>
                  <a:pt x="287556" y="263510"/>
                  <a:pt x="285493" y="266678"/>
                  <a:pt x="285493" y="275152"/>
                </a:cubicBezTo>
                <a:cubicBezTo>
                  <a:pt x="285566" y="283995"/>
                  <a:pt x="287630" y="287164"/>
                  <a:pt x="293746" y="287164"/>
                </a:cubicBezTo>
                <a:close/>
                <a:moveTo>
                  <a:pt x="326832" y="384653"/>
                </a:moveTo>
                <a:cubicBezTo>
                  <a:pt x="329337" y="388412"/>
                  <a:pt x="330295" y="392759"/>
                  <a:pt x="329706" y="397328"/>
                </a:cubicBezTo>
                <a:cubicBezTo>
                  <a:pt x="329558" y="399170"/>
                  <a:pt x="329116" y="401012"/>
                  <a:pt x="328453" y="402707"/>
                </a:cubicBezTo>
                <a:cubicBezTo>
                  <a:pt x="328084" y="403665"/>
                  <a:pt x="327790" y="404549"/>
                  <a:pt x="327348" y="405286"/>
                </a:cubicBezTo>
                <a:cubicBezTo>
                  <a:pt x="324621" y="411034"/>
                  <a:pt x="320421" y="415603"/>
                  <a:pt x="319905" y="416487"/>
                </a:cubicBezTo>
                <a:cubicBezTo>
                  <a:pt x="319021" y="418034"/>
                  <a:pt x="319537" y="419655"/>
                  <a:pt x="320863" y="420761"/>
                </a:cubicBezTo>
                <a:cubicBezTo>
                  <a:pt x="322116" y="421866"/>
                  <a:pt x="326758" y="425772"/>
                  <a:pt x="326758" y="425772"/>
                </a:cubicBezTo>
                <a:cubicBezTo>
                  <a:pt x="331474" y="430046"/>
                  <a:pt x="332506" y="431446"/>
                  <a:pt x="330369" y="434541"/>
                </a:cubicBezTo>
                <a:cubicBezTo>
                  <a:pt x="328306" y="437488"/>
                  <a:pt x="321084" y="446036"/>
                  <a:pt x="315410" y="464458"/>
                </a:cubicBezTo>
                <a:cubicBezTo>
                  <a:pt x="314673" y="466742"/>
                  <a:pt x="314673" y="466374"/>
                  <a:pt x="309736" y="466669"/>
                </a:cubicBezTo>
                <a:cubicBezTo>
                  <a:pt x="308483" y="466742"/>
                  <a:pt x="307378" y="467332"/>
                  <a:pt x="307304" y="468437"/>
                </a:cubicBezTo>
                <a:cubicBezTo>
                  <a:pt x="307304" y="468879"/>
                  <a:pt x="307378" y="469248"/>
                  <a:pt x="307673" y="469543"/>
                </a:cubicBezTo>
                <a:cubicBezTo>
                  <a:pt x="308189" y="470058"/>
                  <a:pt x="308410" y="470353"/>
                  <a:pt x="308631" y="470648"/>
                </a:cubicBezTo>
                <a:cubicBezTo>
                  <a:pt x="308852" y="470943"/>
                  <a:pt x="308852" y="472637"/>
                  <a:pt x="308778" y="473964"/>
                </a:cubicBezTo>
                <a:cubicBezTo>
                  <a:pt x="308778" y="474332"/>
                  <a:pt x="308336" y="474553"/>
                  <a:pt x="307968" y="474701"/>
                </a:cubicBezTo>
                <a:cubicBezTo>
                  <a:pt x="305315" y="475732"/>
                  <a:pt x="298241" y="475511"/>
                  <a:pt x="296177" y="474995"/>
                </a:cubicBezTo>
                <a:cubicBezTo>
                  <a:pt x="295219" y="474774"/>
                  <a:pt x="294998" y="474627"/>
                  <a:pt x="295293" y="473522"/>
                </a:cubicBezTo>
                <a:cubicBezTo>
                  <a:pt x="296472" y="468879"/>
                  <a:pt x="297209" y="467258"/>
                  <a:pt x="299272" y="465637"/>
                </a:cubicBezTo>
                <a:cubicBezTo>
                  <a:pt x="302736" y="462984"/>
                  <a:pt x="305241" y="461584"/>
                  <a:pt x="308557" y="458342"/>
                </a:cubicBezTo>
                <a:cubicBezTo>
                  <a:pt x="310915" y="455984"/>
                  <a:pt x="317326" y="441099"/>
                  <a:pt x="317326" y="441099"/>
                </a:cubicBezTo>
                <a:cubicBezTo>
                  <a:pt x="319389" y="436677"/>
                  <a:pt x="317547" y="433067"/>
                  <a:pt x="316736" y="432109"/>
                </a:cubicBezTo>
                <a:cubicBezTo>
                  <a:pt x="316515" y="431814"/>
                  <a:pt x="316294" y="431593"/>
                  <a:pt x="316221" y="431593"/>
                </a:cubicBezTo>
                <a:cubicBezTo>
                  <a:pt x="300746" y="425477"/>
                  <a:pt x="283503" y="420761"/>
                  <a:pt x="294630" y="399907"/>
                </a:cubicBezTo>
                <a:cubicBezTo>
                  <a:pt x="290503" y="402781"/>
                  <a:pt x="288956" y="408307"/>
                  <a:pt x="288882" y="408602"/>
                </a:cubicBezTo>
                <a:cubicBezTo>
                  <a:pt x="278050" y="410297"/>
                  <a:pt x="265081" y="396223"/>
                  <a:pt x="263312" y="394601"/>
                </a:cubicBezTo>
                <a:cubicBezTo>
                  <a:pt x="260512" y="392170"/>
                  <a:pt x="253954" y="395559"/>
                  <a:pt x="251670" y="393791"/>
                </a:cubicBezTo>
                <a:cubicBezTo>
                  <a:pt x="257786" y="390770"/>
                  <a:pt x="258302" y="386496"/>
                  <a:pt x="262502" y="383401"/>
                </a:cubicBezTo>
                <a:cubicBezTo>
                  <a:pt x="259038" y="383990"/>
                  <a:pt x="254838" y="387896"/>
                  <a:pt x="252185" y="390106"/>
                </a:cubicBezTo>
                <a:cubicBezTo>
                  <a:pt x="248796" y="392907"/>
                  <a:pt x="244964" y="393938"/>
                  <a:pt x="244964" y="393938"/>
                </a:cubicBezTo>
                <a:cubicBezTo>
                  <a:pt x="244964" y="393938"/>
                  <a:pt x="244374" y="391285"/>
                  <a:pt x="241353" y="391506"/>
                </a:cubicBezTo>
                <a:cubicBezTo>
                  <a:pt x="237006" y="392022"/>
                  <a:pt x="233690" y="392096"/>
                  <a:pt x="227426" y="391875"/>
                </a:cubicBezTo>
                <a:cubicBezTo>
                  <a:pt x="222563" y="391728"/>
                  <a:pt x="222194" y="395044"/>
                  <a:pt x="219173" y="405507"/>
                </a:cubicBezTo>
                <a:cubicBezTo>
                  <a:pt x="218510" y="407718"/>
                  <a:pt x="218510" y="409265"/>
                  <a:pt x="218584" y="410518"/>
                </a:cubicBezTo>
                <a:cubicBezTo>
                  <a:pt x="218657" y="411623"/>
                  <a:pt x="218805" y="411918"/>
                  <a:pt x="217331" y="413539"/>
                </a:cubicBezTo>
                <a:cubicBezTo>
                  <a:pt x="215710" y="415308"/>
                  <a:pt x="217331" y="417740"/>
                  <a:pt x="219099" y="417887"/>
                </a:cubicBezTo>
                <a:cubicBezTo>
                  <a:pt x="219984" y="417961"/>
                  <a:pt x="220057" y="417961"/>
                  <a:pt x="220205" y="418108"/>
                </a:cubicBezTo>
                <a:cubicBezTo>
                  <a:pt x="220647" y="418476"/>
                  <a:pt x="221384" y="420540"/>
                  <a:pt x="221678" y="421866"/>
                </a:cubicBezTo>
                <a:cubicBezTo>
                  <a:pt x="221752" y="422235"/>
                  <a:pt x="221752" y="422382"/>
                  <a:pt x="221678" y="422603"/>
                </a:cubicBezTo>
                <a:cubicBezTo>
                  <a:pt x="221163" y="424372"/>
                  <a:pt x="216962" y="428203"/>
                  <a:pt x="214310" y="429382"/>
                </a:cubicBezTo>
                <a:cubicBezTo>
                  <a:pt x="213352" y="429824"/>
                  <a:pt x="213057" y="429824"/>
                  <a:pt x="212173" y="427540"/>
                </a:cubicBezTo>
                <a:cubicBezTo>
                  <a:pt x="211878" y="426877"/>
                  <a:pt x="210994" y="424519"/>
                  <a:pt x="210994" y="423340"/>
                </a:cubicBezTo>
                <a:cubicBezTo>
                  <a:pt x="210846" y="416487"/>
                  <a:pt x="210699" y="410592"/>
                  <a:pt x="211288" y="408381"/>
                </a:cubicBezTo>
                <a:cubicBezTo>
                  <a:pt x="213499" y="400644"/>
                  <a:pt x="216962" y="389738"/>
                  <a:pt x="217920" y="388485"/>
                </a:cubicBezTo>
                <a:cubicBezTo>
                  <a:pt x="218657" y="387601"/>
                  <a:pt x="227942" y="380969"/>
                  <a:pt x="234942" y="378537"/>
                </a:cubicBezTo>
                <a:cubicBezTo>
                  <a:pt x="236048" y="378169"/>
                  <a:pt x="235974" y="377358"/>
                  <a:pt x="235900" y="376990"/>
                </a:cubicBezTo>
                <a:cubicBezTo>
                  <a:pt x="233248" y="364684"/>
                  <a:pt x="232290" y="361810"/>
                  <a:pt x="257712" y="340735"/>
                </a:cubicBezTo>
                <a:cubicBezTo>
                  <a:pt x="259112" y="339556"/>
                  <a:pt x="259554" y="339335"/>
                  <a:pt x="259554" y="339335"/>
                </a:cubicBezTo>
                <a:cubicBezTo>
                  <a:pt x="259481" y="337861"/>
                  <a:pt x="259628" y="336903"/>
                  <a:pt x="259628" y="336903"/>
                </a:cubicBezTo>
                <a:cubicBezTo>
                  <a:pt x="261544" y="335724"/>
                  <a:pt x="264934" y="333661"/>
                  <a:pt x="266407" y="330492"/>
                </a:cubicBezTo>
                <a:cubicBezTo>
                  <a:pt x="266555" y="330345"/>
                  <a:pt x="259038" y="337346"/>
                  <a:pt x="255133" y="334840"/>
                </a:cubicBezTo>
                <a:cubicBezTo>
                  <a:pt x="254470" y="334398"/>
                  <a:pt x="253954" y="334324"/>
                  <a:pt x="253364" y="334545"/>
                </a:cubicBezTo>
                <a:cubicBezTo>
                  <a:pt x="252480" y="334840"/>
                  <a:pt x="248722" y="336461"/>
                  <a:pt x="247617" y="337051"/>
                </a:cubicBezTo>
                <a:cubicBezTo>
                  <a:pt x="245775" y="338082"/>
                  <a:pt x="245185" y="339409"/>
                  <a:pt x="244227" y="340072"/>
                </a:cubicBezTo>
                <a:cubicBezTo>
                  <a:pt x="243564" y="340514"/>
                  <a:pt x="242090" y="340956"/>
                  <a:pt x="240616" y="340514"/>
                </a:cubicBezTo>
                <a:cubicBezTo>
                  <a:pt x="238700" y="339998"/>
                  <a:pt x="236711" y="338819"/>
                  <a:pt x="237079" y="338082"/>
                </a:cubicBezTo>
                <a:cubicBezTo>
                  <a:pt x="237227" y="337788"/>
                  <a:pt x="237669" y="337051"/>
                  <a:pt x="237521" y="336388"/>
                </a:cubicBezTo>
                <a:cubicBezTo>
                  <a:pt x="237448" y="335945"/>
                  <a:pt x="237079" y="335503"/>
                  <a:pt x="237079" y="335503"/>
                </a:cubicBezTo>
                <a:cubicBezTo>
                  <a:pt x="239879" y="335577"/>
                  <a:pt x="246143" y="334103"/>
                  <a:pt x="241427" y="333514"/>
                </a:cubicBezTo>
                <a:cubicBezTo>
                  <a:pt x="239879" y="333293"/>
                  <a:pt x="237669" y="333366"/>
                  <a:pt x="235827" y="333587"/>
                </a:cubicBezTo>
                <a:cubicBezTo>
                  <a:pt x="235827" y="333587"/>
                  <a:pt x="235753" y="333440"/>
                  <a:pt x="235606" y="333072"/>
                </a:cubicBezTo>
                <a:cubicBezTo>
                  <a:pt x="235237" y="332261"/>
                  <a:pt x="233395" y="328724"/>
                  <a:pt x="237816" y="327250"/>
                </a:cubicBezTo>
                <a:lnTo>
                  <a:pt x="238553" y="327029"/>
                </a:lnTo>
                <a:cubicBezTo>
                  <a:pt x="240837" y="325482"/>
                  <a:pt x="246880" y="319955"/>
                  <a:pt x="249533" y="318776"/>
                </a:cubicBezTo>
                <a:cubicBezTo>
                  <a:pt x="249533" y="318776"/>
                  <a:pt x="249091" y="315165"/>
                  <a:pt x="256091" y="312513"/>
                </a:cubicBezTo>
                <a:cubicBezTo>
                  <a:pt x="258007" y="307575"/>
                  <a:pt x="252038" y="306396"/>
                  <a:pt x="252038" y="306396"/>
                </a:cubicBezTo>
                <a:cubicBezTo>
                  <a:pt x="258007" y="304923"/>
                  <a:pt x="260881" y="301607"/>
                  <a:pt x="265597" y="304407"/>
                </a:cubicBezTo>
                <a:cubicBezTo>
                  <a:pt x="260733" y="305144"/>
                  <a:pt x="261102" y="307723"/>
                  <a:pt x="258891" y="310154"/>
                </a:cubicBezTo>
                <a:cubicBezTo>
                  <a:pt x="260144" y="310302"/>
                  <a:pt x="261323" y="310007"/>
                  <a:pt x="263755" y="307502"/>
                </a:cubicBezTo>
                <a:cubicBezTo>
                  <a:pt x="272818" y="297922"/>
                  <a:pt x="283650" y="305217"/>
                  <a:pt x="283650" y="305217"/>
                </a:cubicBezTo>
                <a:cubicBezTo>
                  <a:pt x="280850" y="304849"/>
                  <a:pt x="277903" y="305217"/>
                  <a:pt x="275987" y="306470"/>
                </a:cubicBezTo>
                <a:cubicBezTo>
                  <a:pt x="274734" y="307281"/>
                  <a:pt x="275913" y="308239"/>
                  <a:pt x="278124" y="307796"/>
                </a:cubicBezTo>
                <a:cubicBezTo>
                  <a:pt x="284756" y="306470"/>
                  <a:pt x="291535" y="305954"/>
                  <a:pt x="296841" y="311628"/>
                </a:cubicBezTo>
                <a:cubicBezTo>
                  <a:pt x="291756" y="310007"/>
                  <a:pt x="283208" y="311260"/>
                  <a:pt x="290061" y="314649"/>
                </a:cubicBezTo>
                <a:cubicBezTo>
                  <a:pt x="296546" y="317965"/>
                  <a:pt x="301925" y="321502"/>
                  <a:pt x="303988" y="331156"/>
                </a:cubicBezTo>
                <a:cubicBezTo>
                  <a:pt x="297062" y="323639"/>
                  <a:pt x="289472" y="325482"/>
                  <a:pt x="289472" y="325482"/>
                </a:cubicBezTo>
                <a:cubicBezTo>
                  <a:pt x="295219" y="326513"/>
                  <a:pt x="302146" y="329313"/>
                  <a:pt x="302883" y="342283"/>
                </a:cubicBezTo>
                <a:cubicBezTo>
                  <a:pt x="302883" y="342283"/>
                  <a:pt x="295809" y="337419"/>
                  <a:pt x="290503" y="340293"/>
                </a:cubicBezTo>
                <a:cubicBezTo>
                  <a:pt x="290503" y="340293"/>
                  <a:pt x="299862" y="342062"/>
                  <a:pt x="301262" y="352010"/>
                </a:cubicBezTo>
                <a:cubicBezTo>
                  <a:pt x="301262" y="352010"/>
                  <a:pt x="290872" y="345009"/>
                  <a:pt x="296325" y="361736"/>
                </a:cubicBezTo>
                <a:cubicBezTo>
                  <a:pt x="290724" y="354220"/>
                  <a:pt x="280924" y="353557"/>
                  <a:pt x="279082" y="359084"/>
                </a:cubicBezTo>
                <a:cubicBezTo>
                  <a:pt x="275839" y="368737"/>
                  <a:pt x="294335" y="370505"/>
                  <a:pt x="307452" y="373158"/>
                </a:cubicBezTo>
                <a:cubicBezTo>
                  <a:pt x="314305" y="374558"/>
                  <a:pt x="319537" y="377064"/>
                  <a:pt x="323295" y="380158"/>
                </a:cubicBezTo>
                <a:cubicBezTo>
                  <a:pt x="324990" y="381559"/>
                  <a:pt x="326684" y="380453"/>
                  <a:pt x="327642" y="379053"/>
                </a:cubicBezTo>
                <a:cubicBezTo>
                  <a:pt x="329558" y="376179"/>
                  <a:pt x="329485" y="370063"/>
                  <a:pt x="324400" y="362842"/>
                </a:cubicBezTo>
                <a:cubicBezTo>
                  <a:pt x="321379" y="358568"/>
                  <a:pt x="318726" y="351420"/>
                  <a:pt x="321895" y="343388"/>
                </a:cubicBezTo>
                <a:cubicBezTo>
                  <a:pt x="321600" y="355620"/>
                  <a:pt x="329042" y="362031"/>
                  <a:pt x="329042" y="362031"/>
                </a:cubicBezTo>
                <a:cubicBezTo>
                  <a:pt x="324400" y="351125"/>
                  <a:pt x="323589" y="341693"/>
                  <a:pt x="332211" y="335577"/>
                </a:cubicBezTo>
                <a:cubicBezTo>
                  <a:pt x="332211" y="335577"/>
                  <a:pt x="328158" y="335356"/>
                  <a:pt x="324179" y="337714"/>
                </a:cubicBezTo>
                <a:cubicBezTo>
                  <a:pt x="325137" y="334177"/>
                  <a:pt x="330516" y="329829"/>
                  <a:pt x="336485" y="329313"/>
                </a:cubicBezTo>
                <a:cubicBezTo>
                  <a:pt x="340611" y="328945"/>
                  <a:pt x="346359" y="328061"/>
                  <a:pt x="347612" y="321576"/>
                </a:cubicBezTo>
                <a:cubicBezTo>
                  <a:pt x="347612" y="321576"/>
                  <a:pt x="350486" y="329387"/>
                  <a:pt x="343117" y="334398"/>
                </a:cubicBezTo>
                <a:cubicBezTo>
                  <a:pt x="336927" y="338598"/>
                  <a:pt x="334716" y="342062"/>
                  <a:pt x="334790" y="346114"/>
                </a:cubicBezTo>
                <a:cubicBezTo>
                  <a:pt x="334790" y="346114"/>
                  <a:pt x="343485" y="344493"/>
                  <a:pt x="346433" y="336461"/>
                </a:cubicBezTo>
                <a:cubicBezTo>
                  <a:pt x="346433" y="336461"/>
                  <a:pt x="350854" y="346188"/>
                  <a:pt x="339359" y="353631"/>
                </a:cubicBezTo>
                <a:cubicBezTo>
                  <a:pt x="343780" y="351567"/>
                  <a:pt x="349823" y="357168"/>
                  <a:pt x="349823" y="357168"/>
                </a:cubicBezTo>
                <a:cubicBezTo>
                  <a:pt x="337590" y="356136"/>
                  <a:pt x="345622" y="361589"/>
                  <a:pt x="346507" y="366452"/>
                </a:cubicBezTo>
                <a:cubicBezTo>
                  <a:pt x="347833" y="373600"/>
                  <a:pt x="339875" y="376179"/>
                  <a:pt x="339875" y="376179"/>
                </a:cubicBezTo>
                <a:cubicBezTo>
                  <a:pt x="343633" y="380527"/>
                  <a:pt x="347759" y="375737"/>
                  <a:pt x="347833" y="375590"/>
                </a:cubicBezTo>
                <a:cubicBezTo>
                  <a:pt x="346359" y="385317"/>
                  <a:pt x="337148" y="387085"/>
                  <a:pt x="330000" y="383401"/>
                </a:cubicBezTo>
                <a:cubicBezTo>
                  <a:pt x="329485" y="383548"/>
                  <a:pt x="327421" y="384211"/>
                  <a:pt x="326832" y="384653"/>
                </a:cubicBezTo>
                <a:close/>
                <a:moveTo>
                  <a:pt x="243490" y="328798"/>
                </a:moveTo>
                <a:cubicBezTo>
                  <a:pt x="243269" y="327987"/>
                  <a:pt x="242016" y="327619"/>
                  <a:pt x="240616" y="327840"/>
                </a:cubicBezTo>
                <a:cubicBezTo>
                  <a:pt x="241132" y="328503"/>
                  <a:pt x="241353" y="329240"/>
                  <a:pt x="241280" y="330050"/>
                </a:cubicBezTo>
                <a:cubicBezTo>
                  <a:pt x="241206" y="330714"/>
                  <a:pt x="240837" y="331229"/>
                  <a:pt x="240322" y="331672"/>
                </a:cubicBezTo>
                <a:cubicBezTo>
                  <a:pt x="240543" y="331598"/>
                  <a:pt x="240764" y="331598"/>
                  <a:pt x="240985" y="331524"/>
                </a:cubicBezTo>
                <a:cubicBezTo>
                  <a:pt x="242680" y="331008"/>
                  <a:pt x="243785" y="329756"/>
                  <a:pt x="243490" y="328798"/>
                </a:cubicBezTo>
                <a:close/>
                <a:moveTo>
                  <a:pt x="259407" y="319881"/>
                </a:moveTo>
                <a:cubicBezTo>
                  <a:pt x="259333" y="319587"/>
                  <a:pt x="259260" y="319218"/>
                  <a:pt x="259038" y="318997"/>
                </a:cubicBezTo>
                <a:lnTo>
                  <a:pt x="257786" y="319218"/>
                </a:lnTo>
                <a:cubicBezTo>
                  <a:pt x="257933" y="319439"/>
                  <a:pt x="258081" y="319660"/>
                  <a:pt x="258154" y="319955"/>
                </a:cubicBezTo>
                <a:cubicBezTo>
                  <a:pt x="258302" y="320766"/>
                  <a:pt x="257712" y="321502"/>
                  <a:pt x="256901" y="321650"/>
                </a:cubicBezTo>
                <a:cubicBezTo>
                  <a:pt x="256091" y="321797"/>
                  <a:pt x="255280" y="321281"/>
                  <a:pt x="255133" y="320471"/>
                </a:cubicBezTo>
                <a:cubicBezTo>
                  <a:pt x="255059" y="320176"/>
                  <a:pt x="255133" y="319881"/>
                  <a:pt x="255207" y="319587"/>
                </a:cubicBezTo>
                <a:lnTo>
                  <a:pt x="253291" y="319881"/>
                </a:lnTo>
                <a:cubicBezTo>
                  <a:pt x="253217" y="320250"/>
                  <a:pt x="253143" y="320618"/>
                  <a:pt x="253217" y="320987"/>
                </a:cubicBezTo>
                <a:cubicBezTo>
                  <a:pt x="253512" y="322534"/>
                  <a:pt x="255059" y="323566"/>
                  <a:pt x="256754" y="323271"/>
                </a:cubicBezTo>
                <a:cubicBezTo>
                  <a:pt x="258523" y="322976"/>
                  <a:pt x="259702" y="321429"/>
                  <a:pt x="259407" y="319881"/>
                </a:cubicBezTo>
                <a:close/>
                <a:moveTo>
                  <a:pt x="279082" y="352820"/>
                </a:moveTo>
                <a:cubicBezTo>
                  <a:pt x="285050" y="345451"/>
                  <a:pt x="292125" y="312955"/>
                  <a:pt x="273113" y="314502"/>
                </a:cubicBezTo>
                <a:cubicBezTo>
                  <a:pt x="285493" y="318481"/>
                  <a:pt x="281366" y="344125"/>
                  <a:pt x="279082" y="352820"/>
                </a:cubicBezTo>
                <a:close/>
                <a:moveTo>
                  <a:pt x="235311" y="287164"/>
                </a:moveTo>
                <a:cubicBezTo>
                  <a:pt x="240837" y="287164"/>
                  <a:pt x="242901" y="284585"/>
                  <a:pt x="242901" y="279205"/>
                </a:cubicBezTo>
                <a:lnTo>
                  <a:pt x="242901" y="263878"/>
                </a:lnTo>
                <a:lnTo>
                  <a:pt x="240248" y="263878"/>
                </a:lnTo>
                <a:lnTo>
                  <a:pt x="240248" y="279205"/>
                </a:lnTo>
                <a:cubicBezTo>
                  <a:pt x="240248" y="283479"/>
                  <a:pt x="238848" y="285027"/>
                  <a:pt x="235311" y="285027"/>
                </a:cubicBezTo>
                <a:cubicBezTo>
                  <a:pt x="231774" y="285027"/>
                  <a:pt x="230374" y="283479"/>
                  <a:pt x="230374" y="279205"/>
                </a:cubicBezTo>
                <a:lnTo>
                  <a:pt x="230374" y="263878"/>
                </a:lnTo>
                <a:lnTo>
                  <a:pt x="227721" y="263878"/>
                </a:lnTo>
                <a:lnTo>
                  <a:pt x="227721" y="279205"/>
                </a:lnTo>
                <a:cubicBezTo>
                  <a:pt x="227721" y="284585"/>
                  <a:pt x="229784" y="287164"/>
                  <a:pt x="235311" y="287164"/>
                </a:cubicBezTo>
                <a:close/>
                <a:moveTo>
                  <a:pt x="339285" y="325334"/>
                </a:moveTo>
                <a:cubicBezTo>
                  <a:pt x="339285" y="325334"/>
                  <a:pt x="345696" y="324745"/>
                  <a:pt x="345696" y="320397"/>
                </a:cubicBezTo>
                <a:cubicBezTo>
                  <a:pt x="345696" y="316050"/>
                  <a:pt x="336632" y="312807"/>
                  <a:pt x="336632" y="312807"/>
                </a:cubicBezTo>
                <a:cubicBezTo>
                  <a:pt x="336632" y="312807"/>
                  <a:pt x="341422" y="317597"/>
                  <a:pt x="339285" y="325334"/>
                </a:cubicBezTo>
                <a:close/>
                <a:moveTo>
                  <a:pt x="352991" y="286795"/>
                </a:moveTo>
                <a:lnTo>
                  <a:pt x="355644" y="286795"/>
                </a:lnTo>
                <a:lnTo>
                  <a:pt x="355644" y="266310"/>
                </a:lnTo>
                <a:lnTo>
                  <a:pt x="362128" y="266310"/>
                </a:lnTo>
                <a:lnTo>
                  <a:pt x="362128" y="263878"/>
                </a:lnTo>
                <a:lnTo>
                  <a:pt x="346433" y="263878"/>
                </a:lnTo>
                <a:lnTo>
                  <a:pt x="346433" y="266310"/>
                </a:lnTo>
                <a:lnTo>
                  <a:pt x="352991" y="266310"/>
                </a:lnTo>
                <a:lnTo>
                  <a:pt x="352991" y="286795"/>
                </a:lnTo>
                <a:lnTo>
                  <a:pt x="352991" y="286795"/>
                </a:lnTo>
                <a:close/>
                <a:moveTo>
                  <a:pt x="306494" y="432477"/>
                </a:moveTo>
                <a:cubicBezTo>
                  <a:pt x="306199" y="425919"/>
                  <a:pt x="287998" y="427245"/>
                  <a:pt x="285787" y="410444"/>
                </a:cubicBezTo>
                <a:cubicBezTo>
                  <a:pt x="282619" y="415308"/>
                  <a:pt x="285419" y="424150"/>
                  <a:pt x="291756" y="428351"/>
                </a:cubicBezTo>
                <a:cubicBezTo>
                  <a:pt x="291977" y="428498"/>
                  <a:pt x="292051" y="428572"/>
                  <a:pt x="292051" y="428793"/>
                </a:cubicBezTo>
                <a:cubicBezTo>
                  <a:pt x="292051" y="429677"/>
                  <a:pt x="292125" y="432035"/>
                  <a:pt x="291093" y="433288"/>
                </a:cubicBezTo>
                <a:cubicBezTo>
                  <a:pt x="288293" y="436825"/>
                  <a:pt x="276650" y="442794"/>
                  <a:pt x="273924" y="445373"/>
                </a:cubicBezTo>
                <a:cubicBezTo>
                  <a:pt x="271565" y="447583"/>
                  <a:pt x="269281" y="449941"/>
                  <a:pt x="267292" y="452594"/>
                </a:cubicBezTo>
                <a:cubicBezTo>
                  <a:pt x="266039" y="454289"/>
                  <a:pt x="265523" y="456352"/>
                  <a:pt x="265007" y="459447"/>
                </a:cubicBezTo>
                <a:cubicBezTo>
                  <a:pt x="264934" y="459963"/>
                  <a:pt x="265376" y="460184"/>
                  <a:pt x="265891" y="460258"/>
                </a:cubicBezTo>
                <a:cubicBezTo>
                  <a:pt x="268471" y="460774"/>
                  <a:pt x="273039" y="460921"/>
                  <a:pt x="276871" y="459963"/>
                </a:cubicBezTo>
                <a:cubicBezTo>
                  <a:pt x="277461" y="459816"/>
                  <a:pt x="277534" y="459595"/>
                  <a:pt x="277534" y="458784"/>
                </a:cubicBezTo>
                <a:cubicBezTo>
                  <a:pt x="277534" y="457826"/>
                  <a:pt x="277534" y="456058"/>
                  <a:pt x="277387" y="455173"/>
                </a:cubicBezTo>
                <a:cubicBezTo>
                  <a:pt x="277387" y="454952"/>
                  <a:pt x="277239" y="454731"/>
                  <a:pt x="276871" y="454436"/>
                </a:cubicBezTo>
                <a:cubicBezTo>
                  <a:pt x="275103" y="453110"/>
                  <a:pt x="276060" y="450826"/>
                  <a:pt x="278566" y="450973"/>
                </a:cubicBezTo>
                <a:cubicBezTo>
                  <a:pt x="279376" y="451047"/>
                  <a:pt x="280334" y="450457"/>
                  <a:pt x="282619" y="448173"/>
                </a:cubicBezTo>
                <a:cubicBezTo>
                  <a:pt x="295588" y="435351"/>
                  <a:pt x="306494" y="432551"/>
                  <a:pt x="306494" y="432477"/>
                </a:cubicBezTo>
                <a:close/>
                <a:moveTo>
                  <a:pt x="214089" y="286795"/>
                </a:moveTo>
                <a:lnTo>
                  <a:pt x="216741" y="286795"/>
                </a:lnTo>
                <a:lnTo>
                  <a:pt x="216741" y="266310"/>
                </a:lnTo>
                <a:lnTo>
                  <a:pt x="223226" y="266310"/>
                </a:lnTo>
                <a:lnTo>
                  <a:pt x="223226" y="263878"/>
                </a:lnTo>
                <a:lnTo>
                  <a:pt x="207530" y="263878"/>
                </a:lnTo>
                <a:lnTo>
                  <a:pt x="207530" y="266310"/>
                </a:lnTo>
                <a:lnTo>
                  <a:pt x="214089" y="266310"/>
                </a:lnTo>
                <a:lnTo>
                  <a:pt x="214089" y="286795"/>
                </a:lnTo>
                <a:lnTo>
                  <a:pt x="214089" y="286795"/>
                </a:lnTo>
                <a:close/>
                <a:moveTo>
                  <a:pt x="204656" y="280974"/>
                </a:moveTo>
                <a:cubicBezTo>
                  <a:pt x="204656" y="276847"/>
                  <a:pt x="202962" y="275226"/>
                  <a:pt x="198761" y="274416"/>
                </a:cubicBezTo>
                <a:lnTo>
                  <a:pt x="196330" y="273900"/>
                </a:lnTo>
                <a:cubicBezTo>
                  <a:pt x="193456" y="273310"/>
                  <a:pt x="192203" y="272573"/>
                  <a:pt x="192203" y="269700"/>
                </a:cubicBezTo>
                <a:cubicBezTo>
                  <a:pt x="192203" y="267120"/>
                  <a:pt x="193677" y="265868"/>
                  <a:pt x="196919" y="265868"/>
                </a:cubicBezTo>
                <a:cubicBezTo>
                  <a:pt x="200456" y="265868"/>
                  <a:pt x="201709" y="267120"/>
                  <a:pt x="201930" y="271026"/>
                </a:cubicBezTo>
                <a:lnTo>
                  <a:pt x="204435" y="271026"/>
                </a:lnTo>
                <a:cubicBezTo>
                  <a:pt x="204214" y="266236"/>
                  <a:pt x="202741" y="263436"/>
                  <a:pt x="196845" y="263436"/>
                </a:cubicBezTo>
                <a:cubicBezTo>
                  <a:pt x="191687" y="263436"/>
                  <a:pt x="189477" y="265868"/>
                  <a:pt x="189477" y="269700"/>
                </a:cubicBezTo>
                <a:cubicBezTo>
                  <a:pt x="189477" y="274047"/>
                  <a:pt x="191466" y="275447"/>
                  <a:pt x="195298" y="276258"/>
                </a:cubicBezTo>
                <a:lnTo>
                  <a:pt x="197730" y="276774"/>
                </a:lnTo>
                <a:cubicBezTo>
                  <a:pt x="200751" y="277363"/>
                  <a:pt x="201856" y="278247"/>
                  <a:pt x="201856" y="281048"/>
                </a:cubicBezTo>
                <a:cubicBezTo>
                  <a:pt x="201856" y="283848"/>
                  <a:pt x="200383" y="285100"/>
                  <a:pt x="196845" y="285100"/>
                </a:cubicBezTo>
                <a:cubicBezTo>
                  <a:pt x="193087" y="285100"/>
                  <a:pt x="191908" y="283627"/>
                  <a:pt x="191614" y="279869"/>
                </a:cubicBezTo>
                <a:lnTo>
                  <a:pt x="189108" y="279869"/>
                </a:lnTo>
                <a:cubicBezTo>
                  <a:pt x="189329" y="284879"/>
                  <a:pt x="191319" y="287237"/>
                  <a:pt x="196845" y="287237"/>
                </a:cubicBezTo>
                <a:cubicBezTo>
                  <a:pt x="202372" y="287164"/>
                  <a:pt x="204656" y="284732"/>
                  <a:pt x="204656" y="280974"/>
                </a:cubicBezTo>
                <a:close/>
                <a:moveTo>
                  <a:pt x="224773" y="366895"/>
                </a:moveTo>
                <a:cubicBezTo>
                  <a:pt x="227131" y="367337"/>
                  <a:pt x="227868" y="374484"/>
                  <a:pt x="233837" y="375737"/>
                </a:cubicBezTo>
                <a:cubicBezTo>
                  <a:pt x="229489" y="364979"/>
                  <a:pt x="233248" y="360484"/>
                  <a:pt x="233248" y="360484"/>
                </a:cubicBezTo>
                <a:cubicBezTo>
                  <a:pt x="231479" y="359747"/>
                  <a:pt x="227574" y="359378"/>
                  <a:pt x="226468" y="359305"/>
                </a:cubicBezTo>
                <a:cubicBezTo>
                  <a:pt x="224700" y="359231"/>
                  <a:pt x="223152" y="359157"/>
                  <a:pt x="221900" y="359305"/>
                </a:cubicBezTo>
                <a:cubicBezTo>
                  <a:pt x="219615" y="359526"/>
                  <a:pt x="204435" y="369768"/>
                  <a:pt x="202372" y="371758"/>
                </a:cubicBezTo>
                <a:cubicBezTo>
                  <a:pt x="201046" y="373011"/>
                  <a:pt x="201193" y="373969"/>
                  <a:pt x="200383" y="375811"/>
                </a:cubicBezTo>
                <a:cubicBezTo>
                  <a:pt x="200383" y="375811"/>
                  <a:pt x="199572" y="377948"/>
                  <a:pt x="197288" y="382590"/>
                </a:cubicBezTo>
                <a:cubicBezTo>
                  <a:pt x="196919" y="383327"/>
                  <a:pt x="196919" y="386054"/>
                  <a:pt x="197288" y="387601"/>
                </a:cubicBezTo>
                <a:cubicBezTo>
                  <a:pt x="197509" y="388706"/>
                  <a:pt x="197656" y="388854"/>
                  <a:pt x="198467" y="388780"/>
                </a:cubicBezTo>
                <a:cubicBezTo>
                  <a:pt x="201046" y="388485"/>
                  <a:pt x="205320" y="386275"/>
                  <a:pt x="206646" y="384506"/>
                </a:cubicBezTo>
                <a:cubicBezTo>
                  <a:pt x="206941" y="384211"/>
                  <a:pt x="206941" y="384064"/>
                  <a:pt x="206793" y="383474"/>
                </a:cubicBezTo>
                <a:cubicBezTo>
                  <a:pt x="206572" y="382590"/>
                  <a:pt x="205835" y="381116"/>
                  <a:pt x="205467" y="380895"/>
                </a:cubicBezTo>
                <a:cubicBezTo>
                  <a:pt x="204288" y="380380"/>
                  <a:pt x="204141" y="379569"/>
                  <a:pt x="204141" y="379053"/>
                </a:cubicBezTo>
                <a:cubicBezTo>
                  <a:pt x="204141" y="378022"/>
                  <a:pt x="204951" y="377358"/>
                  <a:pt x="205909" y="376990"/>
                </a:cubicBezTo>
                <a:cubicBezTo>
                  <a:pt x="206351" y="376842"/>
                  <a:pt x="206646" y="376621"/>
                  <a:pt x="206867" y="376474"/>
                </a:cubicBezTo>
                <a:cubicBezTo>
                  <a:pt x="208930" y="374779"/>
                  <a:pt x="212467" y="371168"/>
                  <a:pt x="219763" y="367558"/>
                </a:cubicBezTo>
                <a:cubicBezTo>
                  <a:pt x="221384" y="366821"/>
                  <a:pt x="223668" y="366673"/>
                  <a:pt x="224773" y="366895"/>
                </a:cubicBezTo>
                <a:close/>
              </a:path>
            </a:pathLst>
          </a:custGeom>
          <a:solidFill>
            <a:schemeClr val="tx2"/>
          </a:solidFill>
          <a:ln w="727" cap="flat">
            <a:noFill/>
            <a:prstDash val="solid"/>
            <a:miter/>
          </a:ln>
        </p:spPr>
        <p:txBody>
          <a:bodyPr rtlCol="0" anchor="ctr"/>
          <a:lstStyle/>
          <a:p>
            <a:endParaRPr/>
          </a:p>
        </p:txBody>
      </p:sp>
      <p:sp>
        <p:nvSpPr>
          <p:cNvPr id="58" name="DUCATI">
            <a:extLst>
              <a:ext uri="{FF2B5EF4-FFF2-40B4-BE49-F238E27FC236}">
                <a16:creationId xmlns:a16="http://schemas.microsoft.com/office/drawing/2014/main" id="{F201C6DE-532A-4634-BA28-DCF0BE2FB823}"/>
              </a:ext>
            </a:extLst>
          </p:cNvPr>
          <p:cNvSpPr/>
          <p:nvPr userDrawn="1"/>
        </p:nvSpPr>
        <p:spPr>
          <a:xfrm>
            <a:off x="7353699" y="3078678"/>
            <a:ext cx="655274" cy="692528"/>
          </a:xfrm>
          <a:custGeom>
            <a:avLst/>
            <a:gdLst>
              <a:gd name="connsiteX0" fmla="*/ 607813 w 655274"/>
              <a:gd name="connsiteY0" fmla="*/ 284480 h 692528"/>
              <a:gd name="connsiteX1" fmla="*/ 535424 w 655274"/>
              <a:gd name="connsiteY1" fmla="*/ 288925 h 692528"/>
              <a:gd name="connsiteX2" fmla="*/ 423029 w 655274"/>
              <a:gd name="connsiteY2" fmla="*/ 304165 h 692528"/>
              <a:gd name="connsiteX3" fmla="*/ 286504 w 655274"/>
              <a:gd name="connsiteY3" fmla="*/ 337185 h 692528"/>
              <a:gd name="connsiteX4" fmla="*/ 181094 w 655274"/>
              <a:gd name="connsiteY4" fmla="*/ 386080 h 692528"/>
              <a:gd name="connsiteX5" fmla="*/ 137279 w 655274"/>
              <a:gd name="connsiteY5" fmla="*/ 426085 h 692528"/>
              <a:gd name="connsiteX6" fmla="*/ 134738 w 655274"/>
              <a:gd name="connsiteY6" fmla="*/ 492125 h 692528"/>
              <a:gd name="connsiteX7" fmla="*/ 216019 w 655274"/>
              <a:gd name="connsiteY7" fmla="*/ 593725 h 692528"/>
              <a:gd name="connsiteX8" fmla="*/ 288408 w 655274"/>
              <a:gd name="connsiteY8" fmla="*/ 657860 h 692528"/>
              <a:gd name="connsiteX9" fmla="*/ 343019 w 655274"/>
              <a:gd name="connsiteY9" fmla="*/ 667385 h 692528"/>
              <a:gd name="connsiteX10" fmla="*/ 376038 w 655274"/>
              <a:gd name="connsiteY10" fmla="*/ 648970 h 692528"/>
              <a:gd name="connsiteX11" fmla="*/ 600829 w 655274"/>
              <a:gd name="connsiteY11" fmla="*/ 320040 h 692528"/>
              <a:gd name="connsiteX12" fmla="*/ 611624 w 655274"/>
              <a:gd name="connsiteY12" fmla="*/ 284480 h 692528"/>
              <a:gd name="connsiteX13" fmla="*/ 607813 w 655274"/>
              <a:gd name="connsiteY13" fmla="*/ 284480 h 692528"/>
              <a:gd name="connsiteX14" fmla="*/ 121404 w 655274"/>
              <a:gd name="connsiteY14" fmla="*/ 141605 h 692528"/>
              <a:gd name="connsiteX15" fmla="*/ 111244 w 655274"/>
              <a:gd name="connsiteY15" fmla="*/ 188594 h 692528"/>
              <a:gd name="connsiteX16" fmla="*/ 130294 w 655274"/>
              <a:gd name="connsiteY16" fmla="*/ 177799 h 692528"/>
              <a:gd name="connsiteX17" fmla="*/ 136008 w 655274"/>
              <a:gd name="connsiteY17" fmla="*/ 155574 h 692528"/>
              <a:gd name="connsiteX18" fmla="*/ 121404 w 655274"/>
              <a:gd name="connsiteY18" fmla="*/ 141605 h 692528"/>
              <a:gd name="connsiteX19" fmla="*/ 414138 w 655274"/>
              <a:gd name="connsiteY19" fmla="*/ 141604 h 692528"/>
              <a:gd name="connsiteX20" fmla="*/ 399533 w 655274"/>
              <a:gd name="connsiteY20" fmla="*/ 174624 h 692528"/>
              <a:gd name="connsiteX21" fmla="*/ 414774 w 655274"/>
              <a:gd name="connsiteY21" fmla="*/ 174624 h 692528"/>
              <a:gd name="connsiteX22" fmla="*/ 414774 w 655274"/>
              <a:gd name="connsiteY22" fmla="*/ 141604 h 692528"/>
              <a:gd name="connsiteX23" fmla="*/ 94099 w 655274"/>
              <a:gd name="connsiteY23" fmla="*/ 121919 h 692528"/>
              <a:gd name="connsiteX24" fmla="*/ 142358 w 655274"/>
              <a:gd name="connsiteY24" fmla="*/ 122555 h 692528"/>
              <a:gd name="connsiteX25" fmla="*/ 150613 w 655274"/>
              <a:gd name="connsiteY25" fmla="*/ 123189 h 692528"/>
              <a:gd name="connsiteX26" fmla="*/ 173474 w 655274"/>
              <a:gd name="connsiteY26" fmla="*/ 147955 h 692528"/>
              <a:gd name="connsiteX27" fmla="*/ 133469 w 655274"/>
              <a:gd name="connsiteY27" fmla="*/ 207644 h 692528"/>
              <a:gd name="connsiteX28" fmla="*/ 123308 w 655274"/>
              <a:gd name="connsiteY28" fmla="*/ 209549 h 692528"/>
              <a:gd name="connsiteX29" fmla="*/ 72508 w 655274"/>
              <a:gd name="connsiteY29" fmla="*/ 209549 h 692528"/>
              <a:gd name="connsiteX30" fmla="*/ 79494 w 655274"/>
              <a:gd name="connsiteY30" fmla="*/ 173355 h 692528"/>
              <a:gd name="connsiteX31" fmla="*/ 90288 w 655274"/>
              <a:gd name="connsiteY31" fmla="*/ 124459 h 692528"/>
              <a:gd name="connsiteX32" fmla="*/ 94099 w 655274"/>
              <a:gd name="connsiteY32" fmla="*/ 121919 h 692528"/>
              <a:gd name="connsiteX33" fmla="*/ 463668 w 655274"/>
              <a:gd name="connsiteY33" fmla="*/ 121284 h 692528"/>
              <a:gd name="connsiteX34" fmla="*/ 511929 w 655274"/>
              <a:gd name="connsiteY34" fmla="*/ 121284 h 692528"/>
              <a:gd name="connsiteX35" fmla="*/ 537329 w 655274"/>
              <a:gd name="connsiteY35" fmla="*/ 121284 h 692528"/>
              <a:gd name="connsiteX36" fmla="*/ 532883 w 655274"/>
              <a:gd name="connsiteY36" fmla="*/ 143509 h 692528"/>
              <a:gd name="connsiteX37" fmla="*/ 529074 w 655274"/>
              <a:gd name="connsiteY37" fmla="*/ 144144 h 692528"/>
              <a:gd name="connsiteX38" fmla="*/ 513833 w 655274"/>
              <a:gd name="connsiteY38" fmla="*/ 144144 h 692528"/>
              <a:gd name="connsiteX39" fmla="*/ 509388 w 655274"/>
              <a:gd name="connsiteY39" fmla="*/ 147954 h 692528"/>
              <a:gd name="connsiteX40" fmla="*/ 497324 w 655274"/>
              <a:gd name="connsiteY40" fmla="*/ 205739 h 692528"/>
              <a:gd name="connsiteX41" fmla="*/ 497324 w 655274"/>
              <a:gd name="connsiteY41" fmla="*/ 209549 h 692528"/>
              <a:gd name="connsiteX42" fmla="*/ 463033 w 655274"/>
              <a:gd name="connsiteY42" fmla="*/ 209549 h 692528"/>
              <a:gd name="connsiteX43" fmla="*/ 477004 w 655274"/>
              <a:gd name="connsiteY43" fmla="*/ 145414 h 692528"/>
              <a:gd name="connsiteX44" fmla="*/ 454779 w 655274"/>
              <a:gd name="connsiteY44" fmla="*/ 145414 h 692528"/>
              <a:gd name="connsiteX45" fmla="*/ 459224 w 655274"/>
              <a:gd name="connsiteY45" fmla="*/ 123189 h 692528"/>
              <a:gd name="connsiteX46" fmla="*/ 463668 w 655274"/>
              <a:gd name="connsiteY46" fmla="*/ 121284 h 692528"/>
              <a:gd name="connsiteX47" fmla="*/ 400804 w 655274"/>
              <a:gd name="connsiteY47" fmla="*/ 121284 h 692528"/>
              <a:gd name="connsiteX48" fmla="*/ 439538 w 655274"/>
              <a:gd name="connsiteY48" fmla="*/ 121284 h 692528"/>
              <a:gd name="connsiteX49" fmla="*/ 443983 w 655274"/>
              <a:gd name="connsiteY49" fmla="*/ 123824 h 692528"/>
              <a:gd name="connsiteX50" fmla="*/ 452874 w 655274"/>
              <a:gd name="connsiteY50" fmla="*/ 208279 h 692528"/>
              <a:gd name="connsiteX51" fmla="*/ 452874 w 655274"/>
              <a:gd name="connsiteY51" fmla="*/ 211454 h 692528"/>
              <a:gd name="connsiteX52" fmla="*/ 452238 w 655274"/>
              <a:gd name="connsiteY52" fmla="*/ 211454 h 692528"/>
              <a:gd name="connsiteX53" fmla="*/ 416679 w 655274"/>
              <a:gd name="connsiteY53" fmla="*/ 211454 h 692528"/>
              <a:gd name="connsiteX54" fmla="*/ 416044 w 655274"/>
              <a:gd name="connsiteY54" fmla="*/ 196849 h 692528"/>
              <a:gd name="connsiteX55" fmla="*/ 391913 w 655274"/>
              <a:gd name="connsiteY55" fmla="*/ 196849 h 692528"/>
              <a:gd name="connsiteX56" fmla="*/ 389374 w 655274"/>
              <a:gd name="connsiteY56" fmla="*/ 198754 h 692528"/>
              <a:gd name="connsiteX57" fmla="*/ 389374 w 655274"/>
              <a:gd name="connsiteY57" fmla="*/ 200659 h 692528"/>
              <a:gd name="connsiteX58" fmla="*/ 371594 w 655274"/>
              <a:gd name="connsiteY58" fmla="*/ 211454 h 692528"/>
              <a:gd name="connsiteX59" fmla="*/ 351274 w 655274"/>
              <a:gd name="connsiteY59" fmla="*/ 211454 h 692528"/>
              <a:gd name="connsiteX60" fmla="*/ 351908 w 655274"/>
              <a:gd name="connsiteY60" fmla="*/ 207644 h 692528"/>
              <a:gd name="connsiteX61" fmla="*/ 395724 w 655274"/>
              <a:gd name="connsiteY61" fmla="*/ 123824 h 692528"/>
              <a:gd name="connsiteX62" fmla="*/ 400804 w 655274"/>
              <a:gd name="connsiteY62" fmla="*/ 121284 h 692528"/>
              <a:gd name="connsiteX63" fmla="*/ 189983 w 655274"/>
              <a:gd name="connsiteY63" fmla="*/ 121284 h 692528"/>
              <a:gd name="connsiteX64" fmla="*/ 224273 w 655274"/>
              <a:gd name="connsiteY64" fmla="*/ 121284 h 692528"/>
              <a:gd name="connsiteX65" fmla="*/ 220463 w 655274"/>
              <a:gd name="connsiteY65" fmla="*/ 137159 h 692528"/>
              <a:gd name="connsiteX66" fmla="*/ 211573 w 655274"/>
              <a:gd name="connsiteY66" fmla="*/ 178434 h 692528"/>
              <a:gd name="connsiteX67" fmla="*/ 215383 w 655274"/>
              <a:gd name="connsiteY67" fmla="*/ 187959 h 692528"/>
              <a:gd name="connsiteX68" fmla="*/ 224908 w 655274"/>
              <a:gd name="connsiteY68" fmla="*/ 181609 h 692528"/>
              <a:gd name="connsiteX69" fmla="*/ 229988 w 655274"/>
              <a:gd name="connsiteY69" fmla="*/ 158749 h 692528"/>
              <a:gd name="connsiteX70" fmla="*/ 236973 w 655274"/>
              <a:gd name="connsiteY70" fmla="*/ 123824 h 692528"/>
              <a:gd name="connsiteX71" fmla="*/ 239513 w 655274"/>
              <a:gd name="connsiteY71" fmla="*/ 121284 h 692528"/>
              <a:gd name="connsiteX72" fmla="*/ 272533 w 655274"/>
              <a:gd name="connsiteY72" fmla="*/ 121284 h 692528"/>
              <a:gd name="connsiteX73" fmla="*/ 268088 w 655274"/>
              <a:gd name="connsiteY73" fmla="*/ 143509 h 692528"/>
              <a:gd name="connsiteX74" fmla="*/ 259833 w 655274"/>
              <a:gd name="connsiteY74" fmla="*/ 179069 h 692528"/>
              <a:gd name="connsiteX75" fmla="*/ 223638 w 655274"/>
              <a:gd name="connsiteY75" fmla="*/ 211454 h 692528"/>
              <a:gd name="connsiteX76" fmla="*/ 193793 w 655274"/>
              <a:gd name="connsiteY76" fmla="*/ 209549 h 692528"/>
              <a:gd name="connsiteX77" fmla="*/ 176013 w 655274"/>
              <a:gd name="connsiteY77" fmla="*/ 181609 h 692528"/>
              <a:gd name="connsiteX78" fmla="*/ 188713 w 655274"/>
              <a:gd name="connsiteY78" fmla="*/ 122554 h 692528"/>
              <a:gd name="connsiteX79" fmla="*/ 546854 w 655274"/>
              <a:gd name="connsiteY79" fmla="*/ 120650 h 692528"/>
              <a:gd name="connsiteX80" fmla="*/ 579238 w 655274"/>
              <a:gd name="connsiteY80" fmla="*/ 121285 h 692528"/>
              <a:gd name="connsiteX81" fmla="*/ 560824 w 655274"/>
              <a:gd name="connsiteY81" fmla="*/ 209550 h 692528"/>
              <a:gd name="connsiteX82" fmla="*/ 526533 w 655274"/>
              <a:gd name="connsiteY82" fmla="*/ 209550 h 692528"/>
              <a:gd name="connsiteX83" fmla="*/ 532883 w 655274"/>
              <a:gd name="connsiteY83" fmla="*/ 177165 h 692528"/>
              <a:gd name="connsiteX84" fmla="*/ 544313 w 655274"/>
              <a:gd name="connsiteY84" fmla="*/ 124460 h 692528"/>
              <a:gd name="connsiteX85" fmla="*/ 546854 w 655274"/>
              <a:gd name="connsiteY85" fmla="*/ 120650 h 692528"/>
              <a:gd name="connsiteX86" fmla="*/ 331589 w 655274"/>
              <a:gd name="connsiteY86" fmla="*/ 119380 h 692528"/>
              <a:gd name="connsiteX87" fmla="*/ 340480 w 655274"/>
              <a:gd name="connsiteY87" fmla="*/ 121285 h 692528"/>
              <a:gd name="connsiteX88" fmla="*/ 362069 w 655274"/>
              <a:gd name="connsiteY88" fmla="*/ 154305 h 692528"/>
              <a:gd name="connsiteX89" fmla="*/ 346830 w 655274"/>
              <a:gd name="connsiteY89" fmla="*/ 154305 h 692528"/>
              <a:gd name="connsiteX90" fmla="*/ 330319 w 655274"/>
              <a:gd name="connsiteY90" fmla="*/ 154305 h 692528"/>
              <a:gd name="connsiteX91" fmla="*/ 330319 w 655274"/>
              <a:gd name="connsiteY91" fmla="*/ 150494 h 692528"/>
              <a:gd name="connsiteX92" fmla="*/ 319524 w 655274"/>
              <a:gd name="connsiteY92" fmla="*/ 143510 h 692528"/>
              <a:gd name="connsiteX93" fmla="*/ 313174 w 655274"/>
              <a:gd name="connsiteY93" fmla="*/ 149860 h 692528"/>
              <a:gd name="connsiteX94" fmla="*/ 306824 w 655274"/>
              <a:gd name="connsiteY94" fmla="*/ 180975 h 692528"/>
              <a:gd name="connsiteX95" fmla="*/ 311269 w 655274"/>
              <a:gd name="connsiteY95" fmla="*/ 189865 h 692528"/>
              <a:gd name="connsiteX96" fmla="*/ 321430 w 655274"/>
              <a:gd name="connsiteY96" fmla="*/ 185419 h 692528"/>
              <a:gd name="connsiteX97" fmla="*/ 321430 w 655274"/>
              <a:gd name="connsiteY97" fmla="*/ 184785 h 692528"/>
              <a:gd name="connsiteX98" fmla="*/ 332858 w 655274"/>
              <a:gd name="connsiteY98" fmla="*/ 177800 h 692528"/>
              <a:gd name="connsiteX99" fmla="*/ 355083 w 655274"/>
              <a:gd name="connsiteY99" fmla="*/ 177800 h 692528"/>
              <a:gd name="connsiteX100" fmla="*/ 358258 w 655274"/>
              <a:gd name="connsiteY100" fmla="*/ 177800 h 692528"/>
              <a:gd name="connsiteX101" fmla="*/ 350005 w 655274"/>
              <a:gd name="connsiteY101" fmla="*/ 194310 h 692528"/>
              <a:gd name="connsiteX102" fmla="*/ 311905 w 655274"/>
              <a:gd name="connsiteY102" fmla="*/ 210819 h 692528"/>
              <a:gd name="connsiteX103" fmla="*/ 294758 w 655274"/>
              <a:gd name="connsiteY103" fmla="*/ 210185 h 692528"/>
              <a:gd name="connsiteX104" fmla="*/ 271264 w 655274"/>
              <a:gd name="connsiteY104" fmla="*/ 182880 h 692528"/>
              <a:gd name="connsiteX105" fmla="*/ 278249 w 655274"/>
              <a:gd name="connsiteY105" fmla="*/ 148590 h 692528"/>
              <a:gd name="connsiteX106" fmla="*/ 331589 w 655274"/>
              <a:gd name="connsiteY106" fmla="*/ 119380 h 692528"/>
              <a:gd name="connsiteX107" fmla="*/ 291901 w 655274"/>
              <a:gd name="connsiteY107" fmla="*/ 22542 h 692528"/>
              <a:gd name="connsiteX108" fmla="*/ 222369 w 655274"/>
              <a:gd name="connsiteY108" fmla="*/ 29845 h 692528"/>
              <a:gd name="connsiteX109" fmla="*/ 65524 w 655274"/>
              <a:gd name="connsiteY109" fmla="*/ 78105 h 692528"/>
              <a:gd name="connsiteX110" fmla="*/ 23613 w 655274"/>
              <a:gd name="connsiteY110" fmla="*/ 132715 h 692528"/>
              <a:gd name="connsiteX111" fmla="*/ 22979 w 655274"/>
              <a:gd name="connsiteY111" fmla="*/ 190500 h 692528"/>
              <a:gd name="connsiteX112" fmla="*/ 47108 w 655274"/>
              <a:gd name="connsiteY112" fmla="*/ 306070 h 692528"/>
              <a:gd name="connsiteX113" fmla="*/ 52188 w 655274"/>
              <a:gd name="connsiteY113" fmla="*/ 323850 h 692528"/>
              <a:gd name="connsiteX114" fmla="*/ 97908 w 655274"/>
              <a:gd name="connsiteY114" fmla="*/ 297180 h 692528"/>
              <a:gd name="connsiteX115" fmla="*/ 125849 w 655274"/>
              <a:gd name="connsiteY115" fmla="*/ 288290 h 692528"/>
              <a:gd name="connsiteX116" fmla="*/ 284599 w 655274"/>
              <a:gd name="connsiteY116" fmla="*/ 265430 h 692528"/>
              <a:gd name="connsiteX117" fmla="*/ 387469 w 655274"/>
              <a:gd name="connsiteY117" fmla="*/ 259080 h 692528"/>
              <a:gd name="connsiteX118" fmla="*/ 604004 w 655274"/>
              <a:gd name="connsiteY118" fmla="*/ 255270 h 692528"/>
              <a:gd name="connsiteX119" fmla="*/ 617974 w 655274"/>
              <a:gd name="connsiteY119" fmla="*/ 255905 h 692528"/>
              <a:gd name="connsiteX120" fmla="*/ 618608 w 655274"/>
              <a:gd name="connsiteY120" fmla="*/ 251460 h 692528"/>
              <a:gd name="connsiteX121" fmla="*/ 628133 w 655274"/>
              <a:gd name="connsiteY121" fmla="*/ 194310 h 692528"/>
              <a:gd name="connsiteX122" fmla="*/ 628769 w 655274"/>
              <a:gd name="connsiteY122" fmla="*/ 140970 h 692528"/>
              <a:gd name="connsiteX123" fmla="*/ 583049 w 655274"/>
              <a:gd name="connsiteY123" fmla="*/ 77470 h 692528"/>
              <a:gd name="connsiteX124" fmla="*/ 361433 w 655274"/>
              <a:gd name="connsiteY124" fmla="*/ 22860 h 692528"/>
              <a:gd name="connsiteX125" fmla="*/ 291901 w 655274"/>
              <a:gd name="connsiteY125" fmla="*/ 22542 h 692528"/>
              <a:gd name="connsiteX126" fmla="*/ 326508 w 655274"/>
              <a:gd name="connsiteY126" fmla="*/ 0 h 692528"/>
              <a:gd name="connsiteX127" fmla="*/ 581779 w 655274"/>
              <a:gd name="connsiteY127" fmla="*/ 51435 h 692528"/>
              <a:gd name="connsiteX128" fmla="*/ 618608 w 655274"/>
              <a:gd name="connsiteY128" fmla="*/ 71755 h 692528"/>
              <a:gd name="connsiteX129" fmla="*/ 653533 w 655274"/>
              <a:gd name="connsiteY129" fmla="*/ 139700 h 692528"/>
              <a:gd name="connsiteX130" fmla="*/ 650994 w 655274"/>
              <a:gd name="connsiteY130" fmla="*/ 206375 h 692528"/>
              <a:gd name="connsiteX131" fmla="*/ 612894 w 655274"/>
              <a:gd name="connsiteY131" fmla="*/ 358140 h 692528"/>
              <a:gd name="connsiteX132" fmla="*/ 396358 w 655274"/>
              <a:gd name="connsiteY132" fmla="*/ 662940 h 692528"/>
              <a:gd name="connsiteX133" fmla="*/ 359529 w 655274"/>
              <a:gd name="connsiteY133" fmla="*/ 687070 h 692528"/>
              <a:gd name="connsiteX134" fmla="*/ 276344 w 655274"/>
              <a:gd name="connsiteY134" fmla="*/ 676275 h 692528"/>
              <a:gd name="connsiteX135" fmla="*/ 214113 w 655274"/>
              <a:gd name="connsiteY135" fmla="*/ 621665 h 692528"/>
              <a:gd name="connsiteX136" fmla="*/ 19804 w 655274"/>
              <a:gd name="connsiteY136" fmla="*/ 286385 h 692528"/>
              <a:gd name="connsiteX137" fmla="*/ 754 w 655274"/>
              <a:gd name="connsiteY137" fmla="*/ 179705 h 692528"/>
              <a:gd name="connsiteX138" fmla="*/ 9644 w 655274"/>
              <a:gd name="connsiteY138" fmla="*/ 106680 h 692528"/>
              <a:gd name="connsiteX139" fmla="*/ 56633 w 655274"/>
              <a:gd name="connsiteY139" fmla="*/ 58420 h 692528"/>
              <a:gd name="connsiteX140" fmla="*/ 198238 w 655274"/>
              <a:gd name="connsiteY140" fmla="*/ 11430 h 692528"/>
              <a:gd name="connsiteX141" fmla="*/ 326508 w 655274"/>
              <a:gd name="connsiteY141" fmla="*/ 0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655274" h="692528">
                <a:moveTo>
                  <a:pt x="607813" y="284480"/>
                </a:moveTo>
                <a:cubicBezTo>
                  <a:pt x="583683" y="285115"/>
                  <a:pt x="559554" y="286385"/>
                  <a:pt x="535424" y="288925"/>
                </a:cubicBezTo>
                <a:cubicBezTo>
                  <a:pt x="497958" y="293370"/>
                  <a:pt x="460494" y="297815"/>
                  <a:pt x="423029" y="304165"/>
                </a:cubicBezTo>
                <a:cubicBezTo>
                  <a:pt x="376674" y="311150"/>
                  <a:pt x="330954" y="321945"/>
                  <a:pt x="286504" y="337185"/>
                </a:cubicBezTo>
                <a:cubicBezTo>
                  <a:pt x="249038" y="349885"/>
                  <a:pt x="214113" y="363855"/>
                  <a:pt x="181094" y="386080"/>
                </a:cubicBezTo>
                <a:cubicBezTo>
                  <a:pt x="165219" y="397510"/>
                  <a:pt x="148708" y="410210"/>
                  <a:pt x="137279" y="426085"/>
                </a:cubicBezTo>
                <a:cubicBezTo>
                  <a:pt x="120133" y="447675"/>
                  <a:pt x="119499" y="468630"/>
                  <a:pt x="134738" y="492125"/>
                </a:cubicBezTo>
                <a:cubicBezTo>
                  <a:pt x="158233" y="528955"/>
                  <a:pt x="185538" y="562610"/>
                  <a:pt x="216019" y="593725"/>
                </a:cubicBezTo>
                <a:cubicBezTo>
                  <a:pt x="238244" y="616585"/>
                  <a:pt x="261738" y="639445"/>
                  <a:pt x="288408" y="657860"/>
                </a:cubicBezTo>
                <a:cubicBezTo>
                  <a:pt x="304283" y="670560"/>
                  <a:pt x="323333" y="673100"/>
                  <a:pt x="343019" y="667385"/>
                </a:cubicBezTo>
                <a:cubicBezTo>
                  <a:pt x="356354" y="664845"/>
                  <a:pt x="366513" y="656590"/>
                  <a:pt x="376038" y="648970"/>
                </a:cubicBezTo>
                <a:cubicBezTo>
                  <a:pt x="483988" y="561340"/>
                  <a:pt x="556379" y="450215"/>
                  <a:pt x="600829" y="320040"/>
                </a:cubicBezTo>
                <a:cubicBezTo>
                  <a:pt x="604638" y="308610"/>
                  <a:pt x="608449" y="295910"/>
                  <a:pt x="611624" y="284480"/>
                </a:cubicBezTo>
                <a:cubicBezTo>
                  <a:pt x="609719" y="284480"/>
                  <a:pt x="609083" y="283845"/>
                  <a:pt x="607813" y="284480"/>
                </a:cubicBezTo>
                <a:close/>
                <a:moveTo>
                  <a:pt x="121404" y="141605"/>
                </a:moveTo>
                <a:cubicBezTo>
                  <a:pt x="118863" y="157480"/>
                  <a:pt x="115054" y="172719"/>
                  <a:pt x="111244" y="188594"/>
                </a:cubicBezTo>
                <a:cubicBezTo>
                  <a:pt x="121404" y="189230"/>
                  <a:pt x="127754" y="186689"/>
                  <a:pt x="130294" y="177799"/>
                </a:cubicBezTo>
                <a:cubicBezTo>
                  <a:pt x="132833" y="170814"/>
                  <a:pt x="134738" y="162559"/>
                  <a:pt x="136008" y="155574"/>
                </a:cubicBezTo>
                <a:cubicBezTo>
                  <a:pt x="137913" y="145414"/>
                  <a:pt x="133469" y="140969"/>
                  <a:pt x="121404" y="141605"/>
                </a:cubicBezTo>
                <a:close/>
                <a:moveTo>
                  <a:pt x="414138" y="141604"/>
                </a:moveTo>
                <a:cubicBezTo>
                  <a:pt x="409694" y="152399"/>
                  <a:pt x="405249" y="162559"/>
                  <a:pt x="399533" y="174624"/>
                </a:cubicBezTo>
                <a:lnTo>
                  <a:pt x="414774" y="174624"/>
                </a:lnTo>
                <a:lnTo>
                  <a:pt x="414774" y="141604"/>
                </a:lnTo>
                <a:close/>
                <a:moveTo>
                  <a:pt x="94099" y="121919"/>
                </a:moveTo>
                <a:cubicBezTo>
                  <a:pt x="110608" y="121919"/>
                  <a:pt x="125849" y="121919"/>
                  <a:pt x="142358" y="122555"/>
                </a:cubicBezTo>
                <a:cubicBezTo>
                  <a:pt x="144899" y="122555"/>
                  <a:pt x="148074" y="122555"/>
                  <a:pt x="150613" y="123189"/>
                </a:cubicBezTo>
                <a:cubicBezTo>
                  <a:pt x="165219" y="126999"/>
                  <a:pt x="172204" y="134619"/>
                  <a:pt x="173474" y="147955"/>
                </a:cubicBezTo>
                <a:cubicBezTo>
                  <a:pt x="174108" y="172084"/>
                  <a:pt x="162679" y="199389"/>
                  <a:pt x="133469" y="207644"/>
                </a:cubicBezTo>
                <a:cubicBezTo>
                  <a:pt x="129658" y="208280"/>
                  <a:pt x="126483" y="209549"/>
                  <a:pt x="123308" y="209549"/>
                </a:cubicBezTo>
                <a:cubicBezTo>
                  <a:pt x="106163" y="209549"/>
                  <a:pt x="89654" y="209549"/>
                  <a:pt x="72508" y="209549"/>
                </a:cubicBezTo>
                <a:cubicBezTo>
                  <a:pt x="75049" y="196849"/>
                  <a:pt x="76954" y="185419"/>
                  <a:pt x="79494" y="173355"/>
                </a:cubicBezTo>
                <a:cubicBezTo>
                  <a:pt x="83304" y="157480"/>
                  <a:pt x="86479" y="140969"/>
                  <a:pt x="90288" y="124459"/>
                </a:cubicBezTo>
                <a:cubicBezTo>
                  <a:pt x="90288" y="122555"/>
                  <a:pt x="90924" y="121919"/>
                  <a:pt x="94099" y="121919"/>
                </a:cubicBezTo>
                <a:close/>
                <a:moveTo>
                  <a:pt x="463668" y="121284"/>
                </a:moveTo>
                <a:cubicBezTo>
                  <a:pt x="479543" y="121284"/>
                  <a:pt x="495418" y="121284"/>
                  <a:pt x="511929" y="121284"/>
                </a:cubicBezTo>
                <a:lnTo>
                  <a:pt x="537329" y="121284"/>
                </a:lnTo>
                <a:cubicBezTo>
                  <a:pt x="535424" y="129539"/>
                  <a:pt x="533518" y="136524"/>
                  <a:pt x="532883" y="143509"/>
                </a:cubicBezTo>
                <a:lnTo>
                  <a:pt x="529074" y="144144"/>
                </a:lnTo>
                <a:cubicBezTo>
                  <a:pt x="523993" y="144144"/>
                  <a:pt x="519549" y="144779"/>
                  <a:pt x="513833" y="144144"/>
                </a:cubicBezTo>
                <a:cubicBezTo>
                  <a:pt x="511293" y="144144"/>
                  <a:pt x="510024" y="144779"/>
                  <a:pt x="509388" y="147954"/>
                </a:cubicBezTo>
                <a:cubicBezTo>
                  <a:pt x="505579" y="167639"/>
                  <a:pt x="501768" y="186054"/>
                  <a:pt x="497324" y="205739"/>
                </a:cubicBezTo>
                <a:cubicBezTo>
                  <a:pt x="498593" y="207009"/>
                  <a:pt x="498593" y="207644"/>
                  <a:pt x="497324" y="209549"/>
                </a:cubicBezTo>
                <a:lnTo>
                  <a:pt x="463033" y="209549"/>
                </a:lnTo>
                <a:cubicBezTo>
                  <a:pt x="467479" y="187959"/>
                  <a:pt x="471924" y="167004"/>
                  <a:pt x="477004" y="145414"/>
                </a:cubicBezTo>
                <a:lnTo>
                  <a:pt x="454779" y="145414"/>
                </a:lnTo>
                <a:cubicBezTo>
                  <a:pt x="456683" y="137159"/>
                  <a:pt x="457318" y="130174"/>
                  <a:pt x="459224" y="123189"/>
                </a:cubicBezTo>
                <a:cubicBezTo>
                  <a:pt x="459858" y="122554"/>
                  <a:pt x="461763" y="121284"/>
                  <a:pt x="463668" y="121284"/>
                </a:cubicBezTo>
                <a:close/>
                <a:moveTo>
                  <a:pt x="400804" y="121284"/>
                </a:moveTo>
                <a:cubicBezTo>
                  <a:pt x="413504" y="121284"/>
                  <a:pt x="426838" y="121284"/>
                  <a:pt x="439538" y="121284"/>
                </a:cubicBezTo>
                <a:cubicBezTo>
                  <a:pt x="442079" y="121284"/>
                  <a:pt x="443349" y="121284"/>
                  <a:pt x="443983" y="123824"/>
                </a:cubicBezTo>
                <a:cubicBezTo>
                  <a:pt x="446524" y="151764"/>
                  <a:pt x="449063" y="180339"/>
                  <a:pt x="452874" y="208279"/>
                </a:cubicBezTo>
                <a:lnTo>
                  <a:pt x="452874" y="211454"/>
                </a:lnTo>
                <a:lnTo>
                  <a:pt x="452238" y="211454"/>
                </a:lnTo>
                <a:lnTo>
                  <a:pt x="416679" y="211454"/>
                </a:lnTo>
                <a:cubicBezTo>
                  <a:pt x="416044" y="207009"/>
                  <a:pt x="416044" y="202564"/>
                  <a:pt x="416044" y="196849"/>
                </a:cubicBezTo>
                <a:cubicBezTo>
                  <a:pt x="407788" y="196849"/>
                  <a:pt x="400169" y="196849"/>
                  <a:pt x="391913" y="196849"/>
                </a:cubicBezTo>
                <a:lnTo>
                  <a:pt x="389374" y="198754"/>
                </a:lnTo>
                <a:lnTo>
                  <a:pt x="389374" y="200659"/>
                </a:lnTo>
                <a:cubicBezTo>
                  <a:pt x="386833" y="210819"/>
                  <a:pt x="381119" y="212724"/>
                  <a:pt x="371594" y="211454"/>
                </a:cubicBezTo>
                <a:cubicBezTo>
                  <a:pt x="365244" y="210819"/>
                  <a:pt x="358258" y="211454"/>
                  <a:pt x="351274" y="211454"/>
                </a:cubicBezTo>
                <a:cubicBezTo>
                  <a:pt x="351274" y="209549"/>
                  <a:pt x="351908" y="208914"/>
                  <a:pt x="351908" y="207644"/>
                </a:cubicBezTo>
                <a:cubicBezTo>
                  <a:pt x="367149" y="179704"/>
                  <a:pt x="381754" y="152399"/>
                  <a:pt x="395724" y="123824"/>
                </a:cubicBezTo>
                <a:cubicBezTo>
                  <a:pt x="397629" y="121919"/>
                  <a:pt x="398263" y="121284"/>
                  <a:pt x="400804" y="121284"/>
                </a:cubicBezTo>
                <a:close/>
                <a:moveTo>
                  <a:pt x="189983" y="121284"/>
                </a:moveTo>
                <a:lnTo>
                  <a:pt x="224273" y="121284"/>
                </a:lnTo>
                <a:cubicBezTo>
                  <a:pt x="223638" y="126364"/>
                  <a:pt x="221733" y="132079"/>
                  <a:pt x="220463" y="137159"/>
                </a:cubicBezTo>
                <a:cubicBezTo>
                  <a:pt x="217923" y="150494"/>
                  <a:pt x="214113" y="165099"/>
                  <a:pt x="211573" y="178434"/>
                </a:cubicBezTo>
                <a:cubicBezTo>
                  <a:pt x="210938" y="183514"/>
                  <a:pt x="211573" y="187324"/>
                  <a:pt x="215383" y="187959"/>
                </a:cubicBezTo>
                <a:cubicBezTo>
                  <a:pt x="219193" y="188594"/>
                  <a:pt x="223638" y="186054"/>
                  <a:pt x="224908" y="181609"/>
                </a:cubicBezTo>
                <a:cubicBezTo>
                  <a:pt x="226813" y="174624"/>
                  <a:pt x="228718" y="166369"/>
                  <a:pt x="229988" y="158749"/>
                </a:cubicBezTo>
                <a:cubicBezTo>
                  <a:pt x="231893" y="147319"/>
                  <a:pt x="234433" y="135889"/>
                  <a:pt x="236973" y="123824"/>
                </a:cubicBezTo>
                <a:lnTo>
                  <a:pt x="239513" y="121284"/>
                </a:lnTo>
                <a:cubicBezTo>
                  <a:pt x="250308" y="121284"/>
                  <a:pt x="260468" y="121284"/>
                  <a:pt x="272533" y="121284"/>
                </a:cubicBezTo>
                <a:cubicBezTo>
                  <a:pt x="270629" y="128269"/>
                  <a:pt x="268723" y="136524"/>
                  <a:pt x="268088" y="143509"/>
                </a:cubicBezTo>
                <a:cubicBezTo>
                  <a:pt x="265548" y="154939"/>
                  <a:pt x="263008" y="167639"/>
                  <a:pt x="259833" y="179069"/>
                </a:cubicBezTo>
                <a:cubicBezTo>
                  <a:pt x="255388" y="197484"/>
                  <a:pt x="243958" y="208279"/>
                  <a:pt x="223638" y="211454"/>
                </a:cubicBezTo>
                <a:cubicBezTo>
                  <a:pt x="214113" y="212089"/>
                  <a:pt x="203318" y="212089"/>
                  <a:pt x="193793" y="209549"/>
                </a:cubicBezTo>
                <a:cubicBezTo>
                  <a:pt x="179823" y="205739"/>
                  <a:pt x="173473" y="196214"/>
                  <a:pt x="176013" y="181609"/>
                </a:cubicBezTo>
                <a:cubicBezTo>
                  <a:pt x="179823" y="161924"/>
                  <a:pt x="184268" y="142239"/>
                  <a:pt x="188713" y="122554"/>
                </a:cubicBezTo>
                <a:close/>
                <a:moveTo>
                  <a:pt x="546854" y="120650"/>
                </a:moveTo>
                <a:cubicBezTo>
                  <a:pt x="557649" y="121285"/>
                  <a:pt x="567808" y="121285"/>
                  <a:pt x="579238" y="121285"/>
                </a:cubicBezTo>
                <a:cubicBezTo>
                  <a:pt x="572888" y="150495"/>
                  <a:pt x="567174" y="180340"/>
                  <a:pt x="560824" y="209550"/>
                </a:cubicBezTo>
                <a:lnTo>
                  <a:pt x="526533" y="209550"/>
                </a:lnTo>
                <a:cubicBezTo>
                  <a:pt x="528438" y="198755"/>
                  <a:pt x="530979" y="187960"/>
                  <a:pt x="532883" y="177165"/>
                </a:cubicBezTo>
                <a:cubicBezTo>
                  <a:pt x="536058" y="159385"/>
                  <a:pt x="539869" y="141605"/>
                  <a:pt x="544313" y="124460"/>
                </a:cubicBezTo>
                <a:cubicBezTo>
                  <a:pt x="544313" y="122555"/>
                  <a:pt x="546219" y="120650"/>
                  <a:pt x="546854" y="120650"/>
                </a:cubicBezTo>
                <a:close/>
                <a:moveTo>
                  <a:pt x="331589" y="119380"/>
                </a:moveTo>
                <a:cubicBezTo>
                  <a:pt x="335399" y="120015"/>
                  <a:pt x="337939" y="120015"/>
                  <a:pt x="340480" y="121285"/>
                </a:cubicBezTo>
                <a:cubicBezTo>
                  <a:pt x="358258" y="125094"/>
                  <a:pt x="366514" y="136525"/>
                  <a:pt x="362069" y="154305"/>
                </a:cubicBezTo>
                <a:lnTo>
                  <a:pt x="346830" y="154305"/>
                </a:lnTo>
                <a:lnTo>
                  <a:pt x="330319" y="154305"/>
                </a:lnTo>
                <a:lnTo>
                  <a:pt x="330319" y="150494"/>
                </a:lnTo>
                <a:cubicBezTo>
                  <a:pt x="330319" y="143510"/>
                  <a:pt x="324605" y="139700"/>
                  <a:pt x="319524" y="143510"/>
                </a:cubicBezTo>
                <a:cubicBezTo>
                  <a:pt x="316983" y="145415"/>
                  <a:pt x="313808" y="147955"/>
                  <a:pt x="313174" y="149860"/>
                </a:cubicBezTo>
                <a:cubicBezTo>
                  <a:pt x="310633" y="160655"/>
                  <a:pt x="308730" y="170815"/>
                  <a:pt x="306824" y="180975"/>
                </a:cubicBezTo>
                <a:cubicBezTo>
                  <a:pt x="306189" y="184785"/>
                  <a:pt x="306824" y="187960"/>
                  <a:pt x="311269" y="189865"/>
                </a:cubicBezTo>
                <a:cubicBezTo>
                  <a:pt x="315080" y="190500"/>
                  <a:pt x="318255" y="189230"/>
                  <a:pt x="321430" y="185419"/>
                </a:cubicBezTo>
                <a:lnTo>
                  <a:pt x="321430" y="184785"/>
                </a:lnTo>
                <a:cubicBezTo>
                  <a:pt x="323333" y="177800"/>
                  <a:pt x="327780" y="177800"/>
                  <a:pt x="332858" y="177800"/>
                </a:cubicBezTo>
                <a:cubicBezTo>
                  <a:pt x="341114" y="178435"/>
                  <a:pt x="348099" y="177800"/>
                  <a:pt x="355083" y="177800"/>
                </a:cubicBezTo>
                <a:lnTo>
                  <a:pt x="358258" y="177800"/>
                </a:lnTo>
                <a:cubicBezTo>
                  <a:pt x="356355" y="184150"/>
                  <a:pt x="353814" y="189230"/>
                  <a:pt x="350005" y="194310"/>
                </a:cubicBezTo>
                <a:cubicBezTo>
                  <a:pt x="339844" y="205740"/>
                  <a:pt x="326508" y="210819"/>
                  <a:pt x="311905" y="210819"/>
                </a:cubicBezTo>
                <a:cubicBezTo>
                  <a:pt x="306189" y="211455"/>
                  <a:pt x="300474" y="210819"/>
                  <a:pt x="294758" y="210185"/>
                </a:cubicBezTo>
                <a:cubicBezTo>
                  <a:pt x="280155" y="206375"/>
                  <a:pt x="272533" y="196850"/>
                  <a:pt x="271264" y="182880"/>
                </a:cubicBezTo>
                <a:cubicBezTo>
                  <a:pt x="270630" y="170180"/>
                  <a:pt x="273169" y="158750"/>
                  <a:pt x="278249" y="148590"/>
                </a:cubicBezTo>
                <a:cubicBezTo>
                  <a:pt x="287139" y="128905"/>
                  <a:pt x="308094" y="118744"/>
                  <a:pt x="331589" y="119380"/>
                </a:cubicBezTo>
                <a:close/>
                <a:moveTo>
                  <a:pt x="291901" y="22542"/>
                </a:moveTo>
                <a:cubicBezTo>
                  <a:pt x="268724" y="23654"/>
                  <a:pt x="245546" y="26035"/>
                  <a:pt x="222369" y="29845"/>
                </a:cubicBezTo>
                <a:cubicBezTo>
                  <a:pt x="167758" y="38100"/>
                  <a:pt x="115054" y="53975"/>
                  <a:pt x="65524" y="78105"/>
                </a:cubicBezTo>
                <a:cubicBezTo>
                  <a:pt x="43299" y="89535"/>
                  <a:pt x="28694" y="107315"/>
                  <a:pt x="23613" y="132715"/>
                </a:cubicBezTo>
                <a:cubicBezTo>
                  <a:pt x="19169" y="152400"/>
                  <a:pt x="19804" y="170815"/>
                  <a:pt x="22979" y="190500"/>
                </a:cubicBezTo>
                <a:cubicBezTo>
                  <a:pt x="27424" y="229870"/>
                  <a:pt x="35679" y="267970"/>
                  <a:pt x="47108" y="306070"/>
                </a:cubicBezTo>
                <a:cubicBezTo>
                  <a:pt x="49013" y="311150"/>
                  <a:pt x="50919" y="317500"/>
                  <a:pt x="52188" y="323850"/>
                </a:cubicBezTo>
                <a:cubicBezTo>
                  <a:pt x="64888" y="310515"/>
                  <a:pt x="80763" y="303530"/>
                  <a:pt x="97908" y="297180"/>
                </a:cubicBezTo>
                <a:cubicBezTo>
                  <a:pt x="106799" y="293370"/>
                  <a:pt x="115688" y="290830"/>
                  <a:pt x="125849" y="288290"/>
                </a:cubicBezTo>
                <a:cubicBezTo>
                  <a:pt x="177919" y="274955"/>
                  <a:pt x="231258" y="268605"/>
                  <a:pt x="284599" y="265430"/>
                </a:cubicBezTo>
                <a:cubicBezTo>
                  <a:pt x="319524" y="262890"/>
                  <a:pt x="353179" y="260985"/>
                  <a:pt x="387469" y="259080"/>
                </a:cubicBezTo>
                <a:cubicBezTo>
                  <a:pt x="459858" y="256540"/>
                  <a:pt x="532249" y="254635"/>
                  <a:pt x="604004" y="255270"/>
                </a:cubicBezTo>
                <a:cubicBezTo>
                  <a:pt x="609083" y="255905"/>
                  <a:pt x="613529" y="255905"/>
                  <a:pt x="617974" y="255905"/>
                </a:cubicBezTo>
                <a:cubicBezTo>
                  <a:pt x="618608" y="254000"/>
                  <a:pt x="618608" y="253365"/>
                  <a:pt x="618608" y="251460"/>
                </a:cubicBezTo>
                <a:cubicBezTo>
                  <a:pt x="622419" y="232410"/>
                  <a:pt x="625594" y="213360"/>
                  <a:pt x="628133" y="194310"/>
                </a:cubicBezTo>
                <a:cubicBezTo>
                  <a:pt x="630674" y="176530"/>
                  <a:pt x="632579" y="158750"/>
                  <a:pt x="628769" y="140970"/>
                </a:cubicBezTo>
                <a:cubicBezTo>
                  <a:pt x="624324" y="111760"/>
                  <a:pt x="609719" y="90805"/>
                  <a:pt x="583049" y="77470"/>
                </a:cubicBezTo>
                <a:cubicBezTo>
                  <a:pt x="512563" y="44450"/>
                  <a:pt x="438269" y="26670"/>
                  <a:pt x="361433" y="22860"/>
                </a:cubicBezTo>
                <a:cubicBezTo>
                  <a:pt x="338256" y="21590"/>
                  <a:pt x="315079" y="21431"/>
                  <a:pt x="291901" y="22542"/>
                </a:cubicBezTo>
                <a:close/>
                <a:moveTo>
                  <a:pt x="326508" y="0"/>
                </a:moveTo>
                <a:cubicBezTo>
                  <a:pt x="414774" y="0"/>
                  <a:pt x="500499" y="15240"/>
                  <a:pt x="581779" y="51435"/>
                </a:cubicBezTo>
                <a:cubicBezTo>
                  <a:pt x="594479" y="56515"/>
                  <a:pt x="606544" y="62865"/>
                  <a:pt x="618608" y="71755"/>
                </a:cubicBezTo>
                <a:cubicBezTo>
                  <a:pt x="638929" y="89535"/>
                  <a:pt x="649724" y="113030"/>
                  <a:pt x="653533" y="139700"/>
                </a:cubicBezTo>
                <a:cubicBezTo>
                  <a:pt x="657344" y="161925"/>
                  <a:pt x="654169" y="184150"/>
                  <a:pt x="650994" y="206375"/>
                </a:cubicBezTo>
                <a:cubicBezTo>
                  <a:pt x="644008" y="257810"/>
                  <a:pt x="631308" y="308610"/>
                  <a:pt x="612894" y="358140"/>
                </a:cubicBezTo>
                <a:cubicBezTo>
                  <a:pt x="566538" y="477520"/>
                  <a:pt x="496054" y="581025"/>
                  <a:pt x="396358" y="662940"/>
                </a:cubicBezTo>
                <a:cubicBezTo>
                  <a:pt x="384929" y="672465"/>
                  <a:pt x="374133" y="681355"/>
                  <a:pt x="359529" y="687070"/>
                </a:cubicBezTo>
                <a:cubicBezTo>
                  <a:pt x="330319" y="696595"/>
                  <a:pt x="302379" y="694055"/>
                  <a:pt x="276344" y="676275"/>
                </a:cubicBezTo>
                <a:cubicBezTo>
                  <a:pt x="254119" y="660400"/>
                  <a:pt x="233799" y="641350"/>
                  <a:pt x="214113" y="621665"/>
                </a:cubicBezTo>
                <a:cubicBezTo>
                  <a:pt x="118863" y="528320"/>
                  <a:pt x="54094" y="415925"/>
                  <a:pt x="19804" y="286385"/>
                </a:cubicBezTo>
                <a:cubicBezTo>
                  <a:pt x="10913" y="251460"/>
                  <a:pt x="4563" y="215900"/>
                  <a:pt x="754" y="179705"/>
                </a:cubicBezTo>
                <a:cubicBezTo>
                  <a:pt x="-1151" y="154940"/>
                  <a:pt x="119" y="130810"/>
                  <a:pt x="9644" y="106680"/>
                </a:cubicBezTo>
                <a:cubicBezTo>
                  <a:pt x="19169" y="85090"/>
                  <a:pt x="35679" y="69215"/>
                  <a:pt x="56633" y="58420"/>
                </a:cubicBezTo>
                <a:cubicBezTo>
                  <a:pt x="102354" y="36195"/>
                  <a:pt x="149344" y="20955"/>
                  <a:pt x="198238" y="11430"/>
                </a:cubicBezTo>
                <a:cubicBezTo>
                  <a:pt x="240783" y="2540"/>
                  <a:pt x="283329" y="0"/>
                  <a:pt x="326508"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62" name="LAMBORGHINI">
            <a:extLst>
              <a:ext uri="{FF2B5EF4-FFF2-40B4-BE49-F238E27FC236}">
                <a16:creationId xmlns:a16="http://schemas.microsoft.com/office/drawing/2014/main" id="{AAF6EE9B-CD07-928C-8658-533D9E5545DD}"/>
              </a:ext>
            </a:extLst>
          </p:cNvPr>
          <p:cNvSpPr/>
          <p:nvPr userDrawn="1"/>
        </p:nvSpPr>
        <p:spPr>
          <a:xfrm>
            <a:off x="5760285" y="3049603"/>
            <a:ext cx="670561" cy="757555"/>
          </a:xfrm>
          <a:custGeom>
            <a:avLst/>
            <a:gdLst>
              <a:gd name="connsiteX0" fmla="*/ 225425 w 670561"/>
              <a:gd name="connsiteY0" fmla="*/ 478155 h 757555"/>
              <a:gd name="connsiteX1" fmla="*/ 219711 w 670561"/>
              <a:gd name="connsiteY1" fmla="*/ 489585 h 757555"/>
              <a:gd name="connsiteX2" fmla="*/ 215900 w 670561"/>
              <a:gd name="connsiteY2" fmla="*/ 501015 h 757555"/>
              <a:gd name="connsiteX3" fmla="*/ 216536 w 670561"/>
              <a:gd name="connsiteY3" fmla="*/ 501015 h 757555"/>
              <a:gd name="connsiteX4" fmla="*/ 227965 w 670561"/>
              <a:gd name="connsiteY4" fmla="*/ 483235 h 757555"/>
              <a:gd name="connsiteX5" fmla="*/ 225425 w 670561"/>
              <a:gd name="connsiteY5" fmla="*/ 478155 h 757555"/>
              <a:gd name="connsiteX6" fmla="*/ 295275 w 670561"/>
              <a:gd name="connsiteY6" fmla="*/ 471805 h 757555"/>
              <a:gd name="connsiteX7" fmla="*/ 290830 w 670561"/>
              <a:gd name="connsiteY7" fmla="*/ 478790 h 757555"/>
              <a:gd name="connsiteX8" fmla="*/ 288290 w 670561"/>
              <a:gd name="connsiteY8" fmla="*/ 485140 h 757555"/>
              <a:gd name="connsiteX9" fmla="*/ 299721 w 670561"/>
              <a:gd name="connsiteY9" fmla="*/ 473075 h 757555"/>
              <a:gd name="connsiteX10" fmla="*/ 295275 w 670561"/>
              <a:gd name="connsiteY10" fmla="*/ 471805 h 757555"/>
              <a:gd name="connsiteX11" fmla="*/ 385446 w 670561"/>
              <a:gd name="connsiteY11" fmla="*/ 413385 h 757555"/>
              <a:gd name="connsiteX12" fmla="*/ 395605 w 670561"/>
              <a:gd name="connsiteY12" fmla="*/ 426720 h 757555"/>
              <a:gd name="connsiteX13" fmla="*/ 391796 w 670561"/>
              <a:gd name="connsiteY13" fmla="*/ 429895 h 757555"/>
              <a:gd name="connsiteX14" fmla="*/ 384175 w 670561"/>
              <a:gd name="connsiteY14" fmla="*/ 424815 h 757555"/>
              <a:gd name="connsiteX15" fmla="*/ 384175 w 670561"/>
              <a:gd name="connsiteY15" fmla="*/ 414020 h 757555"/>
              <a:gd name="connsiteX16" fmla="*/ 467361 w 670561"/>
              <a:gd name="connsiteY16" fmla="*/ 408940 h 757555"/>
              <a:gd name="connsiteX17" fmla="*/ 462915 w 670561"/>
              <a:gd name="connsiteY17" fmla="*/ 417195 h 757555"/>
              <a:gd name="connsiteX18" fmla="*/ 456565 w 670561"/>
              <a:gd name="connsiteY18" fmla="*/ 427990 h 757555"/>
              <a:gd name="connsiteX19" fmla="*/ 467361 w 670561"/>
              <a:gd name="connsiteY19" fmla="*/ 445770 h 757555"/>
              <a:gd name="connsiteX20" fmla="*/ 473075 w 670561"/>
              <a:gd name="connsiteY20" fmla="*/ 443865 h 757555"/>
              <a:gd name="connsiteX21" fmla="*/ 474346 w 670561"/>
              <a:gd name="connsiteY21" fmla="*/ 432435 h 757555"/>
              <a:gd name="connsiteX22" fmla="*/ 473075 w 670561"/>
              <a:gd name="connsiteY22" fmla="*/ 418465 h 757555"/>
              <a:gd name="connsiteX23" fmla="*/ 467361 w 670561"/>
              <a:gd name="connsiteY23" fmla="*/ 408940 h 757555"/>
              <a:gd name="connsiteX24" fmla="*/ 332740 w 670561"/>
              <a:gd name="connsiteY24" fmla="*/ 344805 h 757555"/>
              <a:gd name="connsiteX25" fmla="*/ 322580 w 670561"/>
              <a:gd name="connsiteY25" fmla="*/ 349885 h 757555"/>
              <a:gd name="connsiteX26" fmla="*/ 315596 w 670561"/>
              <a:gd name="connsiteY26" fmla="*/ 359410 h 757555"/>
              <a:gd name="connsiteX27" fmla="*/ 300355 w 670561"/>
              <a:gd name="connsiteY27" fmla="*/ 364490 h 757555"/>
              <a:gd name="connsiteX28" fmla="*/ 281940 w 670561"/>
              <a:gd name="connsiteY28" fmla="*/ 357505 h 757555"/>
              <a:gd name="connsiteX29" fmla="*/ 272415 w 670561"/>
              <a:gd name="connsiteY29" fmla="*/ 368300 h 757555"/>
              <a:gd name="connsiteX30" fmla="*/ 260350 w 670561"/>
              <a:gd name="connsiteY30" fmla="*/ 373380 h 757555"/>
              <a:gd name="connsiteX31" fmla="*/ 249555 w 670561"/>
              <a:gd name="connsiteY31" fmla="*/ 369570 h 757555"/>
              <a:gd name="connsiteX32" fmla="*/ 240030 w 670561"/>
              <a:gd name="connsiteY32" fmla="*/ 397510 h 757555"/>
              <a:gd name="connsiteX33" fmla="*/ 228600 w 670561"/>
              <a:gd name="connsiteY33" fmla="*/ 426720 h 757555"/>
              <a:gd name="connsiteX34" fmla="*/ 226696 w 670561"/>
              <a:gd name="connsiteY34" fmla="*/ 434975 h 757555"/>
              <a:gd name="connsiteX35" fmla="*/ 227965 w 670561"/>
              <a:gd name="connsiteY35" fmla="*/ 455295 h 757555"/>
              <a:gd name="connsiteX36" fmla="*/ 248921 w 670561"/>
              <a:gd name="connsiteY36" fmla="*/ 436245 h 757555"/>
              <a:gd name="connsiteX37" fmla="*/ 259715 w 670561"/>
              <a:gd name="connsiteY37" fmla="*/ 421005 h 757555"/>
              <a:gd name="connsiteX38" fmla="*/ 270511 w 670561"/>
              <a:gd name="connsiteY38" fmla="*/ 417195 h 757555"/>
              <a:gd name="connsiteX39" fmla="*/ 286386 w 670561"/>
              <a:gd name="connsiteY39" fmla="*/ 419100 h 757555"/>
              <a:gd name="connsiteX40" fmla="*/ 300355 w 670561"/>
              <a:gd name="connsiteY40" fmla="*/ 422275 h 757555"/>
              <a:gd name="connsiteX41" fmla="*/ 300990 w 670561"/>
              <a:gd name="connsiteY41" fmla="*/ 425450 h 757555"/>
              <a:gd name="connsiteX42" fmla="*/ 291465 w 670561"/>
              <a:gd name="connsiteY42" fmla="*/ 427990 h 757555"/>
              <a:gd name="connsiteX43" fmla="*/ 285750 w 670561"/>
              <a:gd name="connsiteY43" fmla="*/ 432435 h 757555"/>
              <a:gd name="connsiteX44" fmla="*/ 281940 w 670561"/>
              <a:gd name="connsiteY44" fmla="*/ 443865 h 757555"/>
              <a:gd name="connsiteX45" fmla="*/ 282575 w 670561"/>
              <a:gd name="connsiteY45" fmla="*/ 456565 h 757555"/>
              <a:gd name="connsiteX46" fmla="*/ 294640 w 670561"/>
              <a:gd name="connsiteY46" fmla="*/ 459740 h 757555"/>
              <a:gd name="connsiteX47" fmla="*/ 319405 w 670561"/>
              <a:gd name="connsiteY47" fmla="*/ 457835 h 757555"/>
              <a:gd name="connsiteX48" fmla="*/ 333375 w 670561"/>
              <a:gd name="connsiteY48" fmla="*/ 457835 h 757555"/>
              <a:gd name="connsiteX49" fmla="*/ 346075 w 670561"/>
              <a:gd name="connsiteY49" fmla="*/ 453390 h 757555"/>
              <a:gd name="connsiteX50" fmla="*/ 339725 w 670561"/>
              <a:gd name="connsiteY50" fmla="*/ 438785 h 757555"/>
              <a:gd name="connsiteX51" fmla="*/ 329565 w 670561"/>
              <a:gd name="connsiteY51" fmla="*/ 421005 h 757555"/>
              <a:gd name="connsiteX52" fmla="*/ 329565 w 670561"/>
              <a:gd name="connsiteY52" fmla="*/ 409575 h 757555"/>
              <a:gd name="connsiteX53" fmla="*/ 339725 w 670561"/>
              <a:gd name="connsiteY53" fmla="*/ 395605 h 757555"/>
              <a:gd name="connsiteX54" fmla="*/ 350521 w 670561"/>
              <a:gd name="connsiteY54" fmla="*/ 369570 h 757555"/>
              <a:gd name="connsiteX55" fmla="*/ 342900 w 670561"/>
              <a:gd name="connsiteY55" fmla="*/ 351155 h 757555"/>
              <a:gd name="connsiteX56" fmla="*/ 332740 w 670561"/>
              <a:gd name="connsiteY56" fmla="*/ 344805 h 757555"/>
              <a:gd name="connsiteX57" fmla="*/ 292736 w 670561"/>
              <a:gd name="connsiteY57" fmla="*/ 310515 h 757555"/>
              <a:gd name="connsiteX58" fmla="*/ 288925 w 670561"/>
              <a:gd name="connsiteY58" fmla="*/ 321310 h 757555"/>
              <a:gd name="connsiteX59" fmla="*/ 281305 w 670561"/>
              <a:gd name="connsiteY59" fmla="*/ 336550 h 757555"/>
              <a:gd name="connsiteX60" fmla="*/ 289561 w 670561"/>
              <a:gd name="connsiteY60" fmla="*/ 345440 h 757555"/>
              <a:gd name="connsiteX61" fmla="*/ 313055 w 670561"/>
              <a:gd name="connsiteY61" fmla="*/ 343535 h 757555"/>
              <a:gd name="connsiteX62" fmla="*/ 313055 w 670561"/>
              <a:gd name="connsiteY62" fmla="*/ 341630 h 757555"/>
              <a:gd name="connsiteX63" fmla="*/ 295275 w 670561"/>
              <a:gd name="connsiteY63" fmla="*/ 316865 h 757555"/>
              <a:gd name="connsiteX64" fmla="*/ 292736 w 670561"/>
              <a:gd name="connsiteY64" fmla="*/ 310515 h 757555"/>
              <a:gd name="connsiteX65" fmla="*/ 370096 w 670561"/>
              <a:gd name="connsiteY65" fmla="*/ 267692 h 757555"/>
              <a:gd name="connsiteX66" fmla="*/ 368300 w 670561"/>
              <a:gd name="connsiteY66" fmla="*/ 274955 h 757555"/>
              <a:gd name="connsiteX67" fmla="*/ 361315 w 670561"/>
              <a:gd name="connsiteY67" fmla="*/ 274955 h 757555"/>
              <a:gd name="connsiteX68" fmla="*/ 354965 w 670561"/>
              <a:gd name="connsiteY68" fmla="*/ 288290 h 757555"/>
              <a:gd name="connsiteX69" fmla="*/ 372111 w 670561"/>
              <a:gd name="connsiteY69" fmla="*/ 289560 h 757555"/>
              <a:gd name="connsiteX70" fmla="*/ 374015 w 670561"/>
              <a:gd name="connsiteY70" fmla="*/ 292735 h 757555"/>
              <a:gd name="connsiteX71" fmla="*/ 387350 w 670561"/>
              <a:gd name="connsiteY71" fmla="*/ 303530 h 757555"/>
              <a:gd name="connsiteX72" fmla="*/ 397511 w 670561"/>
              <a:gd name="connsiteY72" fmla="*/ 301625 h 757555"/>
              <a:gd name="connsiteX73" fmla="*/ 370096 w 670561"/>
              <a:gd name="connsiteY73" fmla="*/ 267692 h 757555"/>
              <a:gd name="connsiteX74" fmla="*/ 371475 w 670561"/>
              <a:gd name="connsiteY74" fmla="*/ 225425 h 757555"/>
              <a:gd name="connsiteX75" fmla="*/ 367665 w 670561"/>
              <a:gd name="connsiteY75" fmla="*/ 226695 h 757555"/>
              <a:gd name="connsiteX76" fmla="*/ 374650 w 670561"/>
              <a:gd name="connsiteY76" fmla="*/ 235585 h 757555"/>
              <a:gd name="connsiteX77" fmla="*/ 379096 w 670561"/>
              <a:gd name="connsiteY77" fmla="*/ 234315 h 757555"/>
              <a:gd name="connsiteX78" fmla="*/ 371475 w 670561"/>
              <a:gd name="connsiteY78" fmla="*/ 225425 h 757555"/>
              <a:gd name="connsiteX79" fmla="*/ 353696 w 670561"/>
              <a:gd name="connsiteY79" fmla="*/ 160655 h 757555"/>
              <a:gd name="connsiteX80" fmla="*/ 351155 w 670561"/>
              <a:gd name="connsiteY80" fmla="*/ 164465 h 757555"/>
              <a:gd name="connsiteX81" fmla="*/ 365761 w 670561"/>
              <a:gd name="connsiteY81" fmla="*/ 165735 h 757555"/>
              <a:gd name="connsiteX82" fmla="*/ 353696 w 670561"/>
              <a:gd name="connsiteY82" fmla="*/ 160655 h 757555"/>
              <a:gd name="connsiteX83" fmla="*/ 364173 w 670561"/>
              <a:gd name="connsiteY83" fmla="*/ 148193 h 757555"/>
              <a:gd name="connsiteX84" fmla="*/ 409575 w 670561"/>
              <a:gd name="connsiteY84" fmla="*/ 162560 h 757555"/>
              <a:gd name="connsiteX85" fmla="*/ 378461 w 670561"/>
              <a:gd name="connsiteY85" fmla="*/ 161290 h 757555"/>
              <a:gd name="connsiteX86" fmla="*/ 367030 w 670561"/>
              <a:gd name="connsiteY86" fmla="*/ 162560 h 757555"/>
              <a:gd name="connsiteX87" fmla="*/ 381636 w 670561"/>
              <a:gd name="connsiteY87" fmla="*/ 167005 h 757555"/>
              <a:gd name="connsiteX88" fmla="*/ 386080 w 670561"/>
              <a:gd name="connsiteY88" fmla="*/ 172085 h 757555"/>
              <a:gd name="connsiteX89" fmla="*/ 321946 w 670561"/>
              <a:gd name="connsiteY89" fmla="*/ 159385 h 757555"/>
              <a:gd name="connsiteX90" fmla="*/ 312421 w 670561"/>
              <a:gd name="connsiteY90" fmla="*/ 179705 h 757555"/>
              <a:gd name="connsiteX91" fmla="*/ 427355 w 670561"/>
              <a:gd name="connsiteY91" fmla="*/ 186690 h 757555"/>
              <a:gd name="connsiteX92" fmla="*/ 459105 w 670561"/>
              <a:gd name="connsiteY92" fmla="*/ 210820 h 757555"/>
              <a:gd name="connsiteX93" fmla="*/ 454661 w 670561"/>
              <a:gd name="connsiteY93" fmla="*/ 238760 h 757555"/>
              <a:gd name="connsiteX94" fmla="*/ 470536 w 670561"/>
              <a:gd name="connsiteY94" fmla="*/ 267970 h 757555"/>
              <a:gd name="connsiteX95" fmla="*/ 487680 w 670561"/>
              <a:gd name="connsiteY95" fmla="*/ 307340 h 757555"/>
              <a:gd name="connsiteX96" fmla="*/ 484505 w 670561"/>
              <a:gd name="connsiteY96" fmla="*/ 337185 h 757555"/>
              <a:gd name="connsiteX97" fmla="*/ 486411 w 670561"/>
              <a:gd name="connsiteY97" fmla="*/ 368300 h 757555"/>
              <a:gd name="connsiteX98" fmla="*/ 476886 w 670561"/>
              <a:gd name="connsiteY98" fmla="*/ 367030 h 757555"/>
              <a:gd name="connsiteX99" fmla="*/ 478155 w 670561"/>
              <a:gd name="connsiteY99" fmla="*/ 353695 h 757555"/>
              <a:gd name="connsiteX100" fmla="*/ 473711 w 670561"/>
              <a:gd name="connsiteY100" fmla="*/ 333375 h 757555"/>
              <a:gd name="connsiteX101" fmla="*/ 478790 w 670561"/>
              <a:gd name="connsiteY101" fmla="*/ 301625 h 757555"/>
              <a:gd name="connsiteX102" fmla="*/ 470536 w 670561"/>
              <a:gd name="connsiteY102" fmla="*/ 281305 h 757555"/>
              <a:gd name="connsiteX103" fmla="*/ 464186 w 670561"/>
              <a:gd name="connsiteY103" fmla="*/ 269875 h 757555"/>
              <a:gd name="connsiteX104" fmla="*/ 454025 w 670561"/>
              <a:gd name="connsiteY104" fmla="*/ 250825 h 757555"/>
              <a:gd name="connsiteX105" fmla="*/ 445771 w 670561"/>
              <a:gd name="connsiteY105" fmla="*/ 243840 h 757555"/>
              <a:gd name="connsiteX106" fmla="*/ 435611 w 670561"/>
              <a:gd name="connsiteY106" fmla="*/ 245745 h 757555"/>
              <a:gd name="connsiteX107" fmla="*/ 425450 w 670561"/>
              <a:gd name="connsiteY107" fmla="*/ 249555 h 757555"/>
              <a:gd name="connsiteX108" fmla="*/ 425450 w 670561"/>
              <a:gd name="connsiteY108" fmla="*/ 255905 h 757555"/>
              <a:gd name="connsiteX109" fmla="*/ 434340 w 670561"/>
              <a:gd name="connsiteY109" fmla="*/ 264795 h 757555"/>
              <a:gd name="connsiteX110" fmla="*/ 432436 w 670561"/>
              <a:gd name="connsiteY110" fmla="*/ 288925 h 757555"/>
              <a:gd name="connsiteX111" fmla="*/ 415925 w 670561"/>
              <a:gd name="connsiteY111" fmla="*/ 280035 h 757555"/>
              <a:gd name="connsiteX112" fmla="*/ 392430 w 670561"/>
              <a:gd name="connsiteY112" fmla="*/ 247650 h 757555"/>
              <a:gd name="connsiteX113" fmla="*/ 379730 w 670561"/>
              <a:gd name="connsiteY113" fmla="*/ 243840 h 757555"/>
              <a:gd name="connsiteX114" fmla="*/ 379730 w 670561"/>
              <a:gd name="connsiteY114" fmla="*/ 246380 h 757555"/>
              <a:gd name="connsiteX115" fmla="*/ 403225 w 670561"/>
              <a:gd name="connsiteY115" fmla="*/ 286385 h 757555"/>
              <a:gd name="connsiteX116" fmla="*/ 421005 w 670561"/>
              <a:gd name="connsiteY116" fmla="*/ 328295 h 757555"/>
              <a:gd name="connsiteX117" fmla="*/ 421005 w 670561"/>
              <a:gd name="connsiteY117" fmla="*/ 336550 h 757555"/>
              <a:gd name="connsiteX118" fmla="*/ 415290 w 670561"/>
              <a:gd name="connsiteY118" fmla="*/ 326390 h 757555"/>
              <a:gd name="connsiteX119" fmla="*/ 412115 w 670561"/>
              <a:gd name="connsiteY119" fmla="*/ 318135 h 757555"/>
              <a:gd name="connsiteX120" fmla="*/ 393065 w 670561"/>
              <a:gd name="connsiteY120" fmla="*/ 320040 h 757555"/>
              <a:gd name="connsiteX121" fmla="*/ 382905 w 670561"/>
              <a:gd name="connsiteY121" fmla="*/ 322580 h 757555"/>
              <a:gd name="connsiteX122" fmla="*/ 386080 w 670561"/>
              <a:gd name="connsiteY122" fmla="*/ 328295 h 757555"/>
              <a:gd name="connsiteX123" fmla="*/ 405130 w 670561"/>
              <a:gd name="connsiteY123" fmla="*/ 336550 h 757555"/>
              <a:gd name="connsiteX124" fmla="*/ 403861 w 670561"/>
              <a:gd name="connsiteY124" fmla="*/ 338455 h 757555"/>
              <a:gd name="connsiteX125" fmla="*/ 396875 w 670561"/>
              <a:gd name="connsiteY125" fmla="*/ 334010 h 757555"/>
              <a:gd name="connsiteX126" fmla="*/ 387986 w 670561"/>
              <a:gd name="connsiteY126" fmla="*/ 337820 h 757555"/>
              <a:gd name="connsiteX127" fmla="*/ 391161 w 670561"/>
              <a:gd name="connsiteY127" fmla="*/ 342900 h 757555"/>
              <a:gd name="connsiteX128" fmla="*/ 414655 w 670561"/>
              <a:gd name="connsiteY128" fmla="*/ 353060 h 757555"/>
              <a:gd name="connsiteX129" fmla="*/ 419736 w 670561"/>
              <a:gd name="connsiteY129" fmla="*/ 358140 h 757555"/>
              <a:gd name="connsiteX130" fmla="*/ 428625 w 670561"/>
              <a:gd name="connsiteY130" fmla="*/ 358140 h 757555"/>
              <a:gd name="connsiteX131" fmla="*/ 473711 w 670561"/>
              <a:gd name="connsiteY131" fmla="*/ 375920 h 757555"/>
              <a:gd name="connsiteX132" fmla="*/ 511811 w 670561"/>
              <a:gd name="connsiteY132" fmla="*/ 399415 h 757555"/>
              <a:gd name="connsiteX133" fmla="*/ 532130 w 670561"/>
              <a:gd name="connsiteY133" fmla="*/ 400050 h 757555"/>
              <a:gd name="connsiteX134" fmla="*/ 533400 w 670561"/>
              <a:gd name="connsiteY134" fmla="*/ 404495 h 757555"/>
              <a:gd name="connsiteX135" fmla="*/ 464821 w 670561"/>
              <a:gd name="connsiteY135" fmla="*/ 389255 h 757555"/>
              <a:gd name="connsiteX136" fmla="*/ 464186 w 670561"/>
              <a:gd name="connsiteY136" fmla="*/ 374015 h 757555"/>
              <a:gd name="connsiteX137" fmla="*/ 455296 w 670561"/>
              <a:gd name="connsiteY137" fmla="*/ 369570 h 757555"/>
              <a:gd name="connsiteX138" fmla="*/ 445136 w 670561"/>
              <a:gd name="connsiteY138" fmla="*/ 368935 h 757555"/>
              <a:gd name="connsiteX139" fmla="*/ 437515 w 670561"/>
              <a:gd name="connsiteY139" fmla="*/ 364490 h 757555"/>
              <a:gd name="connsiteX140" fmla="*/ 433071 w 670561"/>
              <a:gd name="connsiteY140" fmla="*/ 365125 h 757555"/>
              <a:gd name="connsiteX141" fmla="*/ 431165 w 670561"/>
              <a:gd name="connsiteY141" fmla="*/ 368935 h 757555"/>
              <a:gd name="connsiteX142" fmla="*/ 432436 w 670561"/>
              <a:gd name="connsiteY142" fmla="*/ 374015 h 757555"/>
              <a:gd name="connsiteX143" fmla="*/ 440690 w 670561"/>
              <a:gd name="connsiteY143" fmla="*/ 377825 h 757555"/>
              <a:gd name="connsiteX144" fmla="*/ 441325 w 670561"/>
              <a:gd name="connsiteY144" fmla="*/ 380365 h 757555"/>
              <a:gd name="connsiteX145" fmla="*/ 426086 w 670561"/>
              <a:gd name="connsiteY145" fmla="*/ 378460 h 757555"/>
              <a:gd name="connsiteX146" fmla="*/ 426086 w 670561"/>
              <a:gd name="connsiteY146" fmla="*/ 368935 h 757555"/>
              <a:gd name="connsiteX147" fmla="*/ 415925 w 670561"/>
              <a:gd name="connsiteY147" fmla="*/ 361950 h 757555"/>
              <a:gd name="connsiteX148" fmla="*/ 415290 w 670561"/>
              <a:gd name="connsiteY148" fmla="*/ 365125 h 757555"/>
              <a:gd name="connsiteX149" fmla="*/ 413386 w 670561"/>
              <a:gd name="connsiteY149" fmla="*/ 377190 h 757555"/>
              <a:gd name="connsiteX150" fmla="*/ 412750 w 670561"/>
              <a:gd name="connsiteY150" fmla="*/ 393065 h 757555"/>
              <a:gd name="connsiteX151" fmla="*/ 445771 w 670561"/>
              <a:gd name="connsiteY151" fmla="*/ 393065 h 757555"/>
              <a:gd name="connsiteX152" fmla="*/ 445136 w 670561"/>
              <a:gd name="connsiteY152" fmla="*/ 396875 h 757555"/>
              <a:gd name="connsiteX153" fmla="*/ 433705 w 670561"/>
              <a:gd name="connsiteY153" fmla="*/ 403225 h 757555"/>
              <a:gd name="connsiteX154" fmla="*/ 424180 w 670561"/>
              <a:gd name="connsiteY154" fmla="*/ 405130 h 757555"/>
              <a:gd name="connsiteX155" fmla="*/ 379730 w 670561"/>
              <a:gd name="connsiteY155" fmla="*/ 381635 h 757555"/>
              <a:gd name="connsiteX156" fmla="*/ 405130 w 670561"/>
              <a:gd name="connsiteY156" fmla="*/ 358775 h 757555"/>
              <a:gd name="connsiteX157" fmla="*/ 406400 w 670561"/>
              <a:gd name="connsiteY157" fmla="*/ 358775 h 757555"/>
              <a:gd name="connsiteX158" fmla="*/ 405130 w 670561"/>
              <a:gd name="connsiteY158" fmla="*/ 353060 h 757555"/>
              <a:gd name="connsiteX159" fmla="*/ 390525 w 670561"/>
              <a:gd name="connsiteY159" fmla="*/ 349885 h 757555"/>
              <a:gd name="connsiteX160" fmla="*/ 378461 w 670561"/>
              <a:gd name="connsiteY160" fmla="*/ 356870 h 757555"/>
              <a:gd name="connsiteX161" fmla="*/ 374015 w 670561"/>
              <a:gd name="connsiteY161" fmla="*/ 354330 h 757555"/>
              <a:gd name="connsiteX162" fmla="*/ 354965 w 670561"/>
              <a:gd name="connsiteY162" fmla="*/ 352425 h 757555"/>
              <a:gd name="connsiteX163" fmla="*/ 354965 w 670561"/>
              <a:gd name="connsiteY163" fmla="*/ 361950 h 757555"/>
              <a:gd name="connsiteX164" fmla="*/ 365125 w 670561"/>
              <a:gd name="connsiteY164" fmla="*/ 378460 h 757555"/>
              <a:gd name="connsiteX165" fmla="*/ 372746 w 670561"/>
              <a:gd name="connsiteY165" fmla="*/ 384175 h 757555"/>
              <a:gd name="connsiteX166" fmla="*/ 377825 w 670561"/>
              <a:gd name="connsiteY166" fmla="*/ 398145 h 757555"/>
              <a:gd name="connsiteX167" fmla="*/ 371475 w 670561"/>
              <a:gd name="connsiteY167" fmla="*/ 410210 h 757555"/>
              <a:gd name="connsiteX168" fmla="*/ 360046 w 670561"/>
              <a:gd name="connsiteY168" fmla="*/ 431800 h 757555"/>
              <a:gd name="connsiteX169" fmla="*/ 357505 w 670561"/>
              <a:gd name="connsiteY169" fmla="*/ 442595 h 757555"/>
              <a:gd name="connsiteX170" fmla="*/ 359411 w 670561"/>
              <a:gd name="connsiteY170" fmla="*/ 454025 h 757555"/>
              <a:gd name="connsiteX171" fmla="*/ 379730 w 670561"/>
              <a:gd name="connsiteY171" fmla="*/ 436880 h 757555"/>
              <a:gd name="connsiteX172" fmla="*/ 375286 w 670561"/>
              <a:gd name="connsiteY172" fmla="*/ 454025 h 757555"/>
              <a:gd name="connsiteX173" fmla="*/ 372111 w 670561"/>
              <a:gd name="connsiteY173" fmla="*/ 462280 h 757555"/>
              <a:gd name="connsiteX174" fmla="*/ 368300 w 670561"/>
              <a:gd name="connsiteY174" fmla="*/ 474345 h 757555"/>
              <a:gd name="connsiteX175" fmla="*/ 367030 w 670561"/>
              <a:gd name="connsiteY175" fmla="*/ 485775 h 757555"/>
              <a:gd name="connsiteX176" fmla="*/ 368936 w 670561"/>
              <a:gd name="connsiteY176" fmla="*/ 492125 h 757555"/>
              <a:gd name="connsiteX177" fmla="*/ 373380 w 670561"/>
              <a:gd name="connsiteY177" fmla="*/ 490855 h 757555"/>
              <a:gd name="connsiteX178" fmla="*/ 375286 w 670561"/>
              <a:gd name="connsiteY178" fmla="*/ 485140 h 757555"/>
              <a:gd name="connsiteX179" fmla="*/ 382271 w 670561"/>
              <a:gd name="connsiteY179" fmla="*/ 487680 h 757555"/>
              <a:gd name="connsiteX180" fmla="*/ 381636 w 670561"/>
              <a:gd name="connsiteY180" fmla="*/ 492125 h 757555"/>
              <a:gd name="connsiteX181" fmla="*/ 377190 w 670561"/>
              <a:gd name="connsiteY181" fmla="*/ 495300 h 757555"/>
              <a:gd name="connsiteX182" fmla="*/ 382905 w 670561"/>
              <a:gd name="connsiteY182" fmla="*/ 499745 h 757555"/>
              <a:gd name="connsiteX183" fmla="*/ 396875 w 670561"/>
              <a:gd name="connsiteY183" fmla="*/ 499110 h 757555"/>
              <a:gd name="connsiteX184" fmla="*/ 406400 w 670561"/>
              <a:gd name="connsiteY184" fmla="*/ 497840 h 757555"/>
              <a:gd name="connsiteX185" fmla="*/ 410211 w 670561"/>
              <a:gd name="connsiteY185" fmla="*/ 492125 h 757555"/>
              <a:gd name="connsiteX186" fmla="*/ 413386 w 670561"/>
              <a:gd name="connsiteY186" fmla="*/ 488950 h 757555"/>
              <a:gd name="connsiteX187" fmla="*/ 414655 w 670561"/>
              <a:gd name="connsiteY187" fmla="*/ 480695 h 757555"/>
              <a:gd name="connsiteX188" fmla="*/ 415290 w 670561"/>
              <a:gd name="connsiteY188" fmla="*/ 471805 h 757555"/>
              <a:gd name="connsiteX189" fmla="*/ 417830 w 670561"/>
              <a:gd name="connsiteY189" fmla="*/ 462915 h 757555"/>
              <a:gd name="connsiteX190" fmla="*/ 422275 w 670561"/>
              <a:gd name="connsiteY190" fmla="*/ 454025 h 757555"/>
              <a:gd name="connsiteX191" fmla="*/ 427990 w 670561"/>
              <a:gd name="connsiteY191" fmla="*/ 446405 h 757555"/>
              <a:gd name="connsiteX192" fmla="*/ 434975 w 670561"/>
              <a:gd name="connsiteY192" fmla="*/ 439420 h 757555"/>
              <a:gd name="connsiteX193" fmla="*/ 440690 w 670561"/>
              <a:gd name="connsiteY193" fmla="*/ 434975 h 757555"/>
              <a:gd name="connsiteX194" fmla="*/ 447675 w 670561"/>
              <a:gd name="connsiteY194" fmla="*/ 430530 h 757555"/>
              <a:gd name="connsiteX195" fmla="*/ 456565 w 670561"/>
              <a:gd name="connsiteY195" fmla="*/ 425450 h 757555"/>
              <a:gd name="connsiteX196" fmla="*/ 463550 w 670561"/>
              <a:gd name="connsiteY196" fmla="*/ 391160 h 757555"/>
              <a:gd name="connsiteX197" fmla="*/ 478155 w 670561"/>
              <a:gd name="connsiteY197" fmla="*/ 401320 h 757555"/>
              <a:gd name="connsiteX198" fmla="*/ 484505 w 670561"/>
              <a:gd name="connsiteY198" fmla="*/ 436245 h 757555"/>
              <a:gd name="connsiteX199" fmla="*/ 480061 w 670561"/>
              <a:gd name="connsiteY199" fmla="*/ 469265 h 757555"/>
              <a:gd name="connsiteX200" fmla="*/ 482600 w 670561"/>
              <a:gd name="connsiteY200" fmla="*/ 493395 h 757555"/>
              <a:gd name="connsiteX201" fmla="*/ 485140 w 670561"/>
              <a:gd name="connsiteY201" fmla="*/ 514985 h 757555"/>
              <a:gd name="connsiteX202" fmla="*/ 476886 w 670561"/>
              <a:gd name="connsiteY202" fmla="*/ 521335 h 757555"/>
              <a:gd name="connsiteX203" fmla="*/ 473711 w 670561"/>
              <a:gd name="connsiteY203" fmla="*/ 513715 h 757555"/>
              <a:gd name="connsiteX204" fmla="*/ 471171 w 670561"/>
              <a:gd name="connsiteY204" fmla="*/ 521335 h 757555"/>
              <a:gd name="connsiteX205" fmla="*/ 458471 w 670561"/>
              <a:gd name="connsiteY205" fmla="*/ 511175 h 757555"/>
              <a:gd name="connsiteX206" fmla="*/ 463550 w 670561"/>
              <a:gd name="connsiteY206" fmla="*/ 489585 h 757555"/>
              <a:gd name="connsiteX207" fmla="*/ 464821 w 670561"/>
              <a:gd name="connsiteY207" fmla="*/ 462915 h 757555"/>
              <a:gd name="connsiteX208" fmla="*/ 447040 w 670561"/>
              <a:gd name="connsiteY208" fmla="*/ 433705 h 757555"/>
              <a:gd name="connsiteX209" fmla="*/ 438786 w 670561"/>
              <a:gd name="connsiteY209" fmla="*/ 439420 h 757555"/>
              <a:gd name="connsiteX210" fmla="*/ 432436 w 670561"/>
              <a:gd name="connsiteY210" fmla="*/ 445135 h 757555"/>
              <a:gd name="connsiteX211" fmla="*/ 424180 w 670561"/>
              <a:gd name="connsiteY211" fmla="*/ 454025 h 757555"/>
              <a:gd name="connsiteX212" fmla="*/ 416561 w 670561"/>
              <a:gd name="connsiteY212" fmla="*/ 473075 h 757555"/>
              <a:gd name="connsiteX213" fmla="*/ 417196 w 670561"/>
              <a:gd name="connsiteY213" fmla="*/ 483870 h 757555"/>
              <a:gd name="connsiteX214" fmla="*/ 415290 w 670561"/>
              <a:gd name="connsiteY214" fmla="*/ 489585 h 757555"/>
              <a:gd name="connsiteX215" fmla="*/ 409575 w 670561"/>
              <a:gd name="connsiteY215" fmla="*/ 494665 h 757555"/>
              <a:gd name="connsiteX216" fmla="*/ 404496 w 670561"/>
              <a:gd name="connsiteY216" fmla="*/ 501650 h 757555"/>
              <a:gd name="connsiteX217" fmla="*/ 374015 w 670561"/>
              <a:gd name="connsiteY217" fmla="*/ 502920 h 757555"/>
              <a:gd name="connsiteX218" fmla="*/ 361950 w 670561"/>
              <a:gd name="connsiteY218" fmla="*/ 499745 h 757555"/>
              <a:gd name="connsiteX219" fmla="*/ 354965 w 670561"/>
              <a:gd name="connsiteY219" fmla="*/ 483235 h 757555"/>
              <a:gd name="connsiteX220" fmla="*/ 352425 w 670561"/>
              <a:gd name="connsiteY220" fmla="*/ 474980 h 757555"/>
              <a:gd name="connsiteX221" fmla="*/ 349250 w 670561"/>
              <a:gd name="connsiteY221" fmla="*/ 469900 h 757555"/>
              <a:gd name="connsiteX222" fmla="*/ 345440 w 670561"/>
              <a:gd name="connsiteY222" fmla="*/ 468630 h 757555"/>
              <a:gd name="connsiteX223" fmla="*/ 341630 w 670561"/>
              <a:gd name="connsiteY223" fmla="*/ 476250 h 757555"/>
              <a:gd name="connsiteX224" fmla="*/ 341630 w 670561"/>
              <a:gd name="connsiteY224" fmla="*/ 481965 h 757555"/>
              <a:gd name="connsiteX225" fmla="*/ 339090 w 670561"/>
              <a:gd name="connsiteY225" fmla="*/ 495300 h 757555"/>
              <a:gd name="connsiteX226" fmla="*/ 335280 w 670561"/>
              <a:gd name="connsiteY226" fmla="*/ 497840 h 757555"/>
              <a:gd name="connsiteX227" fmla="*/ 332105 w 670561"/>
              <a:gd name="connsiteY227" fmla="*/ 513715 h 757555"/>
              <a:gd name="connsiteX228" fmla="*/ 311150 w 670561"/>
              <a:gd name="connsiteY228" fmla="*/ 521970 h 757555"/>
              <a:gd name="connsiteX229" fmla="*/ 307340 w 670561"/>
              <a:gd name="connsiteY229" fmla="*/ 521970 h 757555"/>
              <a:gd name="connsiteX230" fmla="*/ 305436 w 670561"/>
              <a:gd name="connsiteY230" fmla="*/ 514350 h 757555"/>
              <a:gd name="connsiteX231" fmla="*/ 295911 w 670561"/>
              <a:gd name="connsiteY231" fmla="*/ 516890 h 757555"/>
              <a:gd name="connsiteX232" fmla="*/ 297815 w 670561"/>
              <a:gd name="connsiteY232" fmla="*/ 510540 h 757555"/>
              <a:gd name="connsiteX233" fmla="*/ 311150 w 670561"/>
              <a:gd name="connsiteY233" fmla="*/ 492760 h 757555"/>
              <a:gd name="connsiteX234" fmla="*/ 316865 w 670561"/>
              <a:gd name="connsiteY234" fmla="*/ 483870 h 757555"/>
              <a:gd name="connsiteX235" fmla="*/ 321946 w 670561"/>
              <a:gd name="connsiteY235" fmla="*/ 476885 h 757555"/>
              <a:gd name="connsiteX236" fmla="*/ 323215 w 670561"/>
              <a:gd name="connsiteY236" fmla="*/ 466725 h 757555"/>
              <a:gd name="connsiteX237" fmla="*/ 307340 w 670561"/>
              <a:gd name="connsiteY237" fmla="*/ 478155 h 757555"/>
              <a:gd name="connsiteX238" fmla="*/ 294640 w 670561"/>
              <a:gd name="connsiteY238" fmla="*/ 494665 h 757555"/>
              <a:gd name="connsiteX239" fmla="*/ 275590 w 670561"/>
              <a:gd name="connsiteY239" fmla="*/ 527050 h 757555"/>
              <a:gd name="connsiteX240" fmla="*/ 271780 w 670561"/>
              <a:gd name="connsiteY240" fmla="*/ 529590 h 757555"/>
              <a:gd name="connsiteX241" fmla="*/ 268605 w 670561"/>
              <a:gd name="connsiteY241" fmla="*/ 540385 h 757555"/>
              <a:gd name="connsiteX242" fmla="*/ 243840 w 670561"/>
              <a:gd name="connsiteY242" fmla="*/ 547370 h 757555"/>
              <a:gd name="connsiteX243" fmla="*/ 243205 w 670561"/>
              <a:gd name="connsiteY243" fmla="*/ 539115 h 757555"/>
              <a:gd name="connsiteX244" fmla="*/ 235586 w 670561"/>
              <a:gd name="connsiteY244" fmla="*/ 543560 h 757555"/>
              <a:gd name="connsiteX245" fmla="*/ 235586 w 670561"/>
              <a:gd name="connsiteY245" fmla="*/ 518795 h 757555"/>
              <a:gd name="connsiteX246" fmla="*/ 249555 w 670561"/>
              <a:gd name="connsiteY246" fmla="*/ 507365 h 757555"/>
              <a:gd name="connsiteX247" fmla="*/ 269875 w 670561"/>
              <a:gd name="connsiteY247" fmla="*/ 492760 h 757555"/>
              <a:gd name="connsiteX248" fmla="*/ 273050 w 670561"/>
              <a:gd name="connsiteY248" fmla="*/ 480060 h 757555"/>
              <a:gd name="connsiteX249" fmla="*/ 278765 w 670561"/>
              <a:gd name="connsiteY249" fmla="*/ 467995 h 757555"/>
              <a:gd name="connsiteX250" fmla="*/ 273050 w 670561"/>
              <a:gd name="connsiteY250" fmla="*/ 466090 h 757555"/>
              <a:gd name="connsiteX251" fmla="*/ 266065 w 670561"/>
              <a:gd name="connsiteY251" fmla="*/ 432435 h 757555"/>
              <a:gd name="connsiteX252" fmla="*/ 249555 w 670561"/>
              <a:gd name="connsiteY252" fmla="*/ 454660 h 757555"/>
              <a:gd name="connsiteX253" fmla="*/ 236855 w 670561"/>
              <a:gd name="connsiteY253" fmla="*/ 478155 h 757555"/>
              <a:gd name="connsiteX254" fmla="*/ 219075 w 670561"/>
              <a:gd name="connsiteY254" fmla="*/ 514350 h 757555"/>
              <a:gd name="connsiteX255" fmla="*/ 208915 w 670561"/>
              <a:gd name="connsiteY255" fmla="*/ 549275 h 757555"/>
              <a:gd name="connsiteX256" fmla="*/ 203836 w 670561"/>
              <a:gd name="connsiteY256" fmla="*/ 567055 h 757555"/>
              <a:gd name="connsiteX257" fmla="*/ 177800 w 670561"/>
              <a:gd name="connsiteY257" fmla="*/ 572135 h 757555"/>
              <a:gd name="connsiteX258" fmla="*/ 180975 w 670561"/>
              <a:gd name="connsiteY258" fmla="*/ 560705 h 757555"/>
              <a:gd name="connsiteX259" fmla="*/ 170180 w 670561"/>
              <a:gd name="connsiteY259" fmla="*/ 568960 h 757555"/>
              <a:gd name="connsiteX260" fmla="*/ 180340 w 670561"/>
              <a:gd name="connsiteY260" fmla="*/ 544195 h 757555"/>
              <a:gd name="connsiteX261" fmla="*/ 182246 w 670561"/>
              <a:gd name="connsiteY261" fmla="*/ 540385 h 757555"/>
              <a:gd name="connsiteX262" fmla="*/ 202565 w 670561"/>
              <a:gd name="connsiteY262" fmla="*/ 509270 h 757555"/>
              <a:gd name="connsiteX263" fmla="*/ 212725 w 670561"/>
              <a:gd name="connsiteY263" fmla="*/ 475615 h 757555"/>
              <a:gd name="connsiteX264" fmla="*/ 214630 w 670561"/>
              <a:gd name="connsiteY264" fmla="*/ 441325 h 757555"/>
              <a:gd name="connsiteX265" fmla="*/ 227330 w 670561"/>
              <a:gd name="connsiteY265" fmla="*/ 389255 h 757555"/>
              <a:gd name="connsiteX266" fmla="*/ 237490 w 670561"/>
              <a:gd name="connsiteY266" fmla="*/ 351790 h 757555"/>
              <a:gd name="connsiteX267" fmla="*/ 260986 w 670561"/>
              <a:gd name="connsiteY267" fmla="*/ 303530 h 757555"/>
              <a:gd name="connsiteX268" fmla="*/ 286386 w 670561"/>
              <a:gd name="connsiteY268" fmla="*/ 257175 h 757555"/>
              <a:gd name="connsiteX269" fmla="*/ 311786 w 670561"/>
              <a:gd name="connsiteY269" fmla="*/ 243840 h 757555"/>
              <a:gd name="connsiteX270" fmla="*/ 346075 w 670561"/>
              <a:gd name="connsiteY270" fmla="*/ 217170 h 757555"/>
              <a:gd name="connsiteX271" fmla="*/ 367030 w 670561"/>
              <a:gd name="connsiteY271" fmla="*/ 212725 h 757555"/>
              <a:gd name="connsiteX272" fmla="*/ 409575 w 670561"/>
              <a:gd name="connsiteY272" fmla="*/ 227330 h 757555"/>
              <a:gd name="connsiteX273" fmla="*/ 430530 w 670561"/>
              <a:gd name="connsiteY273" fmla="*/ 231775 h 757555"/>
              <a:gd name="connsiteX274" fmla="*/ 412115 w 670561"/>
              <a:gd name="connsiteY274" fmla="*/ 194310 h 757555"/>
              <a:gd name="connsiteX275" fmla="*/ 352425 w 670561"/>
              <a:gd name="connsiteY275" fmla="*/ 193675 h 757555"/>
              <a:gd name="connsiteX276" fmla="*/ 299721 w 670561"/>
              <a:gd name="connsiteY276" fmla="*/ 163830 h 757555"/>
              <a:gd name="connsiteX277" fmla="*/ 364173 w 670561"/>
              <a:gd name="connsiteY277" fmla="*/ 148193 h 757555"/>
              <a:gd name="connsiteX278" fmla="*/ 247651 w 670561"/>
              <a:gd name="connsiteY278" fmla="*/ 92076 h 757555"/>
              <a:gd name="connsiteX279" fmla="*/ 238761 w 670561"/>
              <a:gd name="connsiteY279" fmla="*/ 93346 h 757555"/>
              <a:gd name="connsiteX280" fmla="*/ 238761 w 670561"/>
              <a:gd name="connsiteY280" fmla="*/ 118746 h 757555"/>
              <a:gd name="connsiteX281" fmla="*/ 248921 w 670561"/>
              <a:gd name="connsiteY281" fmla="*/ 118111 h 757555"/>
              <a:gd name="connsiteX282" fmla="*/ 259716 w 670561"/>
              <a:gd name="connsiteY282" fmla="*/ 103506 h 757555"/>
              <a:gd name="connsiteX283" fmla="*/ 247651 w 670561"/>
              <a:gd name="connsiteY283" fmla="*/ 92076 h 757555"/>
              <a:gd name="connsiteX284" fmla="*/ 66676 w 670561"/>
              <a:gd name="connsiteY284" fmla="*/ 86996 h 757555"/>
              <a:gd name="connsiteX285" fmla="*/ 66676 w 670561"/>
              <a:gd name="connsiteY285" fmla="*/ 154941 h 757555"/>
              <a:gd name="connsiteX286" fmla="*/ 92076 w 670561"/>
              <a:gd name="connsiteY286" fmla="*/ 146051 h 757555"/>
              <a:gd name="connsiteX287" fmla="*/ 92076 w 670561"/>
              <a:gd name="connsiteY287" fmla="*/ 156846 h 757555"/>
              <a:gd name="connsiteX288" fmla="*/ 55881 w 670561"/>
              <a:gd name="connsiteY288" fmla="*/ 169546 h 757555"/>
              <a:gd name="connsiteX289" fmla="*/ 55881 w 670561"/>
              <a:gd name="connsiteY289" fmla="*/ 90806 h 757555"/>
              <a:gd name="connsiteX290" fmla="*/ 66676 w 670561"/>
              <a:gd name="connsiteY290" fmla="*/ 86996 h 757555"/>
              <a:gd name="connsiteX291" fmla="*/ 603251 w 670561"/>
              <a:gd name="connsiteY291" fmla="*/ 86361 h 757555"/>
              <a:gd name="connsiteX292" fmla="*/ 614046 w 670561"/>
              <a:gd name="connsiteY292" fmla="*/ 90171 h 757555"/>
              <a:gd name="connsiteX293" fmla="*/ 614046 w 670561"/>
              <a:gd name="connsiteY293" fmla="*/ 169546 h 757555"/>
              <a:gd name="connsiteX294" fmla="*/ 603251 w 670561"/>
              <a:gd name="connsiteY294" fmla="*/ 165101 h 757555"/>
              <a:gd name="connsiteX295" fmla="*/ 123191 w 670561"/>
              <a:gd name="connsiteY295" fmla="*/ 86361 h 757555"/>
              <a:gd name="connsiteX296" fmla="*/ 120016 w 670561"/>
              <a:gd name="connsiteY296" fmla="*/ 104141 h 757555"/>
              <a:gd name="connsiteX297" fmla="*/ 117476 w 670561"/>
              <a:gd name="connsiteY297" fmla="*/ 118111 h 757555"/>
              <a:gd name="connsiteX298" fmla="*/ 129541 w 670561"/>
              <a:gd name="connsiteY298" fmla="*/ 114936 h 757555"/>
              <a:gd name="connsiteX299" fmla="*/ 126366 w 670561"/>
              <a:gd name="connsiteY299" fmla="*/ 102871 h 757555"/>
              <a:gd name="connsiteX300" fmla="*/ 123191 w 670561"/>
              <a:gd name="connsiteY300" fmla="*/ 86361 h 757555"/>
              <a:gd name="connsiteX301" fmla="*/ 542291 w 670561"/>
              <a:gd name="connsiteY301" fmla="*/ 68581 h 757555"/>
              <a:gd name="connsiteX302" fmla="*/ 553086 w 670561"/>
              <a:gd name="connsiteY302" fmla="*/ 71121 h 757555"/>
              <a:gd name="connsiteX303" fmla="*/ 561341 w 670561"/>
              <a:gd name="connsiteY303" fmla="*/ 92076 h 757555"/>
              <a:gd name="connsiteX304" fmla="*/ 569596 w 670561"/>
              <a:gd name="connsiteY304" fmla="*/ 113031 h 757555"/>
              <a:gd name="connsiteX305" fmla="*/ 575311 w 670561"/>
              <a:gd name="connsiteY305" fmla="*/ 127636 h 757555"/>
              <a:gd name="connsiteX306" fmla="*/ 575311 w 670561"/>
              <a:gd name="connsiteY306" fmla="*/ 111761 h 757555"/>
              <a:gd name="connsiteX307" fmla="*/ 575311 w 670561"/>
              <a:gd name="connsiteY307" fmla="*/ 77471 h 757555"/>
              <a:gd name="connsiteX308" fmla="*/ 586106 w 670561"/>
              <a:gd name="connsiteY308" fmla="*/ 80646 h 757555"/>
              <a:gd name="connsiteX309" fmla="*/ 586106 w 670561"/>
              <a:gd name="connsiteY309" fmla="*/ 158751 h 757555"/>
              <a:gd name="connsiteX310" fmla="*/ 577851 w 670561"/>
              <a:gd name="connsiteY310" fmla="*/ 156211 h 757555"/>
              <a:gd name="connsiteX311" fmla="*/ 568326 w 670561"/>
              <a:gd name="connsiteY311" fmla="*/ 132081 h 757555"/>
              <a:gd name="connsiteX312" fmla="*/ 558801 w 670561"/>
              <a:gd name="connsiteY312" fmla="*/ 108586 h 757555"/>
              <a:gd name="connsiteX313" fmla="*/ 553086 w 670561"/>
              <a:gd name="connsiteY313" fmla="*/ 94616 h 757555"/>
              <a:gd name="connsiteX314" fmla="*/ 553086 w 670561"/>
              <a:gd name="connsiteY314" fmla="*/ 109856 h 757555"/>
              <a:gd name="connsiteX315" fmla="*/ 553086 w 670561"/>
              <a:gd name="connsiteY315" fmla="*/ 149226 h 757555"/>
              <a:gd name="connsiteX316" fmla="*/ 542291 w 670561"/>
              <a:gd name="connsiteY316" fmla="*/ 146686 h 757555"/>
              <a:gd name="connsiteX317" fmla="*/ 128271 w 670561"/>
              <a:gd name="connsiteY317" fmla="*/ 68581 h 757555"/>
              <a:gd name="connsiteX318" fmla="*/ 137796 w 670561"/>
              <a:gd name="connsiteY318" fmla="*/ 105411 h 757555"/>
              <a:gd name="connsiteX319" fmla="*/ 148591 w 670561"/>
              <a:gd name="connsiteY319" fmla="*/ 142241 h 757555"/>
              <a:gd name="connsiteX320" fmla="*/ 136526 w 670561"/>
              <a:gd name="connsiteY320" fmla="*/ 144781 h 757555"/>
              <a:gd name="connsiteX321" fmla="*/ 133986 w 670561"/>
              <a:gd name="connsiteY321" fmla="*/ 134621 h 757555"/>
              <a:gd name="connsiteX322" fmla="*/ 131446 w 670561"/>
              <a:gd name="connsiteY322" fmla="*/ 125096 h 757555"/>
              <a:gd name="connsiteX323" fmla="*/ 114301 w 670561"/>
              <a:gd name="connsiteY323" fmla="*/ 129541 h 757555"/>
              <a:gd name="connsiteX324" fmla="*/ 111761 w 670561"/>
              <a:gd name="connsiteY324" fmla="*/ 140336 h 757555"/>
              <a:gd name="connsiteX325" fmla="*/ 109856 w 670561"/>
              <a:gd name="connsiteY325" fmla="*/ 151131 h 757555"/>
              <a:gd name="connsiteX326" fmla="*/ 97791 w 670561"/>
              <a:gd name="connsiteY326" fmla="*/ 154306 h 757555"/>
              <a:gd name="connsiteX327" fmla="*/ 107316 w 670561"/>
              <a:gd name="connsiteY327" fmla="*/ 112396 h 757555"/>
              <a:gd name="connsiteX328" fmla="*/ 116841 w 670561"/>
              <a:gd name="connsiteY328" fmla="*/ 71121 h 757555"/>
              <a:gd name="connsiteX329" fmla="*/ 128271 w 670561"/>
              <a:gd name="connsiteY329" fmla="*/ 68581 h 757555"/>
              <a:gd name="connsiteX330" fmla="*/ 515621 w 670561"/>
              <a:gd name="connsiteY330" fmla="*/ 62231 h 757555"/>
              <a:gd name="connsiteX331" fmla="*/ 527051 w 670561"/>
              <a:gd name="connsiteY331" fmla="*/ 64771 h 757555"/>
              <a:gd name="connsiteX332" fmla="*/ 527051 w 670561"/>
              <a:gd name="connsiteY332" fmla="*/ 142876 h 757555"/>
              <a:gd name="connsiteX333" fmla="*/ 515621 w 670561"/>
              <a:gd name="connsiteY333" fmla="*/ 140336 h 757555"/>
              <a:gd name="connsiteX334" fmla="*/ 248286 w 670561"/>
              <a:gd name="connsiteY334" fmla="*/ 60326 h 757555"/>
              <a:gd name="connsiteX335" fmla="*/ 239396 w 670561"/>
              <a:gd name="connsiteY335" fmla="*/ 60961 h 757555"/>
              <a:gd name="connsiteX336" fmla="*/ 239396 w 670561"/>
              <a:gd name="connsiteY336" fmla="*/ 82551 h 757555"/>
              <a:gd name="connsiteX337" fmla="*/ 248286 w 670561"/>
              <a:gd name="connsiteY337" fmla="*/ 81281 h 757555"/>
              <a:gd name="connsiteX338" fmla="*/ 258446 w 670561"/>
              <a:gd name="connsiteY338" fmla="*/ 69851 h 757555"/>
              <a:gd name="connsiteX339" fmla="*/ 248286 w 670561"/>
              <a:gd name="connsiteY339" fmla="*/ 60326 h 757555"/>
              <a:gd name="connsiteX340" fmla="*/ 304166 w 670561"/>
              <a:gd name="connsiteY340" fmla="*/ 56516 h 757555"/>
              <a:gd name="connsiteX341" fmla="*/ 294006 w 670561"/>
              <a:gd name="connsiteY341" fmla="*/ 66041 h 757555"/>
              <a:gd name="connsiteX342" fmla="*/ 291466 w 670561"/>
              <a:gd name="connsiteY342" fmla="*/ 86361 h 757555"/>
              <a:gd name="connsiteX343" fmla="*/ 294006 w 670561"/>
              <a:gd name="connsiteY343" fmla="*/ 106681 h 757555"/>
              <a:gd name="connsiteX344" fmla="*/ 304166 w 670561"/>
              <a:gd name="connsiteY344" fmla="*/ 115571 h 757555"/>
              <a:gd name="connsiteX345" fmla="*/ 313691 w 670561"/>
              <a:gd name="connsiteY345" fmla="*/ 106046 h 757555"/>
              <a:gd name="connsiteX346" fmla="*/ 316866 w 670561"/>
              <a:gd name="connsiteY346" fmla="*/ 85726 h 757555"/>
              <a:gd name="connsiteX347" fmla="*/ 314326 w 670561"/>
              <a:gd name="connsiteY347" fmla="*/ 65406 h 757555"/>
              <a:gd name="connsiteX348" fmla="*/ 304166 w 670561"/>
              <a:gd name="connsiteY348" fmla="*/ 56516 h 757555"/>
              <a:gd name="connsiteX349" fmla="*/ 352426 w 670561"/>
              <a:gd name="connsiteY349" fmla="*/ 55881 h 757555"/>
              <a:gd name="connsiteX350" fmla="*/ 352426 w 670561"/>
              <a:gd name="connsiteY350" fmla="*/ 79376 h 757555"/>
              <a:gd name="connsiteX351" fmla="*/ 362586 w 670561"/>
              <a:gd name="connsiteY351" fmla="*/ 79376 h 757555"/>
              <a:gd name="connsiteX352" fmla="*/ 374016 w 670561"/>
              <a:gd name="connsiteY352" fmla="*/ 68581 h 757555"/>
              <a:gd name="connsiteX353" fmla="*/ 362586 w 670561"/>
              <a:gd name="connsiteY353" fmla="*/ 56516 h 757555"/>
              <a:gd name="connsiteX354" fmla="*/ 352426 w 670561"/>
              <a:gd name="connsiteY354" fmla="*/ 55881 h 757555"/>
              <a:gd name="connsiteX355" fmla="*/ 455296 w 670561"/>
              <a:gd name="connsiteY355" fmla="*/ 53341 h 757555"/>
              <a:gd name="connsiteX356" fmla="*/ 466091 w 670561"/>
              <a:gd name="connsiteY356" fmla="*/ 54611 h 757555"/>
              <a:gd name="connsiteX357" fmla="*/ 466091 w 670561"/>
              <a:gd name="connsiteY357" fmla="*/ 85726 h 757555"/>
              <a:gd name="connsiteX358" fmla="*/ 488316 w 670561"/>
              <a:gd name="connsiteY358" fmla="*/ 88901 h 757555"/>
              <a:gd name="connsiteX359" fmla="*/ 488316 w 670561"/>
              <a:gd name="connsiteY359" fmla="*/ 57786 h 757555"/>
              <a:gd name="connsiteX360" fmla="*/ 499111 w 670561"/>
              <a:gd name="connsiteY360" fmla="*/ 59691 h 757555"/>
              <a:gd name="connsiteX361" fmla="*/ 499111 w 670561"/>
              <a:gd name="connsiteY361" fmla="*/ 137796 h 757555"/>
              <a:gd name="connsiteX362" fmla="*/ 488316 w 670561"/>
              <a:gd name="connsiteY362" fmla="*/ 135256 h 757555"/>
              <a:gd name="connsiteX363" fmla="*/ 488316 w 670561"/>
              <a:gd name="connsiteY363" fmla="*/ 99696 h 757555"/>
              <a:gd name="connsiteX364" fmla="*/ 466091 w 670561"/>
              <a:gd name="connsiteY364" fmla="*/ 96521 h 757555"/>
              <a:gd name="connsiteX365" fmla="*/ 466091 w 670561"/>
              <a:gd name="connsiteY365" fmla="*/ 132716 h 757555"/>
              <a:gd name="connsiteX366" fmla="*/ 455296 w 670561"/>
              <a:gd name="connsiteY366" fmla="*/ 131446 h 757555"/>
              <a:gd name="connsiteX367" fmla="*/ 210821 w 670561"/>
              <a:gd name="connsiteY367" fmla="*/ 52706 h 757555"/>
              <a:gd name="connsiteX368" fmla="*/ 210821 w 670561"/>
              <a:gd name="connsiteY368" fmla="*/ 131446 h 757555"/>
              <a:gd name="connsiteX369" fmla="*/ 201296 w 670561"/>
              <a:gd name="connsiteY369" fmla="*/ 132716 h 757555"/>
              <a:gd name="connsiteX370" fmla="*/ 201296 w 670561"/>
              <a:gd name="connsiteY370" fmla="*/ 101601 h 757555"/>
              <a:gd name="connsiteX371" fmla="*/ 201296 w 670561"/>
              <a:gd name="connsiteY371" fmla="*/ 81916 h 757555"/>
              <a:gd name="connsiteX372" fmla="*/ 194946 w 670561"/>
              <a:gd name="connsiteY372" fmla="*/ 102871 h 757555"/>
              <a:gd name="connsiteX373" fmla="*/ 189866 w 670561"/>
              <a:gd name="connsiteY373" fmla="*/ 119381 h 757555"/>
              <a:gd name="connsiteX374" fmla="*/ 184786 w 670561"/>
              <a:gd name="connsiteY374" fmla="*/ 136526 h 757555"/>
              <a:gd name="connsiteX375" fmla="*/ 179706 w 670561"/>
              <a:gd name="connsiteY375" fmla="*/ 121286 h 757555"/>
              <a:gd name="connsiteX376" fmla="*/ 174626 w 670561"/>
              <a:gd name="connsiteY376" fmla="*/ 106046 h 757555"/>
              <a:gd name="connsiteX377" fmla="*/ 168276 w 670561"/>
              <a:gd name="connsiteY377" fmla="*/ 86996 h 757555"/>
              <a:gd name="connsiteX378" fmla="*/ 168276 w 670561"/>
              <a:gd name="connsiteY378" fmla="*/ 106046 h 757555"/>
              <a:gd name="connsiteX379" fmla="*/ 168276 w 670561"/>
              <a:gd name="connsiteY379" fmla="*/ 137161 h 757555"/>
              <a:gd name="connsiteX380" fmla="*/ 158116 w 670561"/>
              <a:gd name="connsiteY380" fmla="*/ 139066 h 757555"/>
              <a:gd name="connsiteX381" fmla="*/ 158116 w 670561"/>
              <a:gd name="connsiteY381" fmla="*/ 61596 h 757555"/>
              <a:gd name="connsiteX382" fmla="*/ 169546 w 670561"/>
              <a:gd name="connsiteY382" fmla="*/ 59056 h 757555"/>
              <a:gd name="connsiteX383" fmla="*/ 174626 w 670561"/>
              <a:gd name="connsiteY383" fmla="*/ 74296 h 757555"/>
              <a:gd name="connsiteX384" fmla="*/ 179706 w 670561"/>
              <a:gd name="connsiteY384" fmla="*/ 89536 h 757555"/>
              <a:gd name="connsiteX385" fmla="*/ 184151 w 670561"/>
              <a:gd name="connsiteY385" fmla="*/ 106046 h 757555"/>
              <a:gd name="connsiteX386" fmla="*/ 189231 w 670561"/>
              <a:gd name="connsiteY386" fmla="*/ 87631 h 757555"/>
              <a:gd name="connsiteX387" fmla="*/ 194311 w 670561"/>
              <a:gd name="connsiteY387" fmla="*/ 70486 h 757555"/>
              <a:gd name="connsiteX388" fmla="*/ 199391 w 670561"/>
              <a:gd name="connsiteY388" fmla="*/ 53976 h 757555"/>
              <a:gd name="connsiteX389" fmla="*/ 210821 w 670561"/>
              <a:gd name="connsiteY389" fmla="*/ 52706 h 757555"/>
              <a:gd name="connsiteX390" fmla="*/ 247016 w 670561"/>
              <a:gd name="connsiteY390" fmla="*/ 49531 h 757555"/>
              <a:gd name="connsiteX391" fmla="*/ 262891 w 670561"/>
              <a:gd name="connsiteY391" fmla="*/ 53341 h 757555"/>
              <a:gd name="connsiteX392" fmla="*/ 269241 w 670561"/>
              <a:gd name="connsiteY392" fmla="*/ 68581 h 757555"/>
              <a:gd name="connsiteX393" fmla="*/ 260351 w 670561"/>
              <a:gd name="connsiteY393" fmla="*/ 85726 h 757555"/>
              <a:gd name="connsiteX394" fmla="*/ 270511 w 670561"/>
              <a:gd name="connsiteY394" fmla="*/ 102871 h 757555"/>
              <a:gd name="connsiteX395" fmla="*/ 264161 w 670561"/>
              <a:gd name="connsiteY395" fmla="*/ 120651 h 757555"/>
              <a:gd name="connsiteX396" fmla="*/ 248286 w 670561"/>
              <a:gd name="connsiteY396" fmla="*/ 127636 h 757555"/>
              <a:gd name="connsiteX397" fmla="*/ 227331 w 670561"/>
              <a:gd name="connsiteY397" fmla="*/ 129541 h 757555"/>
              <a:gd name="connsiteX398" fmla="*/ 227331 w 670561"/>
              <a:gd name="connsiteY398" fmla="*/ 51436 h 757555"/>
              <a:gd name="connsiteX399" fmla="*/ 247016 w 670561"/>
              <a:gd name="connsiteY399" fmla="*/ 49531 h 757555"/>
              <a:gd name="connsiteX400" fmla="*/ 418466 w 670561"/>
              <a:gd name="connsiteY400" fmla="*/ 48261 h 757555"/>
              <a:gd name="connsiteX401" fmla="*/ 440056 w 670561"/>
              <a:gd name="connsiteY401" fmla="*/ 69216 h 757555"/>
              <a:gd name="connsiteX402" fmla="*/ 428626 w 670561"/>
              <a:gd name="connsiteY402" fmla="*/ 71121 h 757555"/>
              <a:gd name="connsiteX403" fmla="*/ 418466 w 670561"/>
              <a:gd name="connsiteY403" fmla="*/ 59056 h 757555"/>
              <a:gd name="connsiteX404" fmla="*/ 408941 w 670561"/>
              <a:gd name="connsiteY404" fmla="*/ 66676 h 757555"/>
              <a:gd name="connsiteX405" fmla="*/ 405766 w 670561"/>
              <a:gd name="connsiteY405" fmla="*/ 87631 h 757555"/>
              <a:gd name="connsiteX406" fmla="*/ 408306 w 670561"/>
              <a:gd name="connsiteY406" fmla="*/ 107316 h 757555"/>
              <a:gd name="connsiteX407" fmla="*/ 419101 w 670561"/>
              <a:gd name="connsiteY407" fmla="*/ 117476 h 757555"/>
              <a:gd name="connsiteX408" fmla="*/ 429261 w 670561"/>
              <a:gd name="connsiteY408" fmla="*/ 104141 h 757555"/>
              <a:gd name="connsiteX409" fmla="*/ 429261 w 670561"/>
              <a:gd name="connsiteY409" fmla="*/ 98426 h 757555"/>
              <a:gd name="connsiteX410" fmla="*/ 420371 w 670561"/>
              <a:gd name="connsiteY410" fmla="*/ 97791 h 757555"/>
              <a:gd name="connsiteX411" fmla="*/ 420371 w 670561"/>
              <a:gd name="connsiteY411" fmla="*/ 86996 h 757555"/>
              <a:gd name="connsiteX412" fmla="*/ 440691 w 670561"/>
              <a:gd name="connsiteY412" fmla="*/ 88901 h 757555"/>
              <a:gd name="connsiteX413" fmla="*/ 440691 w 670561"/>
              <a:gd name="connsiteY413" fmla="*/ 106046 h 757555"/>
              <a:gd name="connsiteX414" fmla="*/ 435611 w 670561"/>
              <a:gd name="connsiteY414" fmla="*/ 122556 h 757555"/>
              <a:gd name="connsiteX415" fmla="*/ 418466 w 670561"/>
              <a:gd name="connsiteY415" fmla="*/ 128906 h 757555"/>
              <a:gd name="connsiteX416" fmla="*/ 400051 w 670561"/>
              <a:gd name="connsiteY416" fmla="*/ 116206 h 757555"/>
              <a:gd name="connsiteX417" fmla="*/ 394336 w 670561"/>
              <a:gd name="connsiteY417" fmla="*/ 87631 h 757555"/>
              <a:gd name="connsiteX418" fmla="*/ 400051 w 670561"/>
              <a:gd name="connsiteY418" fmla="*/ 58421 h 757555"/>
              <a:gd name="connsiteX419" fmla="*/ 418466 w 670561"/>
              <a:gd name="connsiteY419" fmla="*/ 48261 h 757555"/>
              <a:gd name="connsiteX420" fmla="*/ 340996 w 670561"/>
              <a:gd name="connsiteY420" fmla="*/ 46356 h 757555"/>
              <a:gd name="connsiteX421" fmla="*/ 363221 w 670561"/>
              <a:gd name="connsiteY421" fmla="*/ 46991 h 757555"/>
              <a:gd name="connsiteX422" fmla="*/ 378461 w 670561"/>
              <a:gd name="connsiteY422" fmla="*/ 52706 h 757555"/>
              <a:gd name="connsiteX423" fmla="*/ 384811 w 670561"/>
              <a:gd name="connsiteY423" fmla="*/ 69851 h 757555"/>
              <a:gd name="connsiteX424" fmla="*/ 381636 w 670561"/>
              <a:gd name="connsiteY424" fmla="*/ 83186 h 757555"/>
              <a:gd name="connsiteX425" fmla="*/ 372746 w 670561"/>
              <a:gd name="connsiteY425" fmla="*/ 90171 h 757555"/>
              <a:gd name="connsiteX426" fmla="*/ 379096 w 670561"/>
              <a:gd name="connsiteY426" fmla="*/ 108586 h 757555"/>
              <a:gd name="connsiteX427" fmla="*/ 385446 w 670561"/>
              <a:gd name="connsiteY427" fmla="*/ 125731 h 757555"/>
              <a:gd name="connsiteX428" fmla="*/ 373381 w 670561"/>
              <a:gd name="connsiteY428" fmla="*/ 125096 h 757555"/>
              <a:gd name="connsiteX429" fmla="*/ 367031 w 670561"/>
              <a:gd name="connsiteY429" fmla="*/ 107951 h 757555"/>
              <a:gd name="connsiteX430" fmla="*/ 361316 w 670561"/>
              <a:gd name="connsiteY430" fmla="*/ 90806 h 757555"/>
              <a:gd name="connsiteX431" fmla="*/ 351791 w 670561"/>
              <a:gd name="connsiteY431" fmla="*/ 90806 h 757555"/>
              <a:gd name="connsiteX432" fmla="*/ 351791 w 670561"/>
              <a:gd name="connsiteY432" fmla="*/ 125096 h 757555"/>
              <a:gd name="connsiteX433" fmla="*/ 340996 w 670561"/>
              <a:gd name="connsiteY433" fmla="*/ 125096 h 757555"/>
              <a:gd name="connsiteX434" fmla="*/ 304801 w 670561"/>
              <a:gd name="connsiteY434" fmla="*/ 45086 h 757555"/>
              <a:gd name="connsiteX435" fmla="*/ 322581 w 670561"/>
              <a:gd name="connsiteY435" fmla="*/ 56516 h 757555"/>
              <a:gd name="connsiteX436" fmla="*/ 328296 w 670561"/>
              <a:gd name="connsiteY436" fmla="*/ 85091 h 757555"/>
              <a:gd name="connsiteX437" fmla="*/ 322581 w 670561"/>
              <a:gd name="connsiteY437" fmla="*/ 114301 h 757555"/>
              <a:gd name="connsiteX438" fmla="*/ 304166 w 670561"/>
              <a:gd name="connsiteY438" fmla="*/ 126366 h 757555"/>
              <a:gd name="connsiteX439" fmla="*/ 286386 w 670561"/>
              <a:gd name="connsiteY439" fmla="*/ 115571 h 757555"/>
              <a:gd name="connsiteX440" fmla="*/ 280671 w 670561"/>
              <a:gd name="connsiteY440" fmla="*/ 86996 h 757555"/>
              <a:gd name="connsiteX441" fmla="*/ 286386 w 670561"/>
              <a:gd name="connsiteY441" fmla="*/ 57786 h 757555"/>
              <a:gd name="connsiteX442" fmla="*/ 304801 w 670561"/>
              <a:gd name="connsiteY442" fmla="*/ 45086 h 757555"/>
              <a:gd name="connsiteX443" fmla="*/ 335280 w 670561"/>
              <a:gd name="connsiteY443" fmla="*/ 22861 h 757555"/>
              <a:gd name="connsiteX444" fmla="*/ 43180 w 670561"/>
              <a:gd name="connsiteY444" fmla="*/ 73661 h 757555"/>
              <a:gd name="connsiteX445" fmla="*/ 22225 w 670561"/>
              <a:gd name="connsiteY445" fmla="*/ 109221 h 757555"/>
              <a:gd name="connsiteX446" fmla="*/ 320675 w 670561"/>
              <a:gd name="connsiteY446" fmla="*/ 728346 h 757555"/>
              <a:gd name="connsiteX447" fmla="*/ 335280 w 670561"/>
              <a:gd name="connsiteY447" fmla="*/ 735966 h 757555"/>
              <a:gd name="connsiteX448" fmla="*/ 349886 w 670561"/>
              <a:gd name="connsiteY448" fmla="*/ 728346 h 757555"/>
              <a:gd name="connsiteX449" fmla="*/ 648336 w 670561"/>
              <a:gd name="connsiteY449" fmla="*/ 109221 h 757555"/>
              <a:gd name="connsiteX450" fmla="*/ 627380 w 670561"/>
              <a:gd name="connsiteY450" fmla="*/ 73661 h 757555"/>
              <a:gd name="connsiteX451" fmla="*/ 335280 w 670561"/>
              <a:gd name="connsiteY451" fmla="*/ 22861 h 757555"/>
              <a:gd name="connsiteX452" fmla="*/ 335280 w 670561"/>
              <a:gd name="connsiteY452" fmla="*/ 0 h 757555"/>
              <a:gd name="connsiteX453" fmla="*/ 636270 w 670561"/>
              <a:gd name="connsiteY453" fmla="*/ 52705 h 757555"/>
              <a:gd name="connsiteX454" fmla="*/ 670561 w 670561"/>
              <a:gd name="connsiteY454" fmla="*/ 108585 h 757555"/>
              <a:gd name="connsiteX455" fmla="*/ 363220 w 670561"/>
              <a:gd name="connsiteY455" fmla="*/ 746125 h 757555"/>
              <a:gd name="connsiteX456" fmla="*/ 335915 w 670561"/>
              <a:gd name="connsiteY456" fmla="*/ 757555 h 757555"/>
              <a:gd name="connsiteX457" fmla="*/ 308611 w 670561"/>
              <a:gd name="connsiteY457" fmla="*/ 746125 h 757555"/>
              <a:gd name="connsiteX458" fmla="*/ 0 w 670561"/>
              <a:gd name="connsiteY458" fmla="*/ 108585 h 757555"/>
              <a:gd name="connsiteX459" fmla="*/ 34290 w 670561"/>
              <a:gd name="connsiteY459" fmla="*/ 52705 h 757555"/>
              <a:gd name="connsiteX460" fmla="*/ 335280 w 670561"/>
              <a:gd name="connsiteY460" fmla="*/ 0 h 757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Lst>
            <a:rect l="l" t="t" r="r" b="b"/>
            <a:pathLst>
              <a:path w="670561" h="757555">
                <a:moveTo>
                  <a:pt x="225425" y="478155"/>
                </a:moveTo>
                <a:cubicBezTo>
                  <a:pt x="221615" y="480695"/>
                  <a:pt x="221615" y="485140"/>
                  <a:pt x="219711" y="489585"/>
                </a:cubicBezTo>
                <a:cubicBezTo>
                  <a:pt x="217805" y="493395"/>
                  <a:pt x="215265" y="496570"/>
                  <a:pt x="215900" y="501015"/>
                </a:cubicBezTo>
                <a:lnTo>
                  <a:pt x="216536" y="501015"/>
                </a:lnTo>
                <a:cubicBezTo>
                  <a:pt x="221615" y="497205"/>
                  <a:pt x="228600" y="492760"/>
                  <a:pt x="227965" y="483235"/>
                </a:cubicBezTo>
                <a:cubicBezTo>
                  <a:pt x="227965" y="481330"/>
                  <a:pt x="225425" y="478155"/>
                  <a:pt x="225425" y="478155"/>
                </a:cubicBezTo>
                <a:close/>
                <a:moveTo>
                  <a:pt x="295275" y="471805"/>
                </a:moveTo>
                <a:cubicBezTo>
                  <a:pt x="293371" y="474345"/>
                  <a:pt x="291465" y="476250"/>
                  <a:pt x="290830" y="478790"/>
                </a:cubicBezTo>
                <a:cubicBezTo>
                  <a:pt x="289561" y="481330"/>
                  <a:pt x="286386" y="482600"/>
                  <a:pt x="288290" y="485140"/>
                </a:cubicBezTo>
                <a:cubicBezTo>
                  <a:pt x="298450" y="485775"/>
                  <a:pt x="297180" y="479425"/>
                  <a:pt x="299721" y="473075"/>
                </a:cubicBezTo>
                <a:cubicBezTo>
                  <a:pt x="298450" y="471170"/>
                  <a:pt x="297815" y="470535"/>
                  <a:pt x="295275" y="471805"/>
                </a:cubicBezTo>
                <a:close/>
                <a:moveTo>
                  <a:pt x="385446" y="413385"/>
                </a:moveTo>
                <a:cubicBezTo>
                  <a:pt x="387350" y="418465"/>
                  <a:pt x="389255" y="425450"/>
                  <a:pt x="395605" y="426720"/>
                </a:cubicBezTo>
                <a:cubicBezTo>
                  <a:pt x="395605" y="428625"/>
                  <a:pt x="393700" y="429895"/>
                  <a:pt x="391796" y="429895"/>
                </a:cubicBezTo>
                <a:cubicBezTo>
                  <a:pt x="388621" y="430530"/>
                  <a:pt x="386080" y="427355"/>
                  <a:pt x="384175" y="424815"/>
                </a:cubicBezTo>
                <a:cubicBezTo>
                  <a:pt x="382271" y="421640"/>
                  <a:pt x="382905" y="417830"/>
                  <a:pt x="384175" y="414020"/>
                </a:cubicBezTo>
                <a:close/>
                <a:moveTo>
                  <a:pt x="467361" y="408940"/>
                </a:moveTo>
                <a:cubicBezTo>
                  <a:pt x="466725" y="408940"/>
                  <a:pt x="465455" y="412750"/>
                  <a:pt x="462915" y="417195"/>
                </a:cubicBezTo>
                <a:cubicBezTo>
                  <a:pt x="459740" y="423545"/>
                  <a:pt x="455930" y="425450"/>
                  <a:pt x="456565" y="427990"/>
                </a:cubicBezTo>
                <a:cubicBezTo>
                  <a:pt x="457200" y="430530"/>
                  <a:pt x="466725" y="445770"/>
                  <a:pt x="467361" y="445770"/>
                </a:cubicBezTo>
                <a:cubicBezTo>
                  <a:pt x="467996" y="446405"/>
                  <a:pt x="471805" y="447040"/>
                  <a:pt x="473075" y="443865"/>
                </a:cubicBezTo>
                <a:cubicBezTo>
                  <a:pt x="474346" y="440690"/>
                  <a:pt x="474346" y="435610"/>
                  <a:pt x="474346" y="432435"/>
                </a:cubicBezTo>
                <a:cubicBezTo>
                  <a:pt x="474346" y="429260"/>
                  <a:pt x="473711" y="423545"/>
                  <a:pt x="473075" y="418465"/>
                </a:cubicBezTo>
                <a:cubicBezTo>
                  <a:pt x="472440" y="414655"/>
                  <a:pt x="469900" y="408940"/>
                  <a:pt x="467361" y="408940"/>
                </a:cubicBezTo>
                <a:close/>
                <a:moveTo>
                  <a:pt x="332740" y="344805"/>
                </a:moveTo>
                <a:cubicBezTo>
                  <a:pt x="326390" y="344805"/>
                  <a:pt x="323850" y="349250"/>
                  <a:pt x="322580" y="349885"/>
                </a:cubicBezTo>
                <a:cubicBezTo>
                  <a:pt x="320040" y="352425"/>
                  <a:pt x="320040" y="356235"/>
                  <a:pt x="315596" y="359410"/>
                </a:cubicBezTo>
                <a:cubicBezTo>
                  <a:pt x="311150" y="362585"/>
                  <a:pt x="305436" y="365760"/>
                  <a:pt x="300355" y="364490"/>
                </a:cubicBezTo>
                <a:cubicBezTo>
                  <a:pt x="292100" y="362585"/>
                  <a:pt x="291465" y="353060"/>
                  <a:pt x="281940" y="357505"/>
                </a:cubicBezTo>
                <a:cubicBezTo>
                  <a:pt x="275590" y="360680"/>
                  <a:pt x="273686" y="365760"/>
                  <a:pt x="272415" y="368300"/>
                </a:cubicBezTo>
                <a:cubicBezTo>
                  <a:pt x="270511" y="371475"/>
                  <a:pt x="267336" y="378460"/>
                  <a:pt x="260350" y="373380"/>
                </a:cubicBezTo>
                <a:cubicBezTo>
                  <a:pt x="256540" y="370840"/>
                  <a:pt x="255271" y="365760"/>
                  <a:pt x="249555" y="369570"/>
                </a:cubicBezTo>
                <a:cubicBezTo>
                  <a:pt x="244475" y="374650"/>
                  <a:pt x="243205" y="393065"/>
                  <a:pt x="240030" y="397510"/>
                </a:cubicBezTo>
                <a:cubicBezTo>
                  <a:pt x="233046" y="408940"/>
                  <a:pt x="229236" y="424180"/>
                  <a:pt x="228600" y="426720"/>
                </a:cubicBezTo>
                <a:cubicBezTo>
                  <a:pt x="228600" y="426720"/>
                  <a:pt x="227330" y="432435"/>
                  <a:pt x="226696" y="434975"/>
                </a:cubicBezTo>
                <a:cubicBezTo>
                  <a:pt x="226061" y="437515"/>
                  <a:pt x="223521" y="454025"/>
                  <a:pt x="227965" y="455295"/>
                </a:cubicBezTo>
                <a:cubicBezTo>
                  <a:pt x="235586" y="457200"/>
                  <a:pt x="247015" y="438785"/>
                  <a:pt x="248921" y="436245"/>
                </a:cubicBezTo>
                <a:cubicBezTo>
                  <a:pt x="256540" y="428625"/>
                  <a:pt x="257811" y="424180"/>
                  <a:pt x="259715" y="421005"/>
                </a:cubicBezTo>
                <a:cubicBezTo>
                  <a:pt x="262255" y="417830"/>
                  <a:pt x="266700" y="416560"/>
                  <a:pt x="270511" y="417195"/>
                </a:cubicBezTo>
                <a:cubicBezTo>
                  <a:pt x="271780" y="417195"/>
                  <a:pt x="281305" y="417830"/>
                  <a:pt x="286386" y="419100"/>
                </a:cubicBezTo>
                <a:cubicBezTo>
                  <a:pt x="291465" y="419735"/>
                  <a:pt x="293371" y="420370"/>
                  <a:pt x="300355" y="422275"/>
                </a:cubicBezTo>
                <a:cubicBezTo>
                  <a:pt x="302261" y="422910"/>
                  <a:pt x="302261" y="424815"/>
                  <a:pt x="300990" y="425450"/>
                </a:cubicBezTo>
                <a:cubicBezTo>
                  <a:pt x="296546" y="427355"/>
                  <a:pt x="294005" y="427355"/>
                  <a:pt x="291465" y="427990"/>
                </a:cubicBezTo>
                <a:cubicBezTo>
                  <a:pt x="288290" y="428625"/>
                  <a:pt x="286386" y="431165"/>
                  <a:pt x="285750" y="432435"/>
                </a:cubicBezTo>
                <a:cubicBezTo>
                  <a:pt x="284480" y="435610"/>
                  <a:pt x="282575" y="441325"/>
                  <a:pt x="281940" y="443865"/>
                </a:cubicBezTo>
                <a:cubicBezTo>
                  <a:pt x="281305" y="446405"/>
                  <a:pt x="279400" y="453390"/>
                  <a:pt x="282575" y="456565"/>
                </a:cubicBezTo>
                <a:cubicBezTo>
                  <a:pt x="284480" y="458470"/>
                  <a:pt x="290196" y="459105"/>
                  <a:pt x="294640" y="459740"/>
                </a:cubicBezTo>
                <a:cubicBezTo>
                  <a:pt x="299721" y="459740"/>
                  <a:pt x="318136" y="457835"/>
                  <a:pt x="319405" y="457835"/>
                </a:cubicBezTo>
                <a:cubicBezTo>
                  <a:pt x="323850" y="457835"/>
                  <a:pt x="328930" y="457835"/>
                  <a:pt x="333375" y="457835"/>
                </a:cubicBezTo>
                <a:cubicBezTo>
                  <a:pt x="335280" y="457835"/>
                  <a:pt x="346711" y="457835"/>
                  <a:pt x="346075" y="453390"/>
                </a:cubicBezTo>
                <a:cubicBezTo>
                  <a:pt x="345440" y="450850"/>
                  <a:pt x="340996" y="440690"/>
                  <a:pt x="339725" y="438785"/>
                </a:cubicBezTo>
                <a:cubicBezTo>
                  <a:pt x="335280" y="430530"/>
                  <a:pt x="332740" y="429260"/>
                  <a:pt x="329565" y="421005"/>
                </a:cubicBezTo>
                <a:cubicBezTo>
                  <a:pt x="327661" y="415290"/>
                  <a:pt x="328930" y="412750"/>
                  <a:pt x="329565" y="409575"/>
                </a:cubicBezTo>
                <a:cubicBezTo>
                  <a:pt x="330836" y="406400"/>
                  <a:pt x="333375" y="401320"/>
                  <a:pt x="339725" y="395605"/>
                </a:cubicBezTo>
                <a:cubicBezTo>
                  <a:pt x="354330" y="383540"/>
                  <a:pt x="355600" y="381635"/>
                  <a:pt x="350521" y="369570"/>
                </a:cubicBezTo>
                <a:cubicBezTo>
                  <a:pt x="343536" y="357505"/>
                  <a:pt x="345440" y="356235"/>
                  <a:pt x="342900" y="351155"/>
                </a:cubicBezTo>
                <a:cubicBezTo>
                  <a:pt x="340996" y="346075"/>
                  <a:pt x="337821" y="344805"/>
                  <a:pt x="332740" y="344805"/>
                </a:cubicBezTo>
                <a:close/>
                <a:moveTo>
                  <a:pt x="292736" y="310515"/>
                </a:moveTo>
                <a:cubicBezTo>
                  <a:pt x="288290" y="312420"/>
                  <a:pt x="289561" y="317500"/>
                  <a:pt x="288925" y="321310"/>
                </a:cubicBezTo>
                <a:cubicBezTo>
                  <a:pt x="285115" y="325755"/>
                  <a:pt x="280036" y="330200"/>
                  <a:pt x="281305" y="336550"/>
                </a:cubicBezTo>
                <a:cubicBezTo>
                  <a:pt x="281940" y="340995"/>
                  <a:pt x="285750" y="343535"/>
                  <a:pt x="289561" y="345440"/>
                </a:cubicBezTo>
                <a:cubicBezTo>
                  <a:pt x="297180" y="346710"/>
                  <a:pt x="304800" y="346075"/>
                  <a:pt x="313055" y="343535"/>
                </a:cubicBezTo>
                <a:lnTo>
                  <a:pt x="313055" y="341630"/>
                </a:lnTo>
                <a:cubicBezTo>
                  <a:pt x="306071" y="335280"/>
                  <a:pt x="297180" y="327660"/>
                  <a:pt x="295275" y="316865"/>
                </a:cubicBezTo>
                <a:cubicBezTo>
                  <a:pt x="294005" y="314325"/>
                  <a:pt x="296546" y="310515"/>
                  <a:pt x="292736" y="310515"/>
                </a:cubicBezTo>
                <a:close/>
                <a:moveTo>
                  <a:pt x="370096" y="267692"/>
                </a:moveTo>
                <a:cubicBezTo>
                  <a:pt x="367467" y="268685"/>
                  <a:pt x="366395" y="271145"/>
                  <a:pt x="368300" y="274955"/>
                </a:cubicBezTo>
                <a:cubicBezTo>
                  <a:pt x="369571" y="279400"/>
                  <a:pt x="363855" y="274320"/>
                  <a:pt x="361315" y="274955"/>
                </a:cubicBezTo>
                <a:cubicBezTo>
                  <a:pt x="351155" y="276860"/>
                  <a:pt x="350521" y="285115"/>
                  <a:pt x="354965" y="288290"/>
                </a:cubicBezTo>
                <a:cubicBezTo>
                  <a:pt x="363855" y="292100"/>
                  <a:pt x="366396" y="283210"/>
                  <a:pt x="372111" y="289560"/>
                </a:cubicBezTo>
                <a:cubicBezTo>
                  <a:pt x="372746" y="290195"/>
                  <a:pt x="373380" y="291465"/>
                  <a:pt x="374015" y="292735"/>
                </a:cubicBezTo>
                <a:cubicBezTo>
                  <a:pt x="374015" y="299720"/>
                  <a:pt x="382905" y="297815"/>
                  <a:pt x="387350" y="303530"/>
                </a:cubicBezTo>
                <a:cubicBezTo>
                  <a:pt x="391161" y="305435"/>
                  <a:pt x="393700" y="301625"/>
                  <a:pt x="397511" y="301625"/>
                </a:cubicBezTo>
                <a:cubicBezTo>
                  <a:pt x="399892" y="274955"/>
                  <a:pt x="377984" y="264716"/>
                  <a:pt x="370096" y="267692"/>
                </a:cubicBezTo>
                <a:close/>
                <a:moveTo>
                  <a:pt x="371475" y="225425"/>
                </a:moveTo>
                <a:cubicBezTo>
                  <a:pt x="370205" y="225425"/>
                  <a:pt x="368300" y="224790"/>
                  <a:pt x="367665" y="226695"/>
                </a:cubicBezTo>
                <a:cubicBezTo>
                  <a:pt x="370205" y="229235"/>
                  <a:pt x="372746" y="236220"/>
                  <a:pt x="374650" y="235585"/>
                </a:cubicBezTo>
                <a:cubicBezTo>
                  <a:pt x="377190" y="236220"/>
                  <a:pt x="376555" y="233680"/>
                  <a:pt x="379096" y="234315"/>
                </a:cubicBezTo>
                <a:cubicBezTo>
                  <a:pt x="379730" y="233045"/>
                  <a:pt x="375921" y="226695"/>
                  <a:pt x="371475" y="225425"/>
                </a:cubicBezTo>
                <a:close/>
                <a:moveTo>
                  <a:pt x="353696" y="160655"/>
                </a:moveTo>
                <a:cubicBezTo>
                  <a:pt x="352425" y="161290"/>
                  <a:pt x="351155" y="163195"/>
                  <a:pt x="351155" y="164465"/>
                </a:cubicBezTo>
                <a:cubicBezTo>
                  <a:pt x="355600" y="168275"/>
                  <a:pt x="362586" y="167640"/>
                  <a:pt x="365761" y="165735"/>
                </a:cubicBezTo>
                <a:cubicBezTo>
                  <a:pt x="361950" y="163195"/>
                  <a:pt x="356871" y="160655"/>
                  <a:pt x="353696" y="160655"/>
                </a:cubicBezTo>
                <a:close/>
                <a:moveTo>
                  <a:pt x="364173" y="148193"/>
                </a:moveTo>
                <a:cubicBezTo>
                  <a:pt x="386081" y="150813"/>
                  <a:pt x="404813" y="158433"/>
                  <a:pt x="409575" y="162560"/>
                </a:cubicBezTo>
                <a:cubicBezTo>
                  <a:pt x="410846" y="163830"/>
                  <a:pt x="405130" y="169545"/>
                  <a:pt x="378461" y="161290"/>
                </a:cubicBezTo>
                <a:cubicBezTo>
                  <a:pt x="374015" y="160655"/>
                  <a:pt x="370840" y="160655"/>
                  <a:pt x="367030" y="162560"/>
                </a:cubicBezTo>
                <a:cubicBezTo>
                  <a:pt x="367030" y="162560"/>
                  <a:pt x="373380" y="168275"/>
                  <a:pt x="381636" y="167005"/>
                </a:cubicBezTo>
                <a:cubicBezTo>
                  <a:pt x="383540" y="167005"/>
                  <a:pt x="394336" y="168910"/>
                  <a:pt x="386080" y="172085"/>
                </a:cubicBezTo>
                <a:cubicBezTo>
                  <a:pt x="354330" y="182880"/>
                  <a:pt x="335915" y="160655"/>
                  <a:pt x="321946" y="159385"/>
                </a:cubicBezTo>
                <a:cubicBezTo>
                  <a:pt x="314961" y="158115"/>
                  <a:pt x="296546" y="175260"/>
                  <a:pt x="312421" y="179705"/>
                </a:cubicBezTo>
                <a:cubicBezTo>
                  <a:pt x="353696" y="190500"/>
                  <a:pt x="391796" y="181610"/>
                  <a:pt x="427355" y="186690"/>
                </a:cubicBezTo>
                <a:cubicBezTo>
                  <a:pt x="440690" y="188595"/>
                  <a:pt x="454025" y="197485"/>
                  <a:pt x="459105" y="210820"/>
                </a:cubicBezTo>
                <a:cubicBezTo>
                  <a:pt x="462915" y="224155"/>
                  <a:pt x="459740" y="228600"/>
                  <a:pt x="454661" y="238760"/>
                </a:cubicBezTo>
                <a:cubicBezTo>
                  <a:pt x="462280" y="249555"/>
                  <a:pt x="466725" y="255905"/>
                  <a:pt x="470536" y="267970"/>
                </a:cubicBezTo>
                <a:cubicBezTo>
                  <a:pt x="481330" y="279400"/>
                  <a:pt x="487046" y="293370"/>
                  <a:pt x="487680" y="307340"/>
                </a:cubicBezTo>
                <a:cubicBezTo>
                  <a:pt x="487680" y="323215"/>
                  <a:pt x="482600" y="328930"/>
                  <a:pt x="484505" y="337185"/>
                </a:cubicBezTo>
                <a:cubicBezTo>
                  <a:pt x="488315" y="353060"/>
                  <a:pt x="490855" y="351155"/>
                  <a:pt x="486411" y="368300"/>
                </a:cubicBezTo>
                <a:cubicBezTo>
                  <a:pt x="480696" y="367030"/>
                  <a:pt x="476886" y="367030"/>
                  <a:pt x="476886" y="367030"/>
                </a:cubicBezTo>
                <a:cubicBezTo>
                  <a:pt x="477521" y="362585"/>
                  <a:pt x="478790" y="355600"/>
                  <a:pt x="478155" y="353695"/>
                </a:cubicBezTo>
                <a:cubicBezTo>
                  <a:pt x="477521" y="350520"/>
                  <a:pt x="472440" y="340360"/>
                  <a:pt x="473711" y="333375"/>
                </a:cubicBezTo>
                <a:cubicBezTo>
                  <a:pt x="474980" y="323850"/>
                  <a:pt x="480696" y="311785"/>
                  <a:pt x="478790" y="301625"/>
                </a:cubicBezTo>
                <a:cubicBezTo>
                  <a:pt x="476886" y="292735"/>
                  <a:pt x="474980" y="285750"/>
                  <a:pt x="470536" y="281305"/>
                </a:cubicBezTo>
                <a:cubicBezTo>
                  <a:pt x="467996" y="277495"/>
                  <a:pt x="464821" y="273685"/>
                  <a:pt x="464186" y="269875"/>
                </a:cubicBezTo>
                <a:cubicBezTo>
                  <a:pt x="461646" y="260350"/>
                  <a:pt x="455930" y="254000"/>
                  <a:pt x="454025" y="250825"/>
                </a:cubicBezTo>
                <a:cubicBezTo>
                  <a:pt x="450215" y="243840"/>
                  <a:pt x="450215" y="243205"/>
                  <a:pt x="445771" y="243840"/>
                </a:cubicBezTo>
                <a:cubicBezTo>
                  <a:pt x="442596" y="244475"/>
                  <a:pt x="435611" y="245745"/>
                  <a:pt x="435611" y="245745"/>
                </a:cubicBezTo>
                <a:cubicBezTo>
                  <a:pt x="431165" y="247015"/>
                  <a:pt x="428625" y="247015"/>
                  <a:pt x="425450" y="249555"/>
                </a:cubicBezTo>
                <a:cubicBezTo>
                  <a:pt x="423546" y="251460"/>
                  <a:pt x="423546" y="254000"/>
                  <a:pt x="425450" y="255905"/>
                </a:cubicBezTo>
                <a:cubicBezTo>
                  <a:pt x="428625" y="259080"/>
                  <a:pt x="434340" y="259080"/>
                  <a:pt x="434340" y="264795"/>
                </a:cubicBezTo>
                <a:cubicBezTo>
                  <a:pt x="431165" y="276225"/>
                  <a:pt x="447040" y="285115"/>
                  <a:pt x="432436" y="288925"/>
                </a:cubicBezTo>
                <a:cubicBezTo>
                  <a:pt x="425450" y="289560"/>
                  <a:pt x="421640" y="285750"/>
                  <a:pt x="415925" y="280035"/>
                </a:cubicBezTo>
                <a:cubicBezTo>
                  <a:pt x="408305" y="264795"/>
                  <a:pt x="402590" y="258445"/>
                  <a:pt x="392430" y="247650"/>
                </a:cubicBezTo>
                <a:cubicBezTo>
                  <a:pt x="389255" y="246380"/>
                  <a:pt x="382905" y="241935"/>
                  <a:pt x="379730" y="243840"/>
                </a:cubicBezTo>
                <a:lnTo>
                  <a:pt x="379730" y="246380"/>
                </a:lnTo>
                <a:cubicBezTo>
                  <a:pt x="389255" y="263525"/>
                  <a:pt x="394971" y="269875"/>
                  <a:pt x="403225" y="286385"/>
                </a:cubicBezTo>
                <a:cubicBezTo>
                  <a:pt x="412115" y="304800"/>
                  <a:pt x="414655" y="311150"/>
                  <a:pt x="421005" y="328295"/>
                </a:cubicBezTo>
                <a:cubicBezTo>
                  <a:pt x="422275" y="332105"/>
                  <a:pt x="422275" y="335280"/>
                  <a:pt x="421005" y="336550"/>
                </a:cubicBezTo>
                <a:cubicBezTo>
                  <a:pt x="419100" y="336550"/>
                  <a:pt x="417196" y="329565"/>
                  <a:pt x="415290" y="326390"/>
                </a:cubicBezTo>
                <a:cubicBezTo>
                  <a:pt x="413386" y="322580"/>
                  <a:pt x="413386" y="320675"/>
                  <a:pt x="412115" y="318135"/>
                </a:cubicBezTo>
                <a:cubicBezTo>
                  <a:pt x="403861" y="303530"/>
                  <a:pt x="401321" y="318770"/>
                  <a:pt x="393065" y="320040"/>
                </a:cubicBezTo>
                <a:cubicBezTo>
                  <a:pt x="389255" y="321310"/>
                  <a:pt x="383540" y="315595"/>
                  <a:pt x="382905" y="322580"/>
                </a:cubicBezTo>
                <a:cubicBezTo>
                  <a:pt x="381636" y="325120"/>
                  <a:pt x="383540" y="328295"/>
                  <a:pt x="386080" y="328295"/>
                </a:cubicBezTo>
                <a:cubicBezTo>
                  <a:pt x="393065" y="328295"/>
                  <a:pt x="400686" y="330835"/>
                  <a:pt x="405130" y="336550"/>
                </a:cubicBezTo>
                <a:cubicBezTo>
                  <a:pt x="405130" y="337185"/>
                  <a:pt x="405130" y="338455"/>
                  <a:pt x="403861" y="338455"/>
                </a:cubicBezTo>
                <a:cubicBezTo>
                  <a:pt x="400686" y="337185"/>
                  <a:pt x="400686" y="334010"/>
                  <a:pt x="396875" y="334010"/>
                </a:cubicBezTo>
                <a:cubicBezTo>
                  <a:pt x="394336" y="334645"/>
                  <a:pt x="387350" y="334010"/>
                  <a:pt x="387986" y="337820"/>
                </a:cubicBezTo>
                <a:cubicBezTo>
                  <a:pt x="389255" y="340995"/>
                  <a:pt x="387986" y="341630"/>
                  <a:pt x="391161" y="342900"/>
                </a:cubicBezTo>
                <a:cubicBezTo>
                  <a:pt x="400050" y="342900"/>
                  <a:pt x="408940" y="344805"/>
                  <a:pt x="414655" y="353060"/>
                </a:cubicBezTo>
                <a:cubicBezTo>
                  <a:pt x="415925" y="355600"/>
                  <a:pt x="416561" y="358140"/>
                  <a:pt x="419736" y="358140"/>
                </a:cubicBezTo>
                <a:lnTo>
                  <a:pt x="428625" y="358140"/>
                </a:lnTo>
                <a:cubicBezTo>
                  <a:pt x="453390" y="356870"/>
                  <a:pt x="473075" y="371475"/>
                  <a:pt x="473711" y="375920"/>
                </a:cubicBezTo>
                <a:cubicBezTo>
                  <a:pt x="492125" y="372110"/>
                  <a:pt x="497840" y="393700"/>
                  <a:pt x="511811" y="399415"/>
                </a:cubicBezTo>
                <a:cubicBezTo>
                  <a:pt x="518161" y="401955"/>
                  <a:pt x="525146" y="403225"/>
                  <a:pt x="532130" y="400050"/>
                </a:cubicBezTo>
                <a:cubicBezTo>
                  <a:pt x="538480" y="397510"/>
                  <a:pt x="541021" y="398780"/>
                  <a:pt x="533400" y="404495"/>
                </a:cubicBezTo>
                <a:cubicBezTo>
                  <a:pt x="499111" y="427990"/>
                  <a:pt x="477521" y="390525"/>
                  <a:pt x="464821" y="389255"/>
                </a:cubicBezTo>
                <a:cubicBezTo>
                  <a:pt x="465455" y="385445"/>
                  <a:pt x="469900" y="377825"/>
                  <a:pt x="464186" y="374015"/>
                </a:cubicBezTo>
                <a:cubicBezTo>
                  <a:pt x="462280" y="372745"/>
                  <a:pt x="459740" y="377190"/>
                  <a:pt x="455296" y="369570"/>
                </a:cubicBezTo>
                <a:cubicBezTo>
                  <a:pt x="452755" y="365125"/>
                  <a:pt x="448946" y="372110"/>
                  <a:pt x="445136" y="368935"/>
                </a:cubicBezTo>
                <a:cubicBezTo>
                  <a:pt x="442596" y="367030"/>
                  <a:pt x="440690" y="363855"/>
                  <a:pt x="437515" y="364490"/>
                </a:cubicBezTo>
                <a:cubicBezTo>
                  <a:pt x="434975" y="364490"/>
                  <a:pt x="434340" y="363855"/>
                  <a:pt x="433071" y="365125"/>
                </a:cubicBezTo>
                <a:cubicBezTo>
                  <a:pt x="431800" y="365760"/>
                  <a:pt x="431800" y="366395"/>
                  <a:pt x="431165" y="368935"/>
                </a:cubicBezTo>
                <a:cubicBezTo>
                  <a:pt x="430530" y="370205"/>
                  <a:pt x="430530" y="373380"/>
                  <a:pt x="432436" y="374015"/>
                </a:cubicBezTo>
                <a:cubicBezTo>
                  <a:pt x="433705" y="374650"/>
                  <a:pt x="435611" y="376555"/>
                  <a:pt x="440690" y="377825"/>
                </a:cubicBezTo>
                <a:cubicBezTo>
                  <a:pt x="441961" y="377825"/>
                  <a:pt x="441325" y="379095"/>
                  <a:pt x="441325" y="380365"/>
                </a:cubicBezTo>
                <a:cubicBezTo>
                  <a:pt x="436246" y="383540"/>
                  <a:pt x="430530" y="381000"/>
                  <a:pt x="426086" y="378460"/>
                </a:cubicBezTo>
                <a:cubicBezTo>
                  <a:pt x="427355" y="374650"/>
                  <a:pt x="427355" y="372745"/>
                  <a:pt x="426086" y="368935"/>
                </a:cubicBezTo>
                <a:cubicBezTo>
                  <a:pt x="424815" y="364490"/>
                  <a:pt x="419736" y="362585"/>
                  <a:pt x="415925" y="361950"/>
                </a:cubicBezTo>
                <a:cubicBezTo>
                  <a:pt x="414655" y="363220"/>
                  <a:pt x="415290" y="363855"/>
                  <a:pt x="415290" y="365125"/>
                </a:cubicBezTo>
                <a:cubicBezTo>
                  <a:pt x="419100" y="370205"/>
                  <a:pt x="416561" y="377825"/>
                  <a:pt x="413386" y="377190"/>
                </a:cubicBezTo>
                <a:cubicBezTo>
                  <a:pt x="396875" y="374015"/>
                  <a:pt x="400686" y="389255"/>
                  <a:pt x="412750" y="393065"/>
                </a:cubicBezTo>
                <a:cubicBezTo>
                  <a:pt x="425450" y="397510"/>
                  <a:pt x="434340" y="398145"/>
                  <a:pt x="445771" y="393065"/>
                </a:cubicBezTo>
                <a:cubicBezTo>
                  <a:pt x="447675" y="391795"/>
                  <a:pt x="448311" y="393065"/>
                  <a:pt x="445136" y="396875"/>
                </a:cubicBezTo>
                <a:cubicBezTo>
                  <a:pt x="441961" y="399415"/>
                  <a:pt x="437515" y="401955"/>
                  <a:pt x="433705" y="403225"/>
                </a:cubicBezTo>
                <a:cubicBezTo>
                  <a:pt x="430530" y="404495"/>
                  <a:pt x="427355" y="404495"/>
                  <a:pt x="424180" y="405130"/>
                </a:cubicBezTo>
                <a:cubicBezTo>
                  <a:pt x="424180" y="405130"/>
                  <a:pt x="392430" y="408305"/>
                  <a:pt x="379730" y="381635"/>
                </a:cubicBezTo>
                <a:cubicBezTo>
                  <a:pt x="372111" y="359410"/>
                  <a:pt x="400686" y="358775"/>
                  <a:pt x="405130" y="358775"/>
                </a:cubicBezTo>
                <a:cubicBezTo>
                  <a:pt x="405765" y="358775"/>
                  <a:pt x="406400" y="358775"/>
                  <a:pt x="406400" y="358775"/>
                </a:cubicBezTo>
                <a:cubicBezTo>
                  <a:pt x="408940" y="356870"/>
                  <a:pt x="407036" y="354330"/>
                  <a:pt x="405130" y="353060"/>
                </a:cubicBezTo>
                <a:cubicBezTo>
                  <a:pt x="401321" y="348615"/>
                  <a:pt x="395605" y="350520"/>
                  <a:pt x="390525" y="349885"/>
                </a:cubicBezTo>
                <a:cubicBezTo>
                  <a:pt x="385446" y="351155"/>
                  <a:pt x="382271" y="354965"/>
                  <a:pt x="378461" y="356870"/>
                </a:cubicBezTo>
                <a:cubicBezTo>
                  <a:pt x="376555" y="356870"/>
                  <a:pt x="375921" y="355600"/>
                  <a:pt x="374015" y="354330"/>
                </a:cubicBezTo>
                <a:cubicBezTo>
                  <a:pt x="368300" y="351790"/>
                  <a:pt x="360680" y="351155"/>
                  <a:pt x="354965" y="352425"/>
                </a:cubicBezTo>
                <a:cubicBezTo>
                  <a:pt x="351790" y="354965"/>
                  <a:pt x="354965" y="358775"/>
                  <a:pt x="354965" y="361950"/>
                </a:cubicBezTo>
                <a:cubicBezTo>
                  <a:pt x="357505" y="367665"/>
                  <a:pt x="359411" y="374650"/>
                  <a:pt x="365125" y="378460"/>
                </a:cubicBezTo>
                <a:cubicBezTo>
                  <a:pt x="367030" y="380365"/>
                  <a:pt x="370205" y="382270"/>
                  <a:pt x="372746" y="384175"/>
                </a:cubicBezTo>
                <a:cubicBezTo>
                  <a:pt x="377190" y="387985"/>
                  <a:pt x="377825" y="396240"/>
                  <a:pt x="377825" y="398145"/>
                </a:cubicBezTo>
                <a:cubicBezTo>
                  <a:pt x="376555" y="400685"/>
                  <a:pt x="372111" y="408940"/>
                  <a:pt x="371475" y="410210"/>
                </a:cubicBezTo>
                <a:cubicBezTo>
                  <a:pt x="367030" y="417195"/>
                  <a:pt x="363221" y="422275"/>
                  <a:pt x="360046" y="431800"/>
                </a:cubicBezTo>
                <a:cubicBezTo>
                  <a:pt x="358140" y="437515"/>
                  <a:pt x="357505" y="440055"/>
                  <a:pt x="357505" y="442595"/>
                </a:cubicBezTo>
                <a:cubicBezTo>
                  <a:pt x="356871" y="445135"/>
                  <a:pt x="354965" y="450215"/>
                  <a:pt x="359411" y="454025"/>
                </a:cubicBezTo>
                <a:cubicBezTo>
                  <a:pt x="363855" y="457835"/>
                  <a:pt x="367030" y="437515"/>
                  <a:pt x="379730" y="436880"/>
                </a:cubicBezTo>
                <a:cubicBezTo>
                  <a:pt x="381000" y="435610"/>
                  <a:pt x="379730" y="441960"/>
                  <a:pt x="375286" y="454025"/>
                </a:cubicBezTo>
                <a:cubicBezTo>
                  <a:pt x="373380" y="458470"/>
                  <a:pt x="373380" y="459740"/>
                  <a:pt x="372111" y="462280"/>
                </a:cubicBezTo>
                <a:cubicBezTo>
                  <a:pt x="370840" y="465455"/>
                  <a:pt x="369571" y="467995"/>
                  <a:pt x="368300" y="474345"/>
                </a:cubicBezTo>
                <a:cubicBezTo>
                  <a:pt x="367030" y="479425"/>
                  <a:pt x="367030" y="485775"/>
                  <a:pt x="367030" y="485775"/>
                </a:cubicBezTo>
                <a:cubicBezTo>
                  <a:pt x="366396" y="489585"/>
                  <a:pt x="368300" y="491490"/>
                  <a:pt x="368936" y="492125"/>
                </a:cubicBezTo>
                <a:cubicBezTo>
                  <a:pt x="370840" y="493395"/>
                  <a:pt x="372746" y="492760"/>
                  <a:pt x="373380" y="490855"/>
                </a:cubicBezTo>
                <a:cubicBezTo>
                  <a:pt x="374015" y="489585"/>
                  <a:pt x="373380" y="486410"/>
                  <a:pt x="375286" y="485140"/>
                </a:cubicBezTo>
                <a:cubicBezTo>
                  <a:pt x="377190" y="483870"/>
                  <a:pt x="381636" y="485140"/>
                  <a:pt x="382271" y="487680"/>
                </a:cubicBezTo>
                <a:cubicBezTo>
                  <a:pt x="382905" y="488950"/>
                  <a:pt x="382271" y="490855"/>
                  <a:pt x="381636" y="492125"/>
                </a:cubicBezTo>
                <a:cubicBezTo>
                  <a:pt x="381636" y="492760"/>
                  <a:pt x="379730" y="494665"/>
                  <a:pt x="377190" y="495300"/>
                </a:cubicBezTo>
                <a:cubicBezTo>
                  <a:pt x="372746" y="497205"/>
                  <a:pt x="376555" y="502285"/>
                  <a:pt x="382905" y="499745"/>
                </a:cubicBezTo>
                <a:cubicBezTo>
                  <a:pt x="389255" y="497205"/>
                  <a:pt x="393065" y="498475"/>
                  <a:pt x="396875" y="499110"/>
                </a:cubicBezTo>
                <a:cubicBezTo>
                  <a:pt x="400050" y="499745"/>
                  <a:pt x="403225" y="499745"/>
                  <a:pt x="406400" y="497840"/>
                </a:cubicBezTo>
                <a:cubicBezTo>
                  <a:pt x="407036" y="497205"/>
                  <a:pt x="408305" y="494665"/>
                  <a:pt x="410211" y="492125"/>
                </a:cubicBezTo>
                <a:cubicBezTo>
                  <a:pt x="412115" y="490220"/>
                  <a:pt x="411480" y="490855"/>
                  <a:pt x="413386" y="488950"/>
                </a:cubicBezTo>
                <a:cubicBezTo>
                  <a:pt x="416561" y="485775"/>
                  <a:pt x="414655" y="482600"/>
                  <a:pt x="414655" y="480695"/>
                </a:cubicBezTo>
                <a:cubicBezTo>
                  <a:pt x="414021" y="476250"/>
                  <a:pt x="414655" y="474345"/>
                  <a:pt x="415290" y="471805"/>
                </a:cubicBezTo>
                <a:cubicBezTo>
                  <a:pt x="415290" y="468630"/>
                  <a:pt x="417196" y="466090"/>
                  <a:pt x="417830" y="462915"/>
                </a:cubicBezTo>
                <a:cubicBezTo>
                  <a:pt x="418465" y="459740"/>
                  <a:pt x="421005" y="455930"/>
                  <a:pt x="422275" y="454025"/>
                </a:cubicBezTo>
                <a:cubicBezTo>
                  <a:pt x="422911" y="452755"/>
                  <a:pt x="426721" y="448310"/>
                  <a:pt x="427990" y="446405"/>
                </a:cubicBezTo>
                <a:cubicBezTo>
                  <a:pt x="429261" y="444500"/>
                  <a:pt x="431800" y="442595"/>
                  <a:pt x="434975" y="439420"/>
                </a:cubicBezTo>
                <a:cubicBezTo>
                  <a:pt x="436880" y="437515"/>
                  <a:pt x="438150" y="436245"/>
                  <a:pt x="440690" y="434975"/>
                </a:cubicBezTo>
                <a:cubicBezTo>
                  <a:pt x="443865" y="433070"/>
                  <a:pt x="446405" y="431165"/>
                  <a:pt x="447675" y="430530"/>
                </a:cubicBezTo>
                <a:cubicBezTo>
                  <a:pt x="448946" y="429895"/>
                  <a:pt x="454661" y="427355"/>
                  <a:pt x="456565" y="425450"/>
                </a:cubicBezTo>
                <a:cubicBezTo>
                  <a:pt x="456565" y="417830"/>
                  <a:pt x="462915" y="401320"/>
                  <a:pt x="463550" y="391160"/>
                </a:cubicBezTo>
                <a:cubicBezTo>
                  <a:pt x="466090" y="393065"/>
                  <a:pt x="476250" y="400050"/>
                  <a:pt x="478155" y="401320"/>
                </a:cubicBezTo>
                <a:cubicBezTo>
                  <a:pt x="479425" y="410845"/>
                  <a:pt x="485140" y="432435"/>
                  <a:pt x="484505" y="436245"/>
                </a:cubicBezTo>
                <a:cubicBezTo>
                  <a:pt x="482600" y="446405"/>
                  <a:pt x="479425" y="457835"/>
                  <a:pt x="480061" y="469265"/>
                </a:cubicBezTo>
                <a:cubicBezTo>
                  <a:pt x="483236" y="476885"/>
                  <a:pt x="484505" y="485140"/>
                  <a:pt x="482600" y="493395"/>
                </a:cubicBezTo>
                <a:cubicBezTo>
                  <a:pt x="485140" y="499745"/>
                  <a:pt x="490855" y="508635"/>
                  <a:pt x="485140" y="514985"/>
                </a:cubicBezTo>
                <a:cubicBezTo>
                  <a:pt x="481965" y="516890"/>
                  <a:pt x="480061" y="520700"/>
                  <a:pt x="476886" y="521335"/>
                </a:cubicBezTo>
                <a:cubicBezTo>
                  <a:pt x="475615" y="520065"/>
                  <a:pt x="478155" y="511810"/>
                  <a:pt x="473711" y="513715"/>
                </a:cubicBezTo>
                <a:cubicBezTo>
                  <a:pt x="472440" y="515620"/>
                  <a:pt x="473075" y="520065"/>
                  <a:pt x="471171" y="521335"/>
                </a:cubicBezTo>
                <a:cubicBezTo>
                  <a:pt x="465455" y="520065"/>
                  <a:pt x="461011" y="515620"/>
                  <a:pt x="458471" y="511175"/>
                </a:cubicBezTo>
                <a:cubicBezTo>
                  <a:pt x="457200" y="502920"/>
                  <a:pt x="466090" y="497840"/>
                  <a:pt x="463550" y="489585"/>
                </a:cubicBezTo>
                <a:cubicBezTo>
                  <a:pt x="459105" y="480060"/>
                  <a:pt x="469900" y="472440"/>
                  <a:pt x="464821" y="462915"/>
                </a:cubicBezTo>
                <a:cubicBezTo>
                  <a:pt x="461646" y="454660"/>
                  <a:pt x="453390" y="440690"/>
                  <a:pt x="447040" y="433705"/>
                </a:cubicBezTo>
                <a:cubicBezTo>
                  <a:pt x="445136" y="434975"/>
                  <a:pt x="442596" y="436245"/>
                  <a:pt x="438786" y="439420"/>
                </a:cubicBezTo>
                <a:cubicBezTo>
                  <a:pt x="436880" y="440690"/>
                  <a:pt x="433705" y="443230"/>
                  <a:pt x="432436" y="445135"/>
                </a:cubicBezTo>
                <a:cubicBezTo>
                  <a:pt x="429261" y="447675"/>
                  <a:pt x="425450" y="452120"/>
                  <a:pt x="424180" y="454025"/>
                </a:cubicBezTo>
                <a:cubicBezTo>
                  <a:pt x="420371" y="459740"/>
                  <a:pt x="417830" y="464820"/>
                  <a:pt x="416561" y="473075"/>
                </a:cubicBezTo>
                <a:cubicBezTo>
                  <a:pt x="415925" y="476885"/>
                  <a:pt x="416561" y="478155"/>
                  <a:pt x="417196" y="483870"/>
                </a:cubicBezTo>
                <a:cubicBezTo>
                  <a:pt x="417196" y="485775"/>
                  <a:pt x="416561" y="488315"/>
                  <a:pt x="415290" y="489585"/>
                </a:cubicBezTo>
                <a:cubicBezTo>
                  <a:pt x="413386" y="492125"/>
                  <a:pt x="412115" y="491490"/>
                  <a:pt x="409575" y="494665"/>
                </a:cubicBezTo>
                <a:cubicBezTo>
                  <a:pt x="408305" y="496570"/>
                  <a:pt x="406400" y="501015"/>
                  <a:pt x="404496" y="501650"/>
                </a:cubicBezTo>
                <a:cubicBezTo>
                  <a:pt x="396240" y="503555"/>
                  <a:pt x="384175" y="499745"/>
                  <a:pt x="374015" y="502920"/>
                </a:cubicBezTo>
                <a:cubicBezTo>
                  <a:pt x="370205" y="503555"/>
                  <a:pt x="365125" y="502285"/>
                  <a:pt x="361950" y="499745"/>
                </a:cubicBezTo>
                <a:cubicBezTo>
                  <a:pt x="357505" y="496570"/>
                  <a:pt x="356236" y="489585"/>
                  <a:pt x="354965" y="483235"/>
                </a:cubicBezTo>
                <a:cubicBezTo>
                  <a:pt x="354330" y="478790"/>
                  <a:pt x="353696" y="477520"/>
                  <a:pt x="352425" y="474980"/>
                </a:cubicBezTo>
                <a:cubicBezTo>
                  <a:pt x="351790" y="473075"/>
                  <a:pt x="350521" y="471805"/>
                  <a:pt x="349250" y="469900"/>
                </a:cubicBezTo>
                <a:cubicBezTo>
                  <a:pt x="347346" y="468630"/>
                  <a:pt x="345440" y="468630"/>
                  <a:pt x="345440" y="468630"/>
                </a:cubicBezTo>
                <a:cubicBezTo>
                  <a:pt x="343536" y="468630"/>
                  <a:pt x="342265" y="474980"/>
                  <a:pt x="341630" y="476250"/>
                </a:cubicBezTo>
                <a:cubicBezTo>
                  <a:pt x="341630" y="476250"/>
                  <a:pt x="340996" y="480695"/>
                  <a:pt x="341630" y="481965"/>
                </a:cubicBezTo>
                <a:cubicBezTo>
                  <a:pt x="342265" y="485140"/>
                  <a:pt x="342900" y="491490"/>
                  <a:pt x="339090" y="495300"/>
                </a:cubicBezTo>
                <a:cubicBezTo>
                  <a:pt x="337821" y="496570"/>
                  <a:pt x="338455" y="496570"/>
                  <a:pt x="335280" y="497840"/>
                </a:cubicBezTo>
                <a:cubicBezTo>
                  <a:pt x="334646" y="504825"/>
                  <a:pt x="334011" y="509270"/>
                  <a:pt x="332105" y="513715"/>
                </a:cubicBezTo>
                <a:cubicBezTo>
                  <a:pt x="330836" y="516255"/>
                  <a:pt x="318136" y="521970"/>
                  <a:pt x="311150" y="521970"/>
                </a:cubicBezTo>
                <a:cubicBezTo>
                  <a:pt x="309246" y="521970"/>
                  <a:pt x="308611" y="521970"/>
                  <a:pt x="307340" y="521970"/>
                </a:cubicBezTo>
                <a:cubicBezTo>
                  <a:pt x="304165" y="519430"/>
                  <a:pt x="306705" y="515620"/>
                  <a:pt x="305436" y="514350"/>
                </a:cubicBezTo>
                <a:cubicBezTo>
                  <a:pt x="302896" y="515620"/>
                  <a:pt x="299086" y="519430"/>
                  <a:pt x="295911" y="516890"/>
                </a:cubicBezTo>
                <a:cubicBezTo>
                  <a:pt x="294640" y="514985"/>
                  <a:pt x="296546" y="513080"/>
                  <a:pt x="297815" y="510540"/>
                </a:cubicBezTo>
                <a:cubicBezTo>
                  <a:pt x="301625" y="502920"/>
                  <a:pt x="302896" y="496570"/>
                  <a:pt x="311150" y="492760"/>
                </a:cubicBezTo>
                <a:cubicBezTo>
                  <a:pt x="312421" y="490855"/>
                  <a:pt x="314961" y="487045"/>
                  <a:pt x="316865" y="483870"/>
                </a:cubicBezTo>
                <a:cubicBezTo>
                  <a:pt x="318771" y="481330"/>
                  <a:pt x="320675" y="479425"/>
                  <a:pt x="321946" y="476885"/>
                </a:cubicBezTo>
                <a:cubicBezTo>
                  <a:pt x="323850" y="473075"/>
                  <a:pt x="324486" y="467360"/>
                  <a:pt x="323215" y="466725"/>
                </a:cubicBezTo>
                <a:cubicBezTo>
                  <a:pt x="316865" y="463550"/>
                  <a:pt x="309880" y="468630"/>
                  <a:pt x="307340" y="478155"/>
                </a:cubicBezTo>
                <a:cubicBezTo>
                  <a:pt x="304800" y="487045"/>
                  <a:pt x="302261" y="490220"/>
                  <a:pt x="294640" y="494665"/>
                </a:cubicBezTo>
                <a:cubicBezTo>
                  <a:pt x="284480" y="503555"/>
                  <a:pt x="278765" y="517525"/>
                  <a:pt x="275590" y="527050"/>
                </a:cubicBezTo>
                <a:cubicBezTo>
                  <a:pt x="274955" y="528320"/>
                  <a:pt x="272415" y="528320"/>
                  <a:pt x="271780" y="529590"/>
                </a:cubicBezTo>
                <a:cubicBezTo>
                  <a:pt x="271780" y="532130"/>
                  <a:pt x="272415" y="537210"/>
                  <a:pt x="268605" y="540385"/>
                </a:cubicBezTo>
                <a:cubicBezTo>
                  <a:pt x="262890" y="546100"/>
                  <a:pt x="248921" y="550545"/>
                  <a:pt x="243840" y="547370"/>
                </a:cubicBezTo>
                <a:cubicBezTo>
                  <a:pt x="241300" y="546100"/>
                  <a:pt x="248921" y="538480"/>
                  <a:pt x="243205" y="539115"/>
                </a:cubicBezTo>
                <a:cubicBezTo>
                  <a:pt x="240665" y="539750"/>
                  <a:pt x="238125" y="544830"/>
                  <a:pt x="235586" y="543560"/>
                </a:cubicBezTo>
                <a:cubicBezTo>
                  <a:pt x="231140" y="542290"/>
                  <a:pt x="233046" y="525780"/>
                  <a:pt x="235586" y="518795"/>
                </a:cubicBezTo>
                <a:cubicBezTo>
                  <a:pt x="238761" y="514985"/>
                  <a:pt x="248286" y="515620"/>
                  <a:pt x="249555" y="507365"/>
                </a:cubicBezTo>
                <a:cubicBezTo>
                  <a:pt x="259715" y="504190"/>
                  <a:pt x="265430" y="500380"/>
                  <a:pt x="269875" y="492760"/>
                </a:cubicBezTo>
                <a:cubicBezTo>
                  <a:pt x="272415" y="488950"/>
                  <a:pt x="271780" y="484505"/>
                  <a:pt x="273050" y="480060"/>
                </a:cubicBezTo>
                <a:cubicBezTo>
                  <a:pt x="274321" y="474980"/>
                  <a:pt x="276861" y="471170"/>
                  <a:pt x="278765" y="467995"/>
                </a:cubicBezTo>
                <a:cubicBezTo>
                  <a:pt x="276861" y="467995"/>
                  <a:pt x="273686" y="467360"/>
                  <a:pt x="273050" y="466090"/>
                </a:cubicBezTo>
                <a:cubicBezTo>
                  <a:pt x="267971" y="457835"/>
                  <a:pt x="280671" y="439420"/>
                  <a:pt x="266065" y="432435"/>
                </a:cubicBezTo>
                <a:cubicBezTo>
                  <a:pt x="260350" y="436880"/>
                  <a:pt x="253365" y="448945"/>
                  <a:pt x="249555" y="454660"/>
                </a:cubicBezTo>
                <a:cubicBezTo>
                  <a:pt x="246380" y="462915"/>
                  <a:pt x="240030" y="469900"/>
                  <a:pt x="236855" y="478155"/>
                </a:cubicBezTo>
                <a:cubicBezTo>
                  <a:pt x="234950" y="492760"/>
                  <a:pt x="229236" y="504190"/>
                  <a:pt x="219075" y="514350"/>
                </a:cubicBezTo>
                <a:cubicBezTo>
                  <a:pt x="210821" y="525145"/>
                  <a:pt x="220980" y="541020"/>
                  <a:pt x="208915" y="549275"/>
                </a:cubicBezTo>
                <a:cubicBezTo>
                  <a:pt x="208280" y="555625"/>
                  <a:pt x="206375" y="561340"/>
                  <a:pt x="203836" y="567055"/>
                </a:cubicBezTo>
                <a:cubicBezTo>
                  <a:pt x="196215" y="572135"/>
                  <a:pt x="186055" y="574675"/>
                  <a:pt x="177800" y="572135"/>
                </a:cubicBezTo>
                <a:lnTo>
                  <a:pt x="180975" y="560705"/>
                </a:lnTo>
                <a:cubicBezTo>
                  <a:pt x="173355" y="560070"/>
                  <a:pt x="177165" y="570865"/>
                  <a:pt x="170180" y="568960"/>
                </a:cubicBezTo>
                <a:cubicBezTo>
                  <a:pt x="166371" y="558800"/>
                  <a:pt x="173355" y="549910"/>
                  <a:pt x="180340" y="544195"/>
                </a:cubicBezTo>
                <a:cubicBezTo>
                  <a:pt x="182246" y="543560"/>
                  <a:pt x="182246" y="541655"/>
                  <a:pt x="182246" y="540385"/>
                </a:cubicBezTo>
                <a:cubicBezTo>
                  <a:pt x="185421" y="527050"/>
                  <a:pt x="200025" y="522605"/>
                  <a:pt x="202565" y="509270"/>
                </a:cubicBezTo>
                <a:cubicBezTo>
                  <a:pt x="203200" y="497205"/>
                  <a:pt x="204471" y="485140"/>
                  <a:pt x="212725" y="475615"/>
                </a:cubicBezTo>
                <a:cubicBezTo>
                  <a:pt x="217171" y="465455"/>
                  <a:pt x="213361" y="452755"/>
                  <a:pt x="214630" y="441325"/>
                </a:cubicBezTo>
                <a:cubicBezTo>
                  <a:pt x="214630" y="423545"/>
                  <a:pt x="229871" y="408305"/>
                  <a:pt x="227330" y="389255"/>
                </a:cubicBezTo>
                <a:cubicBezTo>
                  <a:pt x="226061" y="375920"/>
                  <a:pt x="231140" y="361950"/>
                  <a:pt x="237490" y="351790"/>
                </a:cubicBezTo>
                <a:cubicBezTo>
                  <a:pt x="245111" y="335280"/>
                  <a:pt x="262255" y="323215"/>
                  <a:pt x="260986" y="303530"/>
                </a:cubicBezTo>
                <a:cubicBezTo>
                  <a:pt x="262890" y="285750"/>
                  <a:pt x="268605" y="266065"/>
                  <a:pt x="286386" y="257175"/>
                </a:cubicBezTo>
                <a:cubicBezTo>
                  <a:pt x="294640" y="252095"/>
                  <a:pt x="303530" y="248285"/>
                  <a:pt x="311786" y="243840"/>
                </a:cubicBezTo>
                <a:cubicBezTo>
                  <a:pt x="323215" y="236220"/>
                  <a:pt x="335915" y="226695"/>
                  <a:pt x="346075" y="217170"/>
                </a:cubicBezTo>
                <a:cubicBezTo>
                  <a:pt x="351155" y="212725"/>
                  <a:pt x="360680" y="211455"/>
                  <a:pt x="367030" y="212725"/>
                </a:cubicBezTo>
                <a:cubicBezTo>
                  <a:pt x="381000" y="217805"/>
                  <a:pt x="394336" y="224155"/>
                  <a:pt x="409575" y="227330"/>
                </a:cubicBezTo>
                <a:cubicBezTo>
                  <a:pt x="418465" y="227965"/>
                  <a:pt x="423546" y="229235"/>
                  <a:pt x="430530" y="231775"/>
                </a:cubicBezTo>
                <a:cubicBezTo>
                  <a:pt x="446405" y="237490"/>
                  <a:pt x="461011" y="196850"/>
                  <a:pt x="412115" y="194310"/>
                </a:cubicBezTo>
                <a:lnTo>
                  <a:pt x="352425" y="193675"/>
                </a:lnTo>
                <a:cubicBezTo>
                  <a:pt x="301625" y="191135"/>
                  <a:pt x="286386" y="181610"/>
                  <a:pt x="299721" y="163830"/>
                </a:cubicBezTo>
                <a:cubicBezTo>
                  <a:pt x="317184" y="147955"/>
                  <a:pt x="342266" y="145574"/>
                  <a:pt x="364173" y="148193"/>
                </a:cubicBezTo>
                <a:close/>
                <a:moveTo>
                  <a:pt x="247651" y="92076"/>
                </a:moveTo>
                <a:cubicBezTo>
                  <a:pt x="244476" y="92711"/>
                  <a:pt x="241936" y="92711"/>
                  <a:pt x="238761" y="93346"/>
                </a:cubicBezTo>
                <a:lnTo>
                  <a:pt x="238761" y="118746"/>
                </a:lnTo>
                <a:cubicBezTo>
                  <a:pt x="241936" y="118746"/>
                  <a:pt x="245111" y="118111"/>
                  <a:pt x="248921" y="118111"/>
                </a:cubicBezTo>
                <a:cubicBezTo>
                  <a:pt x="255271" y="116841"/>
                  <a:pt x="259716" y="113031"/>
                  <a:pt x="259716" y="103506"/>
                </a:cubicBezTo>
                <a:cubicBezTo>
                  <a:pt x="259716" y="94616"/>
                  <a:pt x="254636" y="91441"/>
                  <a:pt x="247651" y="92076"/>
                </a:cubicBezTo>
                <a:close/>
                <a:moveTo>
                  <a:pt x="66676" y="86996"/>
                </a:moveTo>
                <a:lnTo>
                  <a:pt x="66676" y="154941"/>
                </a:lnTo>
                <a:cubicBezTo>
                  <a:pt x="74931" y="151766"/>
                  <a:pt x="83186" y="148591"/>
                  <a:pt x="92076" y="146051"/>
                </a:cubicBezTo>
                <a:lnTo>
                  <a:pt x="92076" y="156846"/>
                </a:lnTo>
                <a:cubicBezTo>
                  <a:pt x="80011" y="160656"/>
                  <a:pt x="67946" y="165101"/>
                  <a:pt x="55881" y="169546"/>
                </a:cubicBezTo>
                <a:lnTo>
                  <a:pt x="55881" y="90806"/>
                </a:lnTo>
                <a:cubicBezTo>
                  <a:pt x="59691" y="89536"/>
                  <a:pt x="62866" y="88266"/>
                  <a:pt x="66676" y="86996"/>
                </a:cubicBezTo>
                <a:close/>
                <a:moveTo>
                  <a:pt x="603251" y="86361"/>
                </a:moveTo>
                <a:cubicBezTo>
                  <a:pt x="607061" y="87631"/>
                  <a:pt x="610871" y="88901"/>
                  <a:pt x="614046" y="90171"/>
                </a:cubicBezTo>
                <a:lnTo>
                  <a:pt x="614046" y="169546"/>
                </a:lnTo>
                <a:cubicBezTo>
                  <a:pt x="610871" y="168276"/>
                  <a:pt x="607061" y="167006"/>
                  <a:pt x="603251" y="165101"/>
                </a:cubicBezTo>
                <a:close/>
                <a:moveTo>
                  <a:pt x="123191" y="86361"/>
                </a:moveTo>
                <a:cubicBezTo>
                  <a:pt x="122556" y="89536"/>
                  <a:pt x="120651" y="99061"/>
                  <a:pt x="120016" y="104141"/>
                </a:cubicBezTo>
                <a:cubicBezTo>
                  <a:pt x="118746" y="108586"/>
                  <a:pt x="118111" y="113031"/>
                  <a:pt x="117476" y="118111"/>
                </a:cubicBezTo>
                <a:cubicBezTo>
                  <a:pt x="121286" y="116841"/>
                  <a:pt x="125096" y="116206"/>
                  <a:pt x="129541" y="114936"/>
                </a:cubicBezTo>
                <a:cubicBezTo>
                  <a:pt x="128271" y="111126"/>
                  <a:pt x="127636" y="106681"/>
                  <a:pt x="126366" y="102871"/>
                </a:cubicBezTo>
                <a:cubicBezTo>
                  <a:pt x="125096" y="97791"/>
                  <a:pt x="123826" y="89536"/>
                  <a:pt x="123191" y="86361"/>
                </a:cubicBezTo>
                <a:close/>
                <a:moveTo>
                  <a:pt x="542291" y="68581"/>
                </a:moveTo>
                <a:cubicBezTo>
                  <a:pt x="546101" y="69216"/>
                  <a:pt x="549911" y="70486"/>
                  <a:pt x="553086" y="71121"/>
                </a:cubicBezTo>
                <a:cubicBezTo>
                  <a:pt x="556261" y="78106"/>
                  <a:pt x="558801" y="85091"/>
                  <a:pt x="561341" y="92076"/>
                </a:cubicBezTo>
                <a:cubicBezTo>
                  <a:pt x="563881" y="99061"/>
                  <a:pt x="567056" y="106046"/>
                  <a:pt x="569596" y="113031"/>
                </a:cubicBezTo>
                <a:cubicBezTo>
                  <a:pt x="570866" y="116841"/>
                  <a:pt x="574041" y="125096"/>
                  <a:pt x="575311" y="127636"/>
                </a:cubicBezTo>
                <a:cubicBezTo>
                  <a:pt x="575311" y="124461"/>
                  <a:pt x="575311" y="115571"/>
                  <a:pt x="575311" y="111761"/>
                </a:cubicBezTo>
                <a:lnTo>
                  <a:pt x="575311" y="77471"/>
                </a:lnTo>
                <a:cubicBezTo>
                  <a:pt x="579121" y="78741"/>
                  <a:pt x="582296" y="79376"/>
                  <a:pt x="586106" y="80646"/>
                </a:cubicBezTo>
                <a:lnTo>
                  <a:pt x="586106" y="158751"/>
                </a:lnTo>
                <a:cubicBezTo>
                  <a:pt x="584201" y="158116"/>
                  <a:pt x="581026" y="157481"/>
                  <a:pt x="577851" y="156211"/>
                </a:cubicBezTo>
                <a:cubicBezTo>
                  <a:pt x="574676" y="147956"/>
                  <a:pt x="571501" y="140336"/>
                  <a:pt x="568326" y="132081"/>
                </a:cubicBezTo>
                <a:cubicBezTo>
                  <a:pt x="565151" y="123826"/>
                  <a:pt x="561976" y="116206"/>
                  <a:pt x="558801" y="108586"/>
                </a:cubicBezTo>
                <a:cubicBezTo>
                  <a:pt x="557531" y="104776"/>
                  <a:pt x="554356" y="97156"/>
                  <a:pt x="553086" y="94616"/>
                </a:cubicBezTo>
                <a:cubicBezTo>
                  <a:pt x="553086" y="97156"/>
                  <a:pt x="553086" y="106681"/>
                  <a:pt x="553086" y="109856"/>
                </a:cubicBezTo>
                <a:lnTo>
                  <a:pt x="553086" y="149226"/>
                </a:lnTo>
                <a:lnTo>
                  <a:pt x="542291" y="146686"/>
                </a:lnTo>
                <a:close/>
                <a:moveTo>
                  <a:pt x="128271" y="68581"/>
                </a:moveTo>
                <a:cubicBezTo>
                  <a:pt x="131446" y="80646"/>
                  <a:pt x="134621" y="92711"/>
                  <a:pt x="137796" y="105411"/>
                </a:cubicBezTo>
                <a:cubicBezTo>
                  <a:pt x="141606" y="117476"/>
                  <a:pt x="144781" y="129541"/>
                  <a:pt x="148591" y="142241"/>
                </a:cubicBezTo>
                <a:cubicBezTo>
                  <a:pt x="144146" y="142876"/>
                  <a:pt x="140336" y="144146"/>
                  <a:pt x="136526" y="144781"/>
                </a:cubicBezTo>
                <a:cubicBezTo>
                  <a:pt x="135891" y="141606"/>
                  <a:pt x="135256" y="137796"/>
                  <a:pt x="133986" y="134621"/>
                </a:cubicBezTo>
                <a:lnTo>
                  <a:pt x="131446" y="125096"/>
                </a:lnTo>
                <a:cubicBezTo>
                  <a:pt x="125731" y="126366"/>
                  <a:pt x="120016" y="127636"/>
                  <a:pt x="114301" y="129541"/>
                </a:cubicBezTo>
                <a:cubicBezTo>
                  <a:pt x="113031" y="133351"/>
                  <a:pt x="112396" y="137161"/>
                  <a:pt x="111761" y="140336"/>
                </a:cubicBezTo>
                <a:cubicBezTo>
                  <a:pt x="111126" y="144146"/>
                  <a:pt x="110491" y="147956"/>
                  <a:pt x="109856" y="151131"/>
                </a:cubicBezTo>
                <a:cubicBezTo>
                  <a:pt x="106046" y="152401"/>
                  <a:pt x="102236" y="153671"/>
                  <a:pt x="97791" y="154306"/>
                </a:cubicBezTo>
                <a:cubicBezTo>
                  <a:pt x="100966" y="140336"/>
                  <a:pt x="104141" y="126366"/>
                  <a:pt x="107316" y="112396"/>
                </a:cubicBezTo>
                <a:cubicBezTo>
                  <a:pt x="110491" y="98426"/>
                  <a:pt x="113666" y="84456"/>
                  <a:pt x="116841" y="71121"/>
                </a:cubicBezTo>
                <a:cubicBezTo>
                  <a:pt x="120651" y="69851"/>
                  <a:pt x="124461" y="69216"/>
                  <a:pt x="128271" y="68581"/>
                </a:cubicBezTo>
                <a:close/>
                <a:moveTo>
                  <a:pt x="515621" y="62231"/>
                </a:moveTo>
                <a:lnTo>
                  <a:pt x="527051" y="64771"/>
                </a:lnTo>
                <a:lnTo>
                  <a:pt x="527051" y="142876"/>
                </a:lnTo>
                <a:lnTo>
                  <a:pt x="515621" y="140336"/>
                </a:lnTo>
                <a:close/>
                <a:moveTo>
                  <a:pt x="248286" y="60326"/>
                </a:moveTo>
                <a:cubicBezTo>
                  <a:pt x="245111" y="60326"/>
                  <a:pt x="241936" y="60961"/>
                  <a:pt x="239396" y="60961"/>
                </a:cubicBezTo>
                <a:lnTo>
                  <a:pt x="239396" y="82551"/>
                </a:lnTo>
                <a:cubicBezTo>
                  <a:pt x="241936" y="81916"/>
                  <a:pt x="245111" y="81916"/>
                  <a:pt x="248286" y="81281"/>
                </a:cubicBezTo>
                <a:cubicBezTo>
                  <a:pt x="254001" y="81281"/>
                  <a:pt x="258446" y="77471"/>
                  <a:pt x="258446" y="69851"/>
                </a:cubicBezTo>
                <a:cubicBezTo>
                  <a:pt x="258446" y="62231"/>
                  <a:pt x="254001" y="59691"/>
                  <a:pt x="248286" y="60326"/>
                </a:cubicBezTo>
                <a:close/>
                <a:moveTo>
                  <a:pt x="304166" y="56516"/>
                </a:moveTo>
                <a:cubicBezTo>
                  <a:pt x="299086" y="56516"/>
                  <a:pt x="295911" y="60326"/>
                  <a:pt x="294006" y="66041"/>
                </a:cubicBezTo>
                <a:cubicBezTo>
                  <a:pt x="292101" y="71756"/>
                  <a:pt x="291466" y="79376"/>
                  <a:pt x="291466" y="86361"/>
                </a:cubicBezTo>
                <a:cubicBezTo>
                  <a:pt x="291466" y="93346"/>
                  <a:pt x="292101" y="100966"/>
                  <a:pt x="294006" y="106681"/>
                </a:cubicBezTo>
                <a:cubicBezTo>
                  <a:pt x="295911" y="111761"/>
                  <a:pt x="299086" y="115571"/>
                  <a:pt x="304166" y="115571"/>
                </a:cubicBezTo>
                <a:cubicBezTo>
                  <a:pt x="308611" y="115571"/>
                  <a:pt x="311786" y="111761"/>
                  <a:pt x="313691" y="106046"/>
                </a:cubicBezTo>
                <a:cubicBezTo>
                  <a:pt x="316231" y="100331"/>
                  <a:pt x="316866" y="92711"/>
                  <a:pt x="316866" y="85726"/>
                </a:cubicBezTo>
                <a:cubicBezTo>
                  <a:pt x="316866" y="78106"/>
                  <a:pt x="316231" y="71121"/>
                  <a:pt x="314326" y="65406"/>
                </a:cubicBezTo>
                <a:cubicBezTo>
                  <a:pt x="312421" y="59691"/>
                  <a:pt x="309246" y="55881"/>
                  <a:pt x="304166" y="56516"/>
                </a:cubicBezTo>
                <a:close/>
                <a:moveTo>
                  <a:pt x="352426" y="55881"/>
                </a:moveTo>
                <a:lnTo>
                  <a:pt x="352426" y="79376"/>
                </a:lnTo>
                <a:cubicBezTo>
                  <a:pt x="355601" y="79376"/>
                  <a:pt x="359411" y="79376"/>
                  <a:pt x="362586" y="79376"/>
                </a:cubicBezTo>
                <a:cubicBezTo>
                  <a:pt x="369571" y="80646"/>
                  <a:pt x="374016" y="76836"/>
                  <a:pt x="374016" y="68581"/>
                </a:cubicBezTo>
                <a:cubicBezTo>
                  <a:pt x="374016" y="60326"/>
                  <a:pt x="369571" y="57151"/>
                  <a:pt x="362586" y="56516"/>
                </a:cubicBezTo>
                <a:cubicBezTo>
                  <a:pt x="359411" y="56516"/>
                  <a:pt x="355601" y="56516"/>
                  <a:pt x="352426" y="55881"/>
                </a:cubicBezTo>
                <a:close/>
                <a:moveTo>
                  <a:pt x="455296" y="53341"/>
                </a:moveTo>
                <a:cubicBezTo>
                  <a:pt x="459106" y="53976"/>
                  <a:pt x="462916" y="54611"/>
                  <a:pt x="466091" y="54611"/>
                </a:cubicBezTo>
                <a:lnTo>
                  <a:pt x="466091" y="85726"/>
                </a:lnTo>
                <a:cubicBezTo>
                  <a:pt x="473711" y="86996"/>
                  <a:pt x="480696" y="87631"/>
                  <a:pt x="488316" y="88901"/>
                </a:cubicBezTo>
                <a:lnTo>
                  <a:pt x="488316" y="57786"/>
                </a:lnTo>
                <a:cubicBezTo>
                  <a:pt x="492126" y="58421"/>
                  <a:pt x="495301" y="59056"/>
                  <a:pt x="499111" y="59691"/>
                </a:cubicBezTo>
                <a:lnTo>
                  <a:pt x="499111" y="137796"/>
                </a:lnTo>
                <a:cubicBezTo>
                  <a:pt x="495301" y="136526"/>
                  <a:pt x="491491" y="135891"/>
                  <a:pt x="488316" y="135256"/>
                </a:cubicBezTo>
                <a:lnTo>
                  <a:pt x="488316" y="99696"/>
                </a:lnTo>
                <a:cubicBezTo>
                  <a:pt x="480696" y="98426"/>
                  <a:pt x="473711" y="97156"/>
                  <a:pt x="466091" y="96521"/>
                </a:cubicBezTo>
                <a:lnTo>
                  <a:pt x="466091" y="132716"/>
                </a:lnTo>
                <a:cubicBezTo>
                  <a:pt x="462281" y="132081"/>
                  <a:pt x="458471" y="131446"/>
                  <a:pt x="455296" y="131446"/>
                </a:cubicBezTo>
                <a:close/>
                <a:moveTo>
                  <a:pt x="210821" y="52706"/>
                </a:moveTo>
                <a:lnTo>
                  <a:pt x="210821" y="131446"/>
                </a:lnTo>
                <a:cubicBezTo>
                  <a:pt x="208281" y="132081"/>
                  <a:pt x="205106" y="132716"/>
                  <a:pt x="201296" y="132716"/>
                </a:cubicBezTo>
                <a:lnTo>
                  <a:pt x="201296" y="101601"/>
                </a:lnTo>
                <a:cubicBezTo>
                  <a:pt x="201296" y="96521"/>
                  <a:pt x="201296" y="85091"/>
                  <a:pt x="201296" y="81916"/>
                </a:cubicBezTo>
                <a:cubicBezTo>
                  <a:pt x="200026" y="85091"/>
                  <a:pt x="196851" y="97156"/>
                  <a:pt x="194946" y="102871"/>
                </a:cubicBezTo>
                <a:cubicBezTo>
                  <a:pt x="193041" y="108586"/>
                  <a:pt x="191136" y="113666"/>
                  <a:pt x="189866" y="119381"/>
                </a:cubicBezTo>
                <a:lnTo>
                  <a:pt x="184786" y="136526"/>
                </a:lnTo>
                <a:lnTo>
                  <a:pt x="179706" y="121286"/>
                </a:lnTo>
                <a:cubicBezTo>
                  <a:pt x="177801" y="116206"/>
                  <a:pt x="176531" y="110491"/>
                  <a:pt x="174626" y="106046"/>
                </a:cubicBezTo>
                <a:cubicBezTo>
                  <a:pt x="172721" y="100966"/>
                  <a:pt x="169546" y="90171"/>
                  <a:pt x="168276" y="86996"/>
                </a:cubicBezTo>
                <a:cubicBezTo>
                  <a:pt x="168276" y="90171"/>
                  <a:pt x="168276" y="101601"/>
                  <a:pt x="168276" y="106046"/>
                </a:cubicBezTo>
                <a:lnTo>
                  <a:pt x="168276" y="137161"/>
                </a:lnTo>
                <a:cubicBezTo>
                  <a:pt x="165101" y="137796"/>
                  <a:pt x="161291" y="138431"/>
                  <a:pt x="158116" y="139066"/>
                </a:cubicBezTo>
                <a:lnTo>
                  <a:pt x="158116" y="61596"/>
                </a:lnTo>
                <a:cubicBezTo>
                  <a:pt x="161926" y="60961"/>
                  <a:pt x="165736" y="60326"/>
                  <a:pt x="169546" y="59056"/>
                </a:cubicBezTo>
                <a:lnTo>
                  <a:pt x="174626" y="74296"/>
                </a:lnTo>
                <a:cubicBezTo>
                  <a:pt x="176531" y="79376"/>
                  <a:pt x="177801" y="84456"/>
                  <a:pt x="179706" y="89536"/>
                </a:cubicBezTo>
                <a:cubicBezTo>
                  <a:pt x="180976" y="93981"/>
                  <a:pt x="184151" y="103506"/>
                  <a:pt x="184151" y="106046"/>
                </a:cubicBezTo>
                <a:cubicBezTo>
                  <a:pt x="185421" y="102871"/>
                  <a:pt x="187961" y="92711"/>
                  <a:pt x="189231" y="87631"/>
                </a:cubicBezTo>
                <a:cubicBezTo>
                  <a:pt x="190501" y="81916"/>
                  <a:pt x="192406" y="76201"/>
                  <a:pt x="194311" y="70486"/>
                </a:cubicBezTo>
                <a:cubicBezTo>
                  <a:pt x="196216" y="64771"/>
                  <a:pt x="197486" y="59691"/>
                  <a:pt x="199391" y="53976"/>
                </a:cubicBezTo>
                <a:cubicBezTo>
                  <a:pt x="203201" y="53341"/>
                  <a:pt x="207011" y="52706"/>
                  <a:pt x="210821" y="52706"/>
                </a:cubicBezTo>
                <a:close/>
                <a:moveTo>
                  <a:pt x="247016" y="49531"/>
                </a:moveTo>
                <a:cubicBezTo>
                  <a:pt x="253366" y="48896"/>
                  <a:pt x="259081" y="50166"/>
                  <a:pt x="262891" y="53341"/>
                </a:cubicBezTo>
                <a:cubicBezTo>
                  <a:pt x="266701" y="56516"/>
                  <a:pt x="269241" y="61596"/>
                  <a:pt x="269241" y="68581"/>
                </a:cubicBezTo>
                <a:cubicBezTo>
                  <a:pt x="269241" y="74931"/>
                  <a:pt x="266701" y="81916"/>
                  <a:pt x="260351" y="85726"/>
                </a:cubicBezTo>
                <a:cubicBezTo>
                  <a:pt x="266701" y="87631"/>
                  <a:pt x="270511" y="94616"/>
                  <a:pt x="270511" y="102871"/>
                </a:cubicBezTo>
                <a:cubicBezTo>
                  <a:pt x="270511" y="110491"/>
                  <a:pt x="267971" y="116841"/>
                  <a:pt x="264161" y="120651"/>
                </a:cubicBezTo>
                <a:cubicBezTo>
                  <a:pt x="260351" y="125096"/>
                  <a:pt x="254636" y="127636"/>
                  <a:pt x="248286" y="127636"/>
                </a:cubicBezTo>
                <a:cubicBezTo>
                  <a:pt x="241301" y="128271"/>
                  <a:pt x="234316" y="128906"/>
                  <a:pt x="227331" y="129541"/>
                </a:cubicBezTo>
                <a:lnTo>
                  <a:pt x="227331" y="51436"/>
                </a:lnTo>
                <a:cubicBezTo>
                  <a:pt x="233681" y="50801"/>
                  <a:pt x="240666" y="50166"/>
                  <a:pt x="247016" y="49531"/>
                </a:cubicBezTo>
                <a:close/>
                <a:moveTo>
                  <a:pt x="418466" y="48261"/>
                </a:moveTo>
                <a:cubicBezTo>
                  <a:pt x="431166" y="49531"/>
                  <a:pt x="437516" y="57151"/>
                  <a:pt x="440056" y="69216"/>
                </a:cubicBezTo>
                <a:cubicBezTo>
                  <a:pt x="436246" y="69851"/>
                  <a:pt x="432436" y="70486"/>
                  <a:pt x="428626" y="71121"/>
                </a:cubicBezTo>
                <a:cubicBezTo>
                  <a:pt x="426721" y="62866"/>
                  <a:pt x="424181" y="59691"/>
                  <a:pt x="418466" y="59056"/>
                </a:cubicBezTo>
                <a:cubicBezTo>
                  <a:pt x="414021" y="59056"/>
                  <a:pt x="410846" y="61596"/>
                  <a:pt x="408941" y="66676"/>
                </a:cubicBezTo>
                <a:cubicBezTo>
                  <a:pt x="407036" y="71756"/>
                  <a:pt x="405766" y="79376"/>
                  <a:pt x="405766" y="87631"/>
                </a:cubicBezTo>
                <a:cubicBezTo>
                  <a:pt x="405766" y="94616"/>
                  <a:pt x="406401" y="101601"/>
                  <a:pt x="408306" y="107316"/>
                </a:cubicBezTo>
                <a:cubicBezTo>
                  <a:pt x="410211" y="113031"/>
                  <a:pt x="414021" y="117476"/>
                  <a:pt x="419101" y="117476"/>
                </a:cubicBezTo>
                <a:cubicBezTo>
                  <a:pt x="426721" y="118111"/>
                  <a:pt x="429261" y="113666"/>
                  <a:pt x="429261" y="104141"/>
                </a:cubicBezTo>
                <a:lnTo>
                  <a:pt x="429261" y="98426"/>
                </a:lnTo>
                <a:cubicBezTo>
                  <a:pt x="426721" y="97791"/>
                  <a:pt x="423546" y="97791"/>
                  <a:pt x="420371" y="97791"/>
                </a:cubicBezTo>
                <a:lnTo>
                  <a:pt x="420371" y="86996"/>
                </a:lnTo>
                <a:lnTo>
                  <a:pt x="440691" y="88901"/>
                </a:lnTo>
                <a:lnTo>
                  <a:pt x="440691" y="106046"/>
                </a:lnTo>
                <a:cubicBezTo>
                  <a:pt x="440691" y="112396"/>
                  <a:pt x="438786" y="118111"/>
                  <a:pt x="435611" y="122556"/>
                </a:cubicBezTo>
                <a:cubicBezTo>
                  <a:pt x="431801" y="127001"/>
                  <a:pt x="426086" y="129541"/>
                  <a:pt x="418466" y="128906"/>
                </a:cubicBezTo>
                <a:cubicBezTo>
                  <a:pt x="410211" y="128271"/>
                  <a:pt x="403861" y="123191"/>
                  <a:pt x="400051" y="116206"/>
                </a:cubicBezTo>
                <a:cubicBezTo>
                  <a:pt x="396241" y="108586"/>
                  <a:pt x="394336" y="98426"/>
                  <a:pt x="394336" y="87631"/>
                </a:cubicBezTo>
                <a:cubicBezTo>
                  <a:pt x="394336" y="75566"/>
                  <a:pt x="396241" y="65406"/>
                  <a:pt x="400051" y="58421"/>
                </a:cubicBezTo>
                <a:cubicBezTo>
                  <a:pt x="403861" y="51436"/>
                  <a:pt x="410211" y="47626"/>
                  <a:pt x="418466" y="48261"/>
                </a:cubicBezTo>
                <a:close/>
                <a:moveTo>
                  <a:pt x="340996" y="46356"/>
                </a:moveTo>
                <a:cubicBezTo>
                  <a:pt x="348616" y="46356"/>
                  <a:pt x="355601" y="46356"/>
                  <a:pt x="363221" y="46991"/>
                </a:cubicBezTo>
                <a:cubicBezTo>
                  <a:pt x="368936" y="46991"/>
                  <a:pt x="374651" y="48896"/>
                  <a:pt x="378461" y="52706"/>
                </a:cubicBezTo>
                <a:cubicBezTo>
                  <a:pt x="382271" y="56516"/>
                  <a:pt x="384811" y="62231"/>
                  <a:pt x="384811" y="69851"/>
                </a:cubicBezTo>
                <a:cubicBezTo>
                  <a:pt x="384811" y="75566"/>
                  <a:pt x="383541" y="80011"/>
                  <a:pt x="381636" y="83186"/>
                </a:cubicBezTo>
                <a:cubicBezTo>
                  <a:pt x="379731" y="86361"/>
                  <a:pt x="376556" y="88901"/>
                  <a:pt x="372746" y="90171"/>
                </a:cubicBezTo>
                <a:cubicBezTo>
                  <a:pt x="374651" y="96521"/>
                  <a:pt x="377191" y="102236"/>
                  <a:pt x="379096" y="108586"/>
                </a:cubicBezTo>
                <a:cubicBezTo>
                  <a:pt x="381001" y="113666"/>
                  <a:pt x="383541" y="120016"/>
                  <a:pt x="385446" y="125731"/>
                </a:cubicBezTo>
                <a:cubicBezTo>
                  <a:pt x="381636" y="125731"/>
                  <a:pt x="377191" y="125096"/>
                  <a:pt x="373381" y="125096"/>
                </a:cubicBezTo>
                <a:cubicBezTo>
                  <a:pt x="371476" y="119381"/>
                  <a:pt x="368936" y="113666"/>
                  <a:pt x="367031" y="107951"/>
                </a:cubicBezTo>
                <a:cubicBezTo>
                  <a:pt x="365126" y="102236"/>
                  <a:pt x="363221" y="96521"/>
                  <a:pt x="361316" y="90806"/>
                </a:cubicBezTo>
                <a:cubicBezTo>
                  <a:pt x="358141" y="90806"/>
                  <a:pt x="354966" y="90806"/>
                  <a:pt x="351791" y="90806"/>
                </a:cubicBezTo>
                <a:lnTo>
                  <a:pt x="351791" y="125096"/>
                </a:lnTo>
                <a:lnTo>
                  <a:pt x="340996" y="125096"/>
                </a:lnTo>
                <a:close/>
                <a:moveTo>
                  <a:pt x="304801" y="45086"/>
                </a:moveTo>
                <a:cubicBezTo>
                  <a:pt x="313056" y="45086"/>
                  <a:pt x="318771" y="49531"/>
                  <a:pt x="322581" y="56516"/>
                </a:cubicBezTo>
                <a:cubicBezTo>
                  <a:pt x="326391" y="63501"/>
                  <a:pt x="328296" y="73661"/>
                  <a:pt x="328296" y="85091"/>
                </a:cubicBezTo>
                <a:cubicBezTo>
                  <a:pt x="328296" y="96521"/>
                  <a:pt x="326391" y="106681"/>
                  <a:pt x="322581" y="114301"/>
                </a:cubicBezTo>
                <a:cubicBezTo>
                  <a:pt x="318771" y="121286"/>
                  <a:pt x="312421" y="126366"/>
                  <a:pt x="304166" y="126366"/>
                </a:cubicBezTo>
                <a:cubicBezTo>
                  <a:pt x="295911" y="126366"/>
                  <a:pt x="290196" y="122556"/>
                  <a:pt x="286386" y="115571"/>
                </a:cubicBezTo>
                <a:cubicBezTo>
                  <a:pt x="282576" y="108586"/>
                  <a:pt x="280671" y="98426"/>
                  <a:pt x="280671" y="86996"/>
                </a:cubicBezTo>
                <a:cubicBezTo>
                  <a:pt x="280671" y="75566"/>
                  <a:pt x="282576" y="65406"/>
                  <a:pt x="286386" y="57786"/>
                </a:cubicBezTo>
                <a:cubicBezTo>
                  <a:pt x="290196" y="50166"/>
                  <a:pt x="296546" y="45721"/>
                  <a:pt x="304801" y="45086"/>
                </a:cubicBezTo>
                <a:close/>
                <a:moveTo>
                  <a:pt x="335280" y="22861"/>
                </a:moveTo>
                <a:cubicBezTo>
                  <a:pt x="253365" y="22861"/>
                  <a:pt x="139700" y="31116"/>
                  <a:pt x="43180" y="73661"/>
                </a:cubicBezTo>
                <a:cubicBezTo>
                  <a:pt x="30480" y="79376"/>
                  <a:pt x="22225" y="90171"/>
                  <a:pt x="22225" y="109221"/>
                </a:cubicBezTo>
                <a:cubicBezTo>
                  <a:pt x="22225" y="410846"/>
                  <a:pt x="137795" y="597536"/>
                  <a:pt x="320675" y="728346"/>
                </a:cubicBezTo>
                <a:cubicBezTo>
                  <a:pt x="328930" y="734061"/>
                  <a:pt x="334011" y="735331"/>
                  <a:pt x="335280" y="735966"/>
                </a:cubicBezTo>
                <a:cubicBezTo>
                  <a:pt x="336550" y="735966"/>
                  <a:pt x="341630" y="734696"/>
                  <a:pt x="349886" y="728346"/>
                </a:cubicBezTo>
                <a:cubicBezTo>
                  <a:pt x="532765" y="597536"/>
                  <a:pt x="648336" y="410846"/>
                  <a:pt x="648336" y="109221"/>
                </a:cubicBezTo>
                <a:cubicBezTo>
                  <a:pt x="648336" y="89536"/>
                  <a:pt x="640080" y="79376"/>
                  <a:pt x="627380" y="73661"/>
                </a:cubicBezTo>
                <a:cubicBezTo>
                  <a:pt x="530225" y="31751"/>
                  <a:pt x="416561" y="22861"/>
                  <a:pt x="335280" y="22861"/>
                </a:cubicBezTo>
                <a:close/>
                <a:moveTo>
                  <a:pt x="335280" y="0"/>
                </a:moveTo>
                <a:cubicBezTo>
                  <a:pt x="417830" y="0"/>
                  <a:pt x="535305" y="8890"/>
                  <a:pt x="636270" y="52705"/>
                </a:cubicBezTo>
                <a:cubicBezTo>
                  <a:pt x="657861" y="62230"/>
                  <a:pt x="670561" y="80645"/>
                  <a:pt x="670561" y="108585"/>
                </a:cubicBezTo>
                <a:cubicBezTo>
                  <a:pt x="670561" y="417195"/>
                  <a:pt x="551180" y="610870"/>
                  <a:pt x="363220" y="746125"/>
                </a:cubicBezTo>
                <a:cubicBezTo>
                  <a:pt x="354330" y="752475"/>
                  <a:pt x="344805" y="757555"/>
                  <a:pt x="335915" y="757555"/>
                </a:cubicBezTo>
                <a:cubicBezTo>
                  <a:pt x="327025" y="757555"/>
                  <a:pt x="317500" y="752475"/>
                  <a:pt x="308611" y="746125"/>
                </a:cubicBezTo>
                <a:cubicBezTo>
                  <a:pt x="119380" y="611505"/>
                  <a:pt x="0" y="417830"/>
                  <a:pt x="0" y="108585"/>
                </a:cubicBezTo>
                <a:cubicBezTo>
                  <a:pt x="0" y="81280"/>
                  <a:pt x="12700" y="62230"/>
                  <a:pt x="34290" y="52705"/>
                </a:cubicBezTo>
                <a:cubicBezTo>
                  <a:pt x="135255" y="8255"/>
                  <a:pt x="252730" y="0"/>
                  <a:pt x="335280" y="0"/>
                </a:cubicBezTo>
                <a:close/>
              </a:path>
            </a:pathLst>
          </a:custGeom>
          <a:solidFill>
            <a:schemeClr val="tx2"/>
          </a:solidFill>
          <a:ln w="6350" cap="flat">
            <a:noFill/>
            <a:prstDash val="solid"/>
            <a:miter/>
          </a:ln>
        </p:spPr>
        <p:txBody>
          <a:bodyPr wrap="square" rtlCol="0" anchor="ctr">
            <a:noAutofit/>
          </a:bodyPr>
          <a:lstStyle/>
          <a:p>
            <a:endParaRPr lang="en-GB"/>
          </a:p>
        </p:txBody>
      </p:sp>
      <p:pic>
        <p:nvPicPr>
          <p:cNvPr id="2" name="Graphic 1">
            <a:extLst>
              <a:ext uri="{FF2B5EF4-FFF2-40B4-BE49-F238E27FC236}">
                <a16:creationId xmlns:a16="http://schemas.microsoft.com/office/drawing/2014/main" id="{AF827F7A-3702-8D1C-C79C-DF2A38EC168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9734632" y="257249"/>
            <a:ext cx="2049379" cy="289014"/>
          </a:xfrm>
          <a:prstGeom prst="rect">
            <a:avLst/>
          </a:prstGeom>
        </p:spPr>
      </p:pic>
    </p:spTree>
    <p:extLst>
      <p:ext uri="{BB962C8B-B14F-4D97-AF65-F5344CB8AC3E}">
        <p14:creationId xmlns:p14="http://schemas.microsoft.com/office/powerpoint/2010/main" val="58594095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olkswagen Group brands on White">
    <p:spTree>
      <p:nvGrpSpPr>
        <p:cNvPr id="1" name=""/>
        <p:cNvGrpSpPr/>
        <p:nvPr/>
      </p:nvGrpSpPr>
      <p:grpSpPr>
        <a:xfrm>
          <a:off x="0" y="0"/>
          <a:ext cx="0" cy="0"/>
          <a:chOff x="0" y="0"/>
          <a:chExt cx="0" cy="0"/>
        </a:xfrm>
      </p:grpSpPr>
      <p:grpSp>
        <p:nvGrpSpPr>
          <p:cNvPr id="39" name="Frame">
            <a:extLst>
              <a:ext uri="{FF2B5EF4-FFF2-40B4-BE49-F238E27FC236}">
                <a16:creationId xmlns:a16="http://schemas.microsoft.com/office/drawing/2014/main" id="{14204BA2-39D9-68FF-43BC-66943F550F34}"/>
              </a:ext>
            </a:extLst>
          </p:cNvPr>
          <p:cNvGrpSpPr/>
          <p:nvPr userDrawn="1"/>
        </p:nvGrpSpPr>
        <p:grpSpPr>
          <a:xfrm>
            <a:off x="2127250" y="1647825"/>
            <a:ext cx="7937500" cy="3562350"/>
            <a:chOff x="2127250" y="1647825"/>
            <a:chExt cx="7937500" cy="3562350"/>
          </a:xfrm>
        </p:grpSpPr>
        <p:sp>
          <p:nvSpPr>
            <p:cNvPr id="99" name="Freeform 98">
              <a:extLst>
                <a:ext uri="{FF2B5EF4-FFF2-40B4-BE49-F238E27FC236}">
                  <a16:creationId xmlns:a16="http://schemas.microsoft.com/office/drawing/2014/main" id="{FBC02195-6D1F-BBDB-C51D-15DBE013B426}"/>
                </a:ext>
              </a:extLst>
            </p:cNvPr>
            <p:cNvSpPr/>
            <p:nvPr/>
          </p:nvSpPr>
          <p:spPr>
            <a:xfrm>
              <a:off x="847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2" name="Freeform 101">
              <a:extLst>
                <a:ext uri="{FF2B5EF4-FFF2-40B4-BE49-F238E27FC236}">
                  <a16:creationId xmlns:a16="http://schemas.microsoft.com/office/drawing/2014/main" id="{F0FFAC97-310F-7313-84E4-A903EA0E9C51}"/>
                </a:ext>
              </a:extLst>
            </p:cNvPr>
            <p:cNvSpPr/>
            <p:nvPr/>
          </p:nvSpPr>
          <p:spPr>
            <a:xfrm>
              <a:off x="6889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5" name="Freeform 104">
              <a:extLst>
                <a:ext uri="{FF2B5EF4-FFF2-40B4-BE49-F238E27FC236}">
                  <a16:creationId xmlns:a16="http://schemas.microsoft.com/office/drawing/2014/main" id="{AAF4754E-AC45-48B5-8C38-E6EB7362DE8E}"/>
                </a:ext>
              </a:extLst>
            </p:cNvPr>
            <p:cNvSpPr/>
            <p:nvPr/>
          </p:nvSpPr>
          <p:spPr>
            <a:xfrm>
              <a:off x="5302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7" name="Freeform 106">
              <a:extLst>
                <a:ext uri="{FF2B5EF4-FFF2-40B4-BE49-F238E27FC236}">
                  <a16:creationId xmlns:a16="http://schemas.microsoft.com/office/drawing/2014/main" id="{3AF87535-B489-3B35-B12A-AEFCB0D5DF50}"/>
                </a:ext>
              </a:extLst>
            </p:cNvPr>
            <p:cNvSpPr/>
            <p:nvPr/>
          </p:nvSpPr>
          <p:spPr>
            <a:xfrm>
              <a:off x="37147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6" name="Freeform 5">
              <a:extLst>
                <a:ext uri="{FF2B5EF4-FFF2-40B4-BE49-F238E27FC236}">
                  <a16:creationId xmlns:a16="http://schemas.microsoft.com/office/drawing/2014/main" id="{B34EFAEC-1CB4-8F83-C3A3-020E24A1EE43}"/>
                </a:ext>
              </a:extLst>
            </p:cNvPr>
            <p:cNvSpPr/>
            <p:nvPr userDrawn="1"/>
          </p:nvSpPr>
          <p:spPr>
            <a:xfrm>
              <a:off x="847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7" name="Freeform 6">
              <a:extLst>
                <a:ext uri="{FF2B5EF4-FFF2-40B4-BE49-F238E27FC236}">
                  <a16:creationId xmlns:a16="http://schemas.microsoft.com/office/drawing/2014/main" id="{11B441BF-21D7-A2DE-EBBE-47C98F36D2B3}"/>
                </a:ext>
              </a:extLst>
            </p:cNvPr>
            <p:cNvSpPr/>
            <p:nvPr userDrawn="1"/>
          </p:nvSpPr>
          <p:spPr>
            <a:xfrm>
              <a:off x="6889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9" name="Freeform 8">
              <a:extLst>
                <a:ext uri="{FF2B5EF4-FFF2-40B4-BE49-F238E27FC236}">
                  <a16:creationId xmlns:a16="http://schemas.microsoft.com/office/drawing/2014/main" id="{067E97CF-2210-4584-7273-7DF954260400}"/>
                </a:ext>
              </a:extLst>
            </p:cNvPr>
            <p:cNvSpPr/>
            <p:nvPr userDrawn="1"/>
          </p:nvSpPr>
          <p:spPr>
            <a:xfrm>
              <a:off x="5302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0" name="Freeform 9">
              <a:extLst>
                <a:ext uri="{FF2B5EF4-FFF2-40B4-BE49-F238E27FC236}">
                  <a16:creationId xmlns:a16="http://schemas.microsoft.com/office/drawing/2014/main" id="{CA2715A5-00EE-9E86-0242-1BF3BA5B5334}"/>
                </a:ext>
              </a:extLst>
            </p:cNvPr>
            <p:cNvSpPr/>
            <p:nvPr userDrawn="1"/>
          </p:nvSpPr>
          <p:spPr>
            <a:xfrm>
              <a:off x="37147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BDDB7B7E-76EF-6FEA-D9AF-AC7B8C754646}"/>
                </a:ext>
              </a:extLst>
            </p:cNvPr>
            <p:cNvSpPr/>
            <p:nvPr userDrawn="1"/>
          </p:nvSpPr>
          <p:spPr>
            <a:xfrm>
              <a:off x="2127250" y="40227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56F308E4-83E5-D274-88DE-0F4E703E61C4}"/>
                </a:ext>
              </a:extLst>
            </p:cNvPr>
            <p:cNvSpPr/>
            <p:nvPr userDrawn="1"/>
          </p:nvSpPr>
          <p:spPr>
            <a:xfrm>
              <a:off x="847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8" name="Freeform 17">
              <a:extLst>
                <a:ext uri="{FF2B5EF4-FFF2-40B4-BE49-F238E27FC236}">
                  <a16:creationId xmlns:a16="http://schemas.microsoft.com/office/drawing/2014/main" id="{09C248A1-8291-F9E7-9656-FBACDC4DB845}"/>
                </a:ext>
              </a:extLst>
            </p:cNvPr>
            <p:cNvSpPr/>
            <p:nvPr userDrawn="1"/>
          </p:nvSpPr>
          <p:spPr>
            <a:xfrm>
              <a:off x="6889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C1F00D78-99AA-6DD7-482A-C14559B1F105}"/>
                </a:ext>
              </a:extLst>
            </p:cNvPr>
            <p:cNvSpPr/>
            <p:nvPr userDrawn="1"/>
          </p:nvSpPr>
          <p:spPr>
            <a:xfrm>
              <a:off x="5302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123C5C2E-9B7A-730C-6C08-6B3D53B85430}"/>
                </a:ext>
              </a:extLst>
            </p:cNvPr>
            <p:cNvSpPr/>
            <p:nvPr userDrawn="1"/>
          </p:nvSpPr>
          <p:spPr>
            <a:xfrm>
              <a:off x="37147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B723BDC3-01FD-19AB-75FA-7F7CBDFA3060}"/>
                </a:ext>
              </a:extLst>
            </p:cNvPr>
            <p:cNvSpPr/>
            <p:nvPr userDrawn="1"/>
          </p:nvSpPr>
          <p:spPr>
            <a:xfrm>
              <a:off x="2127250" y="164782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F58E9E53-ABC9-F970-A950-394240EA53A1}"/>
                </a:ext>
              </a:extLst>
            </p:cNvPr>
            <p:cNvSpPr/>
            <p:nvPr userDrawn="1"/>
          </p:nvSpPr>
          <p:spPr>
            <a:xfrm>
              <a:off x="2127250" y="2835275"/>
              <a:ext cx="1587500" cy="1187450"/>
            </a:xfrm>
            <a:custGeom>
              <a:avLst/>
              <a:gdLst>
                <a:gd name="connsiteX0" fmla="*/ 0 w 1587500"/>
                <a:gd name="connsiteY0" fmla="*/ 0 h 1187450"/>
                <a:gd name="connsiteX1" fmla="*/ 1587500 w 1587500"/>
                <a:gd name="connsiteY1" fmla="*/ 0 h 1187450"/>
                <a:gd name="connsiteX2" fmla="*/ 1587500 w 1587500"/>
                <a:gd name="connsiteY2" fmla="*/ 1187450 h 1187450"/>
                <a:gd name="connsiteX3" fmla="*/ 0 w 1587500"/>
                <a:gd name="connsiteY3" fmla="*/ 1187450 h 1187450"/>
              </a:gdLst>
              <a:ahLst/>
              <a:cxnLst>
                <a:cxn ang="0">
                  <a:pos x="connsiteX0" y="connsiteY0"/>
                </a:cxn>
                <a:cxn ang="0">
                  <a:pos x="connsiteX1" y="connsiteY1"/>
                </a:cxn>
                <a:cxn ang="0">
                  <a:pos x="connsiteX2" y="connsiteY2"/>
                </a:cxn>
                <a:cxn ang="0">
                  <a:pos x="connsiteX3" y="connsiteY3"/>
                </a:cxn>
              </a:cxnLst>
              <a:rect l="l" t="t" r="r" b="b"/>
              <a:pathLst>
                <a:path w="1587500" h="1187450">
                  <a:moveTo>
                    <a:pt x="0" y="0"/>
                  </a:moveTo>
                  <a:lnTo>
                    <a:pt x="1587500" y="0"/>
                  </a:lnTo>
                  <a:lnTo>
                    <a:pt x="1587500" y="1187450"/>
                  </a:lnTo>
                  <a:lnTo>
                    <a:pt x="0" y="1187450"/>
                  </a:lnTo>
                  <a:close/>
                </a:path>
              </a:pathLst>
            </a:custGeom>
            <a:noFill/>
            <a:ln w="6350" cap="flat">
              <a:noFill/>
              <a:prstDash val="solid"/>
              <a:miter/>
            </a:ln>
          </p:spPr>
          <p:txBody>
            <a:bodyPr rtlCol="0" anchor="ctr"/>
            <a:lstStyle/>
            <a:p>
              <a:endParaRPr lang="en-GB"/>
            </a:p>
          </p:txBody>
        </p:sp>
      </p:grpSp>
      <p:sp>
        <p:nvSpPr>
          <p:cNvPr id="76" name="Note">
            <a:extLst>
              <a:ext uri="{FF2B5EF4-FFF2-40B4-BE49-F238E27FC236}">
                <a16:creationId xmlns:a16="http://schemas.microsoft.com/office/drawing/2014/main" id="{F558C667-C804-47D6-F7D8-597165E85B3E}"/>
              </a:ext>
            </a:extLst>
          </p:cNvPr>
          <p:cNvSpPr/>
          <p:nvPr userDrawn="1"/>
        </p:nvSpPr>
        <p:spPr>
          <a:xfrm>
            <a:off x="-2078" y="6985348"/>
            <a:ext cx="2160765" cy="47136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0" rIns="90000" bIns="0" rtlCol="0" anchor="ctr"/>
          <a:lstStyle/>
          <a:p>
            <a:pPr algn="l"/>
            <a:r>
              <a:rPr lang="en-GB" sz="1000">
                <a:solidFill>
                  <a:srgbClr val="FF0000"/>
                </a:solidFill>
              </a:rPr>
              <a:t>These logos are available </a:t>
            </a:r>
            <a:br>
              <a:rPr lang="en-GB" sz="1000">
                <a:solidFill>
                  <a:srgbClr val="FF0000"/>
                </a:solidFill>
              </a:rPr>
            </a:br>
            <a:r>
              <a:rPr lang="en-GB" sz="1000">
                <a:solidFill>
                  <a:srgbClr val="FF0000"/>
                </a:solidFill>
              </a:rPr>
              <a:t>in master view.</a:t>
            </a:r>
          </a:p>
        </p:txBody>
      </p:sp>
      <p:sp>
        <p:nvSpPr>
          <p:cNvPr id="14" name="MOIA">
            <a:extLst>
              <a:ext uri="{FF2B5EF4-FFF2-40B4-BE49-F238E27FC236}">
                <a16:creationId xmlns:a16="http://schemas.microsoft.com/office/drawing/2014/main" id="{F2B51C5D-E205-7C38-DED4-D54B57CF1AD6}"/>
              </a:ext>
            </a:extLst>
          </p:cNvPr>
          <p:cNvSpPr/>
          <p:nvPr userDrawn="1"/>
        </p:nvSpPr>
        <p:spPr>
          <a:xfrm>
            <a:off x="8785966" y="4512648"/>
            <a:ext cx="964565" cy="204471"/>
          </a:xfrm>
          <a:custGeom>
            <a:avLst/>
            <a:gdLst>
              <a:gd name="connsiteX0" fmla="*/ 436245 w 964565"/>
              <a:gd name="connsiteY0" fmla="*/ 29846 h 204471"/>
              <a:gd name="connsiteX1" fmla="*/ 365759 w 964565"/>
              <a:gd name="connsiteY1" fmla="*/ 102236 h 204471"/>
              <a:gd name="connsiteX2" fmla="*/ 436245 w 964565"/>
              <a:gd name="connsiteY2" fmla="*/ 174625 h 204471"/>
              <a:gd name="connsiteX3" fmla="*/ 506729 w 964565"/>
              <a:gd name="connsiteY3" fmla="*/ 102236 h 204471"/>
              <a:gd name="connsiteX4" fmla="*/ 436245 w 964565"/>
              <a:gd name="connsiteY4" fmla="*/ 29846 h 204471"/>
              <a:gd name="connsiteX5" fmla="*/ 647064 w 964565"/>
              <a:gd name="connsiteY5" fmla="*/ 2541 h 204471"/>
              <a:gd name="connsiteX6" fmla="*/ 680084 w 964565"/>
              <a:gd name="connsiteY6" fmla="*/ 2541 h 204471"/>
              <a:gd name="connsiteX7" fmla="*/ 680084 w 964565"/>
              <a:gd name="connsiteY7" fmla="*/ 201930 h 204471"/>
              <a:gd name="connsiteX8" fmla="*/ 647064 w 964565"/>
              <a:gd name="connsiteY8" fmla="*/ 201930 h 204471"/>
              <a:gd name="connsiteX9" fmla="*/ 83820 w 964565"/>
              <a:gd name="connsiteY9" fmla="*/ 636 h 204471"/>
              <a:gd name="connsiteX10" fmla="*/ 85725 w 964565"/>
              <a:gd name="connsiteY10" fmla="*/ 1906 h 204471"/>
              <a:gd name="connsiteX11" fmla="*/ 133350 w 964565"/>
              <a:gd name="connsiteY11" fmla="*/ 128906 h 204471"/>
              <a:gd name="connsiteX12" fmla="*/ 142239 w 964565"/>
              <a:gd name="connsiteY12" fmla="*/ 104775 h 204471"/>
              <a:gd name="connsiteX13" fmla="*/ 180975 w 964565"/>
              <a:gd name="connsiteY13" fmla="*/ 1906 h 204471"/>
              <a:gd name="connsiteX14" fmla="*/ 182879 w 964565"/>
              <a:gd name="connsiteY14" fmla="*/ 636 h 204471"/>
              <a:gd name="connsiteX15" fmla="*/ 184784 w 964565"/>
              <a:gd name="connsiteY15" fmla="*/ 1906 h 204471"/>
              <a:gd name="connsiteX16" fmla="*/ 267334 w 964565"/>
              <a:gd name="connsiteY16" fmla="*/ 200661 h 204471"/>
              <a:gd name="connsiteX17" fmla="*/ 234314 w 964565"/>
              <a:gd name="connsiteY17" fmla="*/ 200661 h 204471"/>
              <a:gd name="connsiteX18" fmla="*/ 184150 w 964565"/>
              <a:gd name="connsiteY18" fmla="*/ 75566 h 204471"/>
              <a:gd name="connsiteX19" fmla="*/ 135254 w 964565"/>
              <a:gd name="connsiteY19" fmla="*/ 200661 h 204471"/>
              <a:gd name="connsiteX20" fmla="*/ 133350 w 964565"/>
              <a:gd name="connsiteY20" fmla="*/ 201931 h 204471"/>
              <a:gd name="connsiteX21" fmla="*/ 131445 w 964565"/>
              <a:gd name="connsiteY21" fmla="*/ 200661 h 204471"/>
              <a:gd name="connsiteX22" fmla="*/ 83184 w 964565"/>
              <a:gd name="connsiteY22" fmla="*/ 75566 h 204471"/>
              <a:gd name="connsiteX23" fmla="*/ 58420 w 964565"/>
              <a:gd name="connsiteY23" fmla="*/ 140336 h 204471"/>
              <a:gd name="connsiteX24" fmla="*/ 33020 w 964565"/>
              <a:gd name="connsiteY24" fmla="*/ 201297 h 204471"/>
              <a:gd name="connsiteX25" fmla="*/ 0 w 964565"/>
              <a:gd name="connsiteY25" fmla="*/ 201297 h 204471"/>
              <a:gd name="connsiteX26" fmla="*/ 81914 w 964565"/>
              <a:gd name="connsiteY26" fmla="*/ 1906 h 204471"/>
              <a:gd name="connsiteX27" fmla="*/ 83820 w 964565"/>
              <a:gd name="connsiteY27" fmla="*/ 636 h 204471"/>
              <a:gd name="connsiteX28" fmla="*/ 876934 w 964565"/>
              <a:gd name="connsiteY28" fmla="*/ 0 h 204471"/>
              <a:gd name="connsiteX29" fmla="*/ 878204 w 964565"/>
              <a:gd name="connsiteY29" fmla="*/ 1271 h 204471"/>
              <a:gd name="connsiteX30" fmla="*/ 964565 w 964565"/>
              <a:gd name="connsiteY30" fmla="*/ 201930 h 204471"/>
              <a:gd name="connsiteX31" fmla="*/ 934084 w 964565"/>
              <a:gd name="connsiteY31" fmla="*/ 201930 h 204471"/>
              <a:gd name="connsiteX32" fmla="*/ 876300 w 964565"/>
              <a:gd name="connsiteY32" fmla="*/ 68580 h 204471"/>
              <a:gd name="connsiteX33" fmla="*/ 819150 w 964565"/>
              <a:gd name="connsiteY33" fmla="*/ 201930 h 204471"/>
              <a:gd name="connsiteX34" fmla="*/ 788670 w 964565"/>
              <a:gd name="connsiteY34" fmla="*/ 201930 h 204471"/>
              <a:gd name="connsiteX35" fmla="*/ 875665 w 964565"/>
              <a:gd name="connsiteY35" fmla="*/ 1271 h 204471"/>
              <a:gd name="connsiteX36" fmla="*/ 876934 w 964565"/>
              <a:gd name="connsiteY36" fmla="*/ 0 h 204471"/>
              <a:gd name="connsiteX37" fmla="*/ 436245 w 964565"/>
              <a:gd name="connsiteY37" fmla="*/ 0 h 204471"/>
              <a:gd name="connsiteX38" fmla="*/ 538479 w 964565"/>
              <a:gd name="connsiteY38" fmla="*/ 102236 h 204471"/>
              <a:gd name="connsiteX39" fmla="*/ 436245 w 964565"/>
              <a:gd name="connsiteY39" fmla="*/ 204471 h 204471"/>
              <a:gd name="connsiteX40" fmla="*/ 334009 w 964565"/>
              <a:gd name="connsiteY40" fmla="*/ 102236 h 204471"/>
              <a:gd name="connsiteX41" fmla="*/ 436245 w 964565"/>
              <a:gd name="connsiteY41" fmla="*/ 0 h 2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4565" h="204471">
                <a:moveTo>
                  <a:pt x="436245" y="29846"/>
                </a:moveTo>
                <a:cubicBezTo>
                  <a:pt x="396875" y="29846"/>
                  <a:pt x="366395" y="61596"/>
                  <a:pt x="365759" y="102236"/>
                </a:cubicBezTo>
                <a:cubicBezTo>
                  <a:pt x="365759" y="142875"/>
                  <a:pt x="396875" y="174625"/>
                  <a:pt x="436245" y="174625"/>
                </a:cubicBezTo>
                <a:cubicBezTo>
                  <a:pt x="475614" y="174625"/>
                  <a:pt x="506729" y="142875"/>
                  <a:pt x="506729" y="102236"/>
                </a:cubicBezTo>
                <a:cubicBezTo>
                  <a:pt x="506729" y="61596"/>
                  <a:pt x="475614" y="29846"/>
                  <a:pt x="436245" y="29846"/>
                </a:cubicBezTo>
                <a:close/>
                <a:moveTo>
                  <a:pt x="647064" y="2541"/>
                </a:moveTo>
                <a:lnTo>
                  <a:pt x="680084" y="2541"/>
                </a:lnTo>
                <a:lnTo>
                  <a:pt x="680084" y="201930"/>
                </a:lnTo>
                <a:lnTo>
                  <a:pt x="647064" y="201930"/>
                </a:lnTo>
                <a:close/>
                <a:moveTo>
                  <a:pt x="83820" y="636"/>
                </a:moveTo>
                <a:cubicBezTo>
                  <a:pt x="84454" y="636"/>
                  <a:pt x="85089" y="1272"/>
                  <a:pt x="85725" y="1906"/>
                </a:cubicBezTo>
                <a:lnTo>
                  <a:pt x="133350" y="128906"/>
                </a:lnTo>
                <a:lnTo>
                  <a:pt x="142239" y="104775"/>
                </a:lnTo>
                <a:lnTo>
                  <a:pt x="180975" y="1906"/>
                </a:lnTo>
                <a:cubicBezTo>
                  <a:pt x="180975" y="1272"/>
                  <a:pt x="181609" y="636"/>
                  <a:pt x="182879" y="636"/>
                </a:cubicBezTo>
                <a:cubicBezTo>
                  <a:pt x="183514" y="636"/>
                  <a:pt x="184150" y="1272"/>
                  <a:pt x="184784" y="1906"/>
                </a:cubicBezTo>
                <a:lnTo>
                  <a:pt x="267334" y="200661"/>
                </a:lnTo>
                <a:lnTo>
                  <a:pt x="234314" y="200661"/>
                </a:lnTo>
                <a:lnTo>
                  <a:pt x="184150" y="75566"/>
                </a:lnTo>
                <a:lnTo>
                  <a:pt x="135254" y="200661"/>
                </a:lnTo>
                <a:cubicBezTo>
                  <a:pt x="134620" y="201297"/>
                  <a:pt x="133984" y="201931"/>
                  <a:pt x="133350" y="201931"/>
                </a:cubicBezTo>
                <a:cubicBezTo>
                  <a:pt x="132714" y="201931"/>
                  <a:pt x="131445" y="201297"/>
                  <a:pt x="131445" y="200661"/>
                </a:cubicBezTo>
                <a:lnTo>
                  <a:pt x="83184" y="75566"/>
                </a:lnTo>
                <a:lnTo>
                  <a:pt x="58420" y="140336"/>
                </a:lnTo>
                <a:lnTo>
                  <a:pt x="33020" y="201297"/>
                </a:lnTo>
                <a:lnTo>
                  <a:pt x="0" y="201297"/>
                </a:lnTo>
                <a:lnTo>
                  <a:pt x="81914" y="1906"/>
                </a:lnTo>
                <a:cubicBezTo>
                  <a:pt x="81914" y="1272"/>
                  <a:pt x="82550" y="636"/>
                  <a:pt x="83820" y="636"/>
                </a:cubicBezTo>
                <a:close/>
                <a:moveTo>
                  <a:pt x="876934" y="0"/>
                </a:moveTo>
                <a:cubicBezTo>
                  <a:pt x="877570" y="0"/>
                  <a:pt x="878204" y="636"/>
                  <a:pt x="878204" y="1271"/>
                </a:cubicBezTo>
                <a:lnTo>
                  <a:pt x="964565" y="201930"/>
                </a:lnTo>
                <a:lnTo>
                  <a:pt x="934084" y="201930"/>
                </a:lnTo>
                <a:lnTo>
                  <a:pt x="876300" y="68580"/>
                </a:lnTo>
                <a:lnTo>
                  <a:pt x="819150" y="201930"/>
                </a:lnTo>
                <a:lnTo>
                  <a:pt x="788670" y="201930"/>
                </a:lnTo>
                <a:lnTo>
                  <a:pt x="875665" y="1271"/>
                </a:lnTo>
                <a:cubicBezTo>
                  <a:pt x="875665" y="636"/>
                  <a:pt x="876300" y="0"/>
                  <a:pt x="876934" y="0"/>
                </a:cubicBezTo>
                <a:close/>
                <a:moveTo>
                  <a:pt x="436245" y="0"/>
                </a:moveTo>
                <a:cubicBezTo>
                  <a:pt x="492759" y="0"/>
                  <a:pt x="538479" y="45721"/>
                  <a:pt x="538479" y="102236"/>
                </a:cubicBezTo>
                <a:cubicBezTo>
                  <a:pt x="538479" y="158750"/>
                  <a:pt x="492759" y="204471"/>
                  <a:pt x="436245" y="204471"/>
                </a:cubicBezTo>
                <a:cubicBezTo>
                  <a:pt x="380364" y="204471"/>
                  <a:pt x="334645" y="158750"/>
                  <a:pt x="334009" y="102236"/>
                </a:cubicBezTo>
                <a:cubicBezTo>
                  <a:pt x="334009" y="45721"/>
                  <a:pt x="379729" y="0"/>
                  <a:pt x="436245" y="0"/>
                </a:cubicBezTo>
                <a:close/>
              </a:path>
            </a:pathLst>
          </a:custGeom>
          <a:solidFill>
            <a:schemeClr val="tx2"/>
          </a:solidFill>
          <a:ln w="6350" cap="flat">
            <a:noFill/>
            <a:prstDash val="solid"/>
            <a:miter/>
          </a:ln>
        </p:spPr>
        <p:txBody>
          <a:bodyPr wrap="square" rtlCol="0" anchor="ctr">
            <a:noAutofit/>
          </a:bodyPr>
          <a:lstStyle/>
          <a:p>
            <a:endParaRPr lang="en-GB">
              <a:solidFill>
                <a:schemeClr val="tx2"/>
              </a:solidFill>
            </a:endParaRPr>
          </a:p>
        </p:txBody>
      </p:sp>
      <p:sp>
        <p:nvSpPr>
          <p:cNvPr id="12" name="CARIAD">
            <a:extLst>
              <a:ext uri="{FF2B5EF4-FFF2-40B4-BE49-F238E27FC236}">
                <a16:creationId xmlns:a16="http://schemas.microsoft.com/office/drawing/2014/main" id="{C7C88EA6-EE08-788D-A978-27C3BEA840A6}"/>
              </a:ext>
            </a:extLst>
          </p:cNvPr>
          <p:cNvSpPr/>
          <p:nvPr userDrawn="1"/>
        </p:nvSpPr>
        <p:spPr>
          <a:xfrm>
            <a:off x="7020308" y="4536769"/>
            <a:ext cx="1321435" cy="156845"/>
          </a:xfrm>
          <a:custGeom>
            <a:avLst/>
            <a:gdLst>
              <a:gd name="connsiteX0" fmla="*/ 960119 w 1321435"/>
              <a:gd name="connsiteY0" fmla="*/ 102236 h 156845"/>
              <a:gd name="connsiteX1" fmla="*/ 1019174 w 1321435"/>
              <a:gd name="connsiteY1" fmla="*/ 102236 h 156845"/>
              <a:gd name="connsiteX2" fmla="*/ 1019174 w 1321435"/>
              <a:gd name="connsiteY2" fmla="*/ 111125 h 156845"/>
              <a:gd name="connsiteX3" fmla="*/ 960119 w 1321435"/>
              <a:gd name="connsiteY3" fmla="*/ 111125 h 156845"/>
              <a:gd name="connsiteX4" fmla="*/ 298450 w 1321435"/>
              <a:gd name="connsiteY4" fmla="*/ 102236 h 156845"/>
              <a:gd name="connsiteX5" fmla="*/ 357505 w 1321435"/>
              <a:gd name="connsiteY5" fmla="*/ 102236 h 156845"/>
              <a:gd name="connsiteX6" fmla="*/ 357505 w 1321435"/>
              <a:gd name="connsiteY6" fmla="*/ 111125 h 156845"/>
              <a:gd name="connsiteX7" fmla="*/ 298450 w 1321435"/>
              <a:gd name="connsiteY7" fmla="*/ 111125 h 156845"/>
              <a:gd name="connsiteX8" fmla="*/ 593724 w 1321435"/>
              <a:gd name="connsiteY8" fmla="*/ 86995 h 156845"/>
              <a:gd name="connsiteX9" fmla="*/ 629919 w 1321435"/>
              <a:gd name="connsiteY9" fmla="*/ 149861 h 156845"/>
              <a:gd name="connsiteX10" fmla="*/ 622299 w 1321435"/>
              <a:gd name="connsiteY10" fmla="*/ 154306 h 156845"/>
              <a:gd name="connsiteX11" fmla="*/ 586104 w 1321435"/>
              <a:gd name="connsiteY11" fmla="*/ 91441 h 156845"/>
              <a:gd name="connsiteX12" fmla="*/ 544830 w 1321435"/>
              <a:gd name="connsiteY12" fmla="*/ 10161 h 156845"/>
              <a:gd name="connsiteX13" fmla="*/ 544830 w 1321435"/>
              <a:gd name="connsiteY13" fmla="*/ 70486 h 156845"/>
              <a:gd name="connsiteX14" fmla="*/ 579755 w 1321435"/>
              <a:gd name="connsiteY14" fmla="*/ 70486 h 156845"/>
              <a:gd name="connsiteX15" fmla="*/ 608965 w 1321435"/>
              <a:gd name="connsiteY15" fmla="*/ 62866 h 156845"/>
              <a:gd name="connsiteX16" fmla="*/ 618490 w 1321435"/>
              <a:gd name="connsiteY16" fmla="*/ 40641 h 156845"/>
              <a:gd name="connsiteX17" fmla="*/ 615315 w 1321435"/>
              <a:gd name="connsiteY17" fmla="*/ 26036 h 156845"/>
              <a:gd name="connsiteX18" fmla="*/ 606425 w 1321435"/>
              <a:gd name="connsiteY18" fmla="*/ 16511 h 156845"/>
              <a:gd name="connsiteX19" fmla="*/ 593090 w 1321435"/>
              <a:gd name="connsiteY19" fmla="*/ 11430 h 156845"/>
              <a:gd name="connsiteX20" fmla="*/ 577850 w 1321435"/>
              <a:gd name="connsiteY20" fmla="*/ 10161 h 156845"/>
              <a:gd name="connsiteX21" fmla="*/ 536575 w 1321435"/>
              <a:gd name="connsiteY21" fmla="*/ 2541 h 156845"/>
              <a:gd name="connsiteX22" fmla="*/ 580390 w 1321435"/>
              <a:gd name="connsiteY22" fmla="*/ 2541 h 156845"/>
              <a:gd name="connsiteX23" fmla="*/ 596900 w 1321435"/>
              <a:gd name="connsiteY23" fmla="*/ 3811 h 156845"/>
              <a:gd name="connsiteX24" fmla="*/ 612140 w 1321435"/>
              <a:gd name="connsiteY24" fmla="*/ 9525 h 156845"/>
              <a:gd name="connsiteX25" fmla="*/ 623570 w 1321435"/>
              <a:gd name="connsiteY25" fmla="*/ 20955 h 156845"/>
              <a:gd name="connsiteX26" fmla="*/ 628015 w 1321435"/>
              <a:gd name="connsiteY26" fmla="*/ 40005 h 156845"/>
              <a:gd name="connsiteX27" fmla="*/ 623570 w 1321435"/>
              <a:gd name="connsiteY27" fmla="*/ 58420 h 156845"/>
              <a:gd name="connsiteX28" fmla="*/ 612775 w 1321435"/>
              <a:gd name="connsiteY28" fmla="*/ 69850 h 156845"/>
              <a:gd name="connsiteX29" fmla="*/ 598805 w 1321435"/>
              <a:gd name="connsiteY29" fmla="*/ 76200 h 156845"/>
              <a:gd name="connsiteX30" fmla="*/ 583565 w 1321435"/>
              <a:gd name="connsiteY30" fmla="*/ 78105 h 156845"/>
              <a:gd name="connsiteX31" fmla="*/ 579120 w 1321435"/>
              <a:gd name="connsiteY31" fmla="*/ 78741 h 156845"/>
              <a:gd name="connsiteX32" fmla="*/ 545465 w 1321435"/>
              <a:gd name="connsiteY32" fmla="*/ 78741 h 156845"/>
              <a:gd name="connsiteX33" fmla="*/ 545465 w 1321435"/>
              <a:gd name="connsiteY33" fmla="*/ 152400 h 156845"/>
              <a:gd name="connsiteX34" fmla="*/ 536575 w 1321435"/>
              <a:gd name="connsiteY34" fmla="*/ 152400 h 156845"/>
              <a:gd name="connsiteX35" fmla="*/ 1219200 w 1321435"/>
              <a:gd name="connsiteY35" fmla="*/ 1906 h 156845"/>
              <a:gd name="connsiteX36" fmla="*/ 1247140 w 1321435"/>
              <a:gd name="connsiteY36" fmla="*/ 1906 h 156845"/>
              <a:gd name="connsiteX37" fmla="*/ 1321435 w 1321435"/>
              <a:gd name="connsiteY37" fmla="*/ 78106 h 156845"/>
              <a:gd name="connsiteX38" fmla="*/ 1247140 w 1321435"/>
              <a:gd name="connsiteY38" fmla="*/ 154306 h 156845"/>
              <a:gd name="connsiteX39" fmla="*/ 1219200 w 1321435"/>
              <a:gd name="connsiteY39" fmla="*/ 154306 h 156845"/>
              <a:gd name="connsiteX40" fmla="*/ 1219200 w 1321435"/>
              <a:gd name="connsiteY40" fmla="*/ 144781 h 156845"/>
              <a:gd name="connsiteX41" fmla="*/ 1247140 w 1321435"/>
              <a:gd name="connsiteY41" fmla="*/ 144781 h 156845"/>
              <a:gd name="connsiteX42" fmla="*/ 1312545 w 1321435"/>
              <a:gd name="connsiteY42" fmla="*/ 78106 h 156845"/>
              <a:gd name="connsiteX43" fmla="*/ 1247140 w 1321435"/>
              <a:gd name="connsiteY43" fmla="*/ 11431 h 156845"/>
              <a:gd name="connsiteX44" fmla="*/ 1219200 w 1321435"/>
              <a:gd name="connsiteY44" fmla="*/ 11431 h 156845"/>
              <a:gd name="connsiteX45" fmla="*/ 1199515 w 1321435"/>
              <a:gd name="connsiteY45" fmla="*/ 1906 h 156845"/>
              <a:gd name="connsiteX46" fmla="*/ 1208404 w 1321435"/>
              <a:gd name="connsiteY46" fmla="*/ 1906 h 156845"/>
              <a:gd name="connsiteX47" fmla="*/ 1208404 w 1321435"/>
              <a:gd name="connsiteY47" fmla="*/ 151767 h 156845"/>
              <a:gd name="connsiteX48" fmla="*/ 1199515 w 1321435"/>
              <a:gd name="connsiteY48" fmla="*/ 151767 h 156845"/>
              <a:gd name="connsiteX49" fmla="*/ 986154 w 1321435"/>
              <a:gd name="connsiteY49" fmla="*/ 1906 h 156845"/>
              <a:gd name="connsiteX50" fmla="*/ 995045 w 1321435"/>
              <a:gd name="connsiteY50" fmla="*/ 1906 h 156845"/>
              <a:gd name="connsiteX51" fmla="*/ 1058545 w 1321435"/>
              <a:gd name="connsiteY51" fmla="*/ 150495 h 156845"/>
              <a:gd name="connsiteX52" fmla="*/ 1050290 w 1321435"/>
              <a:gd name="connsiteY52" fmla="*/ 154306 h 156845"/>
              <a:gd name="connsiteX53" fmla="*/ 990600 w 1321435"/>
              <a:gd name="connsiteY53" fmla="*/ 13336 h 156845"/>
              <a:gd name="connsiteX54" fmla="*/ 931545 w 1321435"/>
              <a:gd name="connsiteY54" fmla="*/ 154306 h 156845"/>
              <a:gd name="connsiteX55" fmla="*/ 923290 w 1321435"/>
              <a:gd name="connsiteY55" fmla="*/ 150495 h 156845"/>
              <a:gd name="connsiteX56" fmla="*/ 772794 w 1321435"/>
              <a:gd name="connsiteY56" fmla="*/ 1906 h 156845"/>
              <a:gd name="connsiteX57" fmla="*/ 781684 w 1321435"/>
              <a:gd name="connsiteY57" fmla="*/ 1906 h 156845"/>
              <a:gd name="connsiteX58" fmla="*/ 781684 w 1321435"/>
              <a:gd name="connsiteY58" fmla="*/ 151767 h 156845"/>
              <a:gd name="connsiteX59" fmla="*/ 772794 w 1321435"/>
              <a:gd name="connsiteY59" fmla="*/ 151767 h 156845"/>
              <a:gd name="connsiteX60" fmla="*/ 322579 w 1321435"/>
              <a:gd name="connsiteY60" fmla="*/ 1906 h 156845"/>
              <a:gd name="connsiteX61" fmla="*/ 331470 w 1321435"/>
              <a:gd name="connsiteY61" fmla="*/ 1906 h 156845"/>
              <a:gd name="connsiteX62" fmla="*/ 394970 w 1321435"/>
              <a:gd name="connsiteY62" fmla="*/ 150495 h 156845"/>
              <a:gd name="connsiteX63" fmla="*/ 386715 w 1321435"/>
              <a:gd name="connsiteY63" fmla="*/ 154306 h 156845"/>
              <a:gd name="connsiteX64" fmla="*/ 327025 w 1321435"/>
              <a:gd name="connsiteY64" fmla="*/ 13336 h 156845"/>
              <a:gd name="connsiteX65" fmla="*/ 267970 w 1321435"/>
              <a:gd name="connsiteY65" fmla="*/ 154306 h 156845"/>
              <a:gd name="connsiteX66" fmla="*/ 259715 w 1321435"/>
              <a:gd name="connsiteY66" fmla="*/ 150495 h 156845"/>
              <a:gd name="connsiteX67" fmla="*/ 74930 w 1321435"/>
              <a:gd name="connsiteY67" fmla="*/ 0 h 156845"/>
              <a:gd name="connsiteX68" fmla="*/ 135255 w 1321435"/>
              <a:gd name="connsiteY68" fmla="*/ 31116 h 156845"/>
              <a:gd name="connsiteX69" fmla="*/ 128905 w 1321435"/>
              <a:gd name="connsiteY69" fmla="*/ 36830 h 156845"/>
              <a:gd name="connsiteX70" fmla="*/ 75565 w 1321435"/>
              <a:gd name="connsiteY70" fmla="*/ 8255 h 156845"/>
              <a:gd name="connsiteX71" fmla="*/ 8890 w 1321435"/>
              <a:gd name="connsiteY71" fmla="*/ 78105 h 156845"/>
              <a:gd name="connsiteX72" fmla="*/ 75565 w 1321435"/>
              <a:gd name="connsiteY72" fmla="*/ 147955 h 156845"/>
              <a:gd name="connsiteX73" fmla="*/ 128905 w 1321435"/>
              <a:gd name="connsiteY73" fmla="*/ 119380 h 156845"/>
              <a:gd name="connsiteX74" fmla="*/ 135255 w 1321435"/>
              <a:gd name="connsiteY74" fmla="*/ 125095 h 156845"/>
              <a:gd name="connsiteX75" fmla="*/ 74930 w 1321435"/>
              <a:gd name="connsiteY75" fmla="*/ 156845 h 156845"/>
              <a:gd name="connsiteX76" fmla="*/ 0 w 1321435"/>
              <a:gd name="connsiteY76" fmla="*/ 78105 h 156845"/>
              <a:gd name="connsiteX77" fmla="*/ 74930 w 1321435"/>
              <a:gd name="connsiteY77" fmla="*/ 0 h 15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321435" h="156845">
                <a:moveTo>
                  <a:pt x="960119" y="102236"/>
                </a:moveTo>
                <a:lnTo>
                  <a:pt x="1019174" y="102236"/>
                </a:lnTo>
                <a:lnTo>
                  <a:pt x="1019174" y="111125"/>
                </a:lnTo>
                <a:lnTo>
                  <a:pt x="960119" y="111125"/>
                </a:lnTo>
                <a:close/>
                <a:moveTo>
                  <a:pt x="298450" y="102236"/>
                </a:moveTo>
                <a:lnTo>
                  <a:pt x="357505" y="102236"/>
                </a:lnTo>
                <a:lnTo>
                  <a:pt x="357505" y="111125"/>
                </a:lnTo>
                <a:lnTo>
                  <a:pt x="298450" y="111125"/>
                </a:lnTo>
                <a:close/>
                <a:moveTo>
                  <a:pt x="593724" y="86995"/>
                </a:moveTo>
                <a:lnTo>
                  <a:pt x="629919" y="149861"/>
                </a:lnTo>
                <a:lnTo>
                  <a:pt x="622299" y="154306"/>
                </a:lnTo>
                <a:lnTo>
                  <a:pt x="586104" y="91441"/>
                </a:lnTo>
                <a:close/>
                <a:moveTo>
                  <a:pt x="544830" y="10161"/>
                </a:moveTo>
                <a:lnTo>
                  <a:pt x="544830" y="70486"/>
                </a:lnTo>
                <a:lnTo>
                  <a:pt x="579755" y="70486"/>
                </a:lnTo>
                <a:cubicBezTo>
                  <a:pt x="592455" y="70486"/>
                  <a:pt x="602615" y="67311"/>
                  <a:pt x="608965" y="62866"/>
                </a:cubicBezTo>
                <a:cubicBezTo>
                  <a:pt x="615950" y="57786"/>
                  <a:pt x="618490" y="50800"/>
                  <a:pt x="618490" y="40641"/>
                </a:cubicBezTo>
                <a:cubicBezTo>
                  <a:pt x="618490" y="34925"/>
                  <a:pt x="617220" y="29845"/>
                  <a:pt x="615315" y="26036"/>
                </a:cubicBezTo>
                <a:cubicBezTo>
                  <a:pt x="612775" y="21591"/>
                  <a:pt x="610235" y="18416"/>
                  <a:pt x="606425" y="16511"/>
                </a:cubicBezTo>
                <a:cubicBezTo>
                  <a:pt x="602615" y="13970"/>
                  <a:pt x="598170" y="12700"/>
                  <a:pt x="593090" y="11430"/>
                </a:cubicBezTo>
                <a:cubicBezTo>
                  <a:pt x="588645" y="10795"/>
                  <a:pt x="582930" y="10161"/>
                  <a:pt x="577850" y="10161"/>
                </a:cubicBezTo>
                <a:close/>
                <a:moveTo>
                  <a:pt x="536575" y="2541"/>
                </a:moveTo>
                <a:lnTo>
                  <a:pt x="580390" y="2541"/>
                </a:lnTo>
                <a:cubicBezTo>
                  <a:pt x="585470" y="2541"/>
                  <a:pt x="591820" y="2541"/>
                  <a:pt x="596900" y="3811"/>
                </a:cubicBezTo>
                <a:cubicBezTo>
                  <a:pt x="603250" y="4445"/>
                  <a:pt x="607695" y="6986"/>
                  <a:pt x="612140" y="9525"/>
                </a:cubicBezTo>
                <a:cubicBezTo>
                  <a:pt x="617220" y="12066"/>
                  <a:pt x="621030" y="15875"/>
                  <a:pt x="623570" y="20955"/>
                </a:cubicBezTo>
                <a:cubicBezTo>
                  <a:pt x="626745" y="26036"/>
                  <a:pt x="628015" y="32386"/>
                  <a:pt x="628015" y="40005"/>
                </a:cubicBezTo>
                <a:cubicBezTo>
                  <a:pt x="628015" y="47625"/>
                  <a:pt x="626110" y="53975"/>
                  <a:pt x="623570" y="58420"/>
                </a:cubicBezTo>
                <a:cubicBezTo>
                  <a:pt x="621030" y="62866"/>
                  <a:pt x="617220" y="67311"/>
                  <a:pt x="612775" y="69850"/>
                </a:cubicBezTo>
                <a:cubicBezTo>
                  <a:pt x="608330" y="73025"/>
                  <a:pt x="603250" y="74930"/>
                  <a:pt x="598805" y="76200"/>
                </a:cubicBezTo>
                <a:cubicBezTo>
                  <a:pt x="593725" y="77470"/>
                  <a:pt x="588645" y="78105"/>
                  <a:pt x="583565" y="78105"/>
                </a:cubicBezTo>
                <a:lnTo>
                  <a:pt x="579120" y="78741"/>
                </a:lnTo>
                <a:lnTo>
                  <a:pt x="545465" y="78741"/>
                </a:lnTo>
                <a:lnTo>
                  <a:pt x="545465" y="152400"/>
                </a:lnTo>
                <a:lnTo>
                  <a:pt x="536575" y="152400"/>
                </a:lnTo>
                <a:close/>
                <a:moveTo>
                  <a:pt x="1219200" y="1906"/>
                </a:moveTo>
                <a:lnTo>
                  <a:pt x="1247140" y="1906"/>
                </a:lnTo>
                <a:cubicBezTo>
                  <a:pt x="1288415" y="1906"/>
                  <a:pt x="1321435" y="36195"/>
                  <a:pt x="1321435" y="78106"/>
                </a:cubicBezTo>
                <a:cubicBezTo>
                  <a:pt x="1321435" y="120017"/>
                  <a:pt x="1288415" y="154306"/>
                  <a:pt x="1247140" y="154306"/>
                </a:cubicBezTo>
                <a:lnTo>
                  <a:pt x="1219200" y="154306"/>
                </a:lnTo>
                <a:lnTo>
                  <a:pt x="1219200" y="144781"/>
                </a:lnTo>
                <a:lnTo>
                  <a:pt x="1247140" y="144781"/>
                </a:lnTo>
                <a:cubicBezTo>
                  <a:pt x="1283335" y="144781"/>
                  <a:pt x="1312545" y="114936"/>
                  <a:pt x="1312545" y="78106"/>
                </a:cubicBezTo>
                <a:cubicBezTo>
                  <a:pt x="1312545" y="41276"/>
                  <a:pt x="1283335" y="11431"/>
                  <a:pt x="1247140" y="11431"/>
                </a:cubicBezTo>
                <a:lnTo>
                  <a:pt x="1219200" y="11431"/>
                </a:lnTo>
                <a:close/>
                <a:moveTo>
                  <a:pt x="1199515" y="1906"/>
                </a:moveTo>
                <a:lnTo>
                  <a:pt x="1208404" y="1906"/>
                </a:lnTo>
                <a:lnTo>
                  <a:pt x="1208404" y="151767"/>
                </a:lnTo>
                <a:lnTo>
                  <a:pt x="1199515" y="151767"/>
                </a:lnTo>
                <a:close/>
                <a:moveTo>
                  <a:pt x="986154" y="1906"/>
                </a:moveTo>
                <a:lnTo>
                  <a:pt x="995045" y="1906"/>
                </a:lnTo>
                <a:lnTo>
                  <a:pt x="1058545" y="150495"/>
                </a:lnTo>
                <a:lnTo>
                  <a:pt x="1050290" y="154306"/>
                </a:lnTo>
                <a:lnTo>
                  <a:pt x="990600" y="13336"/>
                </a:lnTo>
                <a:lnTo>
                  <a:pt x="931545" y="154306"/>
                </a:lnTo>
                <a:lnTo>
                  <a:pt x="923290" y="150495"/>
                </a:lnTo>
                <a:close/>
                <a:moveTo>
                  <a:pt x="772794" y="1906"/>
                </a:moveTo>
                <a:lnTo>
                  <a:pt x="781684" y="1906"/>
                </a:lnTo>
                <a:lnTo>
                  <a:pt x="781684" y="151767"/>
                </a:lnTo>
                <a:lnTo>
                  <a:pt x="772794" y="151767"/>
                </a:lnTo>
                <a:close/>
                <a:moveTo>
                  <a:pt x="322579" y="1906"/>
                </a:moveTo>
                <a:lnTo>
                  <a:pt x="331470" y="1906"/>
                </a:lnTo>
                <a:lnTo>
                  <a:pt x="394970" y="150495"/>
                </a:lnTo>
                <a:lnTo>
                  <a:pt x="386715" y="154306"/>
                </a:lnTo>
                <a:lnTo>
                  <a:pt x="327025" y="13336"/>
                </a:lnTo>
                <a:lnTo>
                  <a:pt x="267970" y="154306"/>
                </a:lnTo>
                <a:lnTo>
                  <a:pt x="259715" y="150495"/>
                </a:lnTo>
                <a:close/>
                <a:moveTo>
                  <a:pt x="74930" y="0"/>
                </a:moveTo>
                <a:cubicBezTo>
                  <a:pt x="99695" y="0"/>
                  <a:pt x="121920" y="12066"/>
                  <a:pt x="135255" y="31116"/>
                </a:cubicBezTo>
                <a:lnTo>
                  <a:pt x="128905" y="36830"/>
                </a:lnTo>
                <a:cubicBezTo>
                  <a:pt x="117475" y="19686"/>
                  <a:pt x="97790" y="8255"/>
                  <a:pt x="75565" y="8255"/>
                </a:cubicBezTo>
                <a:cubicBezTo>
                  <a:pt x="38735" y="8255"/>
                  <a:pt x="8890" y="39370"/>
                  <a:pt x="8890" y="78105"/>
                </a:cubicBezTo>
                <a:cubicBezTo>
                  <a:pt x="8890" y="116841"/>
                  <a:pt x="38735" y="147955"/>
                  <a:pt x="75565" y="147955"/>
                </a:cubicBezTo>
                <a:cubicBezTo>
                  <a:pt x="97155" y="147955"/>
                  <a:pt x="116840" y="137161"/>
                  <a:pt x="128905" y="119380"/>
                </a:cubicBezTo>
                <a:lnTo>
                  <a:pt x="135255" y="125095"/>
                </a:lnTo>
                <a:cubicBezTo>
                  <a:pt x="121920" y="144780"/>
                  <a:pt x="99695" y="156845"/>
                  <a:pt x="74930" y="156845"/>
                </a:cubicBezTo>
                <a:cubicBezTo>
                  <a:pt x="33655" y="156845"/>
                  <a:pt x="0" y="121286"/>
                  <a:pt x="0" y="78105"/>
                </a:cubicBezTo>
                <a:cubicBezTo>
                  <a:pt x="0" y="34925"/>
                  <a:pt x="33655" y="0"/>
                  <a:pt x="74930" y="0"/>
                </a:cubicBezTo>
                <a:close/>
              </a:path>
            </a:pathLst>
          </a:custGeom>
          <a:solidFill>
            <a:schemeClr val="tx2"/>
          </a:solidFill>
          <a:ln w="6350" cap="flat">
            <a:noFill/>
            <a:prstDash val="solid"/>
            <a:miter/>
          </a:ln>
        </p:spPr>
        <p:txBody>
          <a:bodyPr wrap="square" rtlCol="0" anchor="ctr">
            <a:noAutofit/>
          </a:bodyPr>
          <a:lstStyle/>
          <a:p>
            <a:endParaRPr lang="en-GB">
              <a:solidFill>
                <a:schemeClr val="tx2"/>
              </a:solidFill>
            </a:endParaRPr>
          </a:p>
        </p:txBody>
      </p:sp>
      <p:sp>
        <p:nvSpPr>
          <p:cNvPr id="16" name="SCANIA">
            <a:extLst>
              <a:ext uri="{FF2B5EF4-FFF2-40B4-BE49-F238E27FC236}">
                <a16:creationId xmlns:a16="http://schemas.microsoft.com/office/drawing/2014/main" id="{C7D4D715-B606-E420-0BFC-66754AF1C445}"/>
              </a:ext>
            </a:extLst>
          </p:cNvPr>
          <p:cNvSpPr/>
          <p:nvPr userDrawn="1"/>
        </p:nvSpPr>
        <p:spPr>
          <a:xfrm>
            <a:off x="5635625" y="4225448"/>
            <a:ext cx="920116" cy="476726"/>
          </a:xfrm>
          <a:custGeom>
            <a:avLst/>
            <a:gdLst>
              <a:gd name="connsiteX0" fmla="*/ 823595 w 920116"/>
              <a:gd name="connsiteY0" fmla="*/ 364332 h 476726"/>
              <a:gd name="connsiteX1" fmla="*/ 804545 w 920116"/>
              <a:gd name="connsiteY1" fmla="*/ 414497 h 476726"/>
              <a:gd name="connsiteX2" fmla="*/ 842645 w 920116"/>
              <a:gd name="connsiteY2" fmla="*/ 414497 h 476726"/>
              <a:gd name="connsiteX3" fmla="*/ 410210 w 920116"/>
              <a:gd name="connsiteY3" fmla="*/ 364331 h 476726"/>
              <a:gd name="connsiteX4" fmla="*/ 391160 w 920116"/>
              <a:gd name="connsiteY4" fmla="*/ 414496 h 476726"/>
              <a:gd name="connsiteX5" fmla="*/ 429260 w 920116"/>
              <a:gd name="connsiteY5" fmla="*/ 414496 h 476726"/>
              <a:gd name="connsiteX6" fmla="*/ 684531 w 920116"/>
              <a:gd name="connsiteY6" fmla="*/ 331947 h 476726"/>
              <a:gd name="connsiteX7" fmla="*/ 737870 w 920116"/>
              <a:gd name="connsiteY7" fmla="*/ 331947 h 476726"/>
              <a:gd name="connsiteX8" fmla="*/ 737870 w 920116"/>
              <a:gd name="connsiteY8" fmla="*/ 445612 h 476726"/>
              <a:gd name="connsiteX9" fmla="*/ 781686 w 920116"/>
              <a:gd name="connsiteY9" fmla="*/ 331947 h 476726"/>
              <a:gd name="connsiteX10" fmla="*/ 866776 w 920116"/>
              <a:gd name="connsiteY10" fmla="*/ 331947 h 476726"/>
              <a:gd name="connsiteX11" fmla="*/ 920116 w 920116"/>
              <a:gd name="connsiteY11" fmla="*/ 471647 h 476726"/>
              <a:gd name="connsiteX12" fmla="*/ 864236 w 920116"/>
              <a:gd name="connsiteY12" fmla="*/ 471647 h 476726"/>
              <a:gd name="connsiteX13" fmla="*/ 856616 w 920116"/>
              <a:gd name="connsiteY13" fmla="*/ 451327 h 476726"/>
              <a:gd name="connsiteX14" fmla="*/ 789941 w 920116"/>
              <a:gd name="connsiteY14" fmla="*/ 451327 h 476726"/>
              <a:gd name="connsiteX15" fmla="*/ 782320 w 920116"/>
              <a:gd name="connsiteY15" fmla="*/ 471647 h 476726"/>
              <a:gd name="connsiteX16" fmla="*/ 684531 w 920116"/>
              <a:gd name="connsiteY16" fmla="*/ 471647 h 476726"/>
              <a:gd name="connsiteX17" fmla="*/ 256540 w 920116"/>
              <a:gd name="connsiteY17" fmla="*/ 324961 h 476726"/>
              <a:gd name="connsiteX18" fmla="*/ 341630 w 920116"/>
              <a:gd name="connsiteY18" fmla="*/ 381476 h 476726"/>
              <a:gd name="connsiteX19" fmla="*/ 341630 w 920116"/>
              <a:gd name="connsiteY19" fmla="*/ 385286 h 476726"/>
              <a:gd name="connsiteX20" fmla="*/ 283845 w 920116"/>
              <a:gd name="connsiteY20" fmla="*/ 385286 h 476726"/>
              <a:gd name="connsiteX21" fmla="*/ 255905 w 920116"/>
              <a:gd name="connsiteY21" fmla="*/ 363696 h 476726"/>
              <a:gd name="connsiteX22" fmla="*/ 226060 w 920116"/>
              <a:gd name="connsiteY22" fmla="*/ 401796 h 476726"/>
              <a:gd name="connsiteX23" fmla="*/ 255905 w 920116"/>
              <a:gd name="connsiteY23" fmla="*/ 439896 h 476726"/>
              <a:gd name="connsiteX24" fmla="*/ 284480 w 920116"/>
              <a:gd name="connsiteY24" fmla="*/ 414496 h 476726"/>
              <a:gd name="connsiteX25" fmla="*/ 336550 w 920116"/>
              <a:gd name="connsiteY25" fmla="*/ 414496 h 476726"/>
              <a:gd name="connsiteX26" fmla="*/ 368300 w 920116"/>
              <a:gd name="connsiteY26" fmla="*/ 331946 h 476726"/>
              <a:gd name="connsiteX27" fmla="*/ 453390 w 920116"/>
              <a:gd name="connsiteY27" fmla="*/ 331946 h 476726"/>
              <a:gd name="connsiteX28" fmla="*/ 497840 w 920116"/>
              <a:gd name="connsiteY28" fmla="*/ 445611 h 476726"/>
              <a:gd name="connsiteX29" fmla="*/ 497840 w 920116"/>
              <a:gd name="connsiteY29" fmla="*/ 331946 h 476726"/>
              <a:gd name="connsiteX30" fmla="*/ 563880 w 920116"/>
              <a:gd name="connsiteY30" fmla="*/ 331946 h 476726"/>
              <a:gd name="connsiteX31" fmla="*/ 619125 w 920116"/>
              <a:gd name="connsiteY31" fmla="*/ 405606 h 476726"/>
              <a:gd name="connsiteX32" fmla="*/ 619125 w 920116"/>
              <a:gd name="connsiteY32" fmla="*/ 331946 h 476726"/>
              <a:gd name="connsiteX33" fmla="*/ 671195 w 920116"/>
              <a:gd name="connsiteY33" fmla="*/ 331946 h 476726"/>
              <a:gd name="connsiteX34" fmla="*/ 671195 w 920116"/>
              <a:gd name="connsiteY34" fmla="*/ 471646 h 476726"/>
              <a:gd name="connsiteX35" fmla="*/ 610235 w 920116"/>
              <a:gd name="connsiteY35" fmla="*/ 471646 h 476726"/>
              <a:gd name="connsiteX36" fmla="*/ 549910 w 920116"/>
              <a:gd name="connsiteY36" fmla="*/ 391001 h 476726"/>
              <a:gd name="connsiteX37" fmla="*/ 549910 w 920116"/>
              <a:gd name="connsiteY37" fmla="*/ 471011 h 476726"/>
              <a:gd name="connsiteX38" fmla="*/ 452120 w 920116"/>
              <a:gd name="connsiteY38" fmla="*/ 471011 h 476726"/>
              <a:gd name="connsiteX39" fmla="*/ 444500 w 920116"/>
              <a:gd name="connsiteY39" fmla="*/ 450691 h 476726"/>
              <a:gd name="connsiteX40" fmla="*/ 377825 w 920116"/>
              <a:gd name="connsiteY40" fmla="*/ 450691 h 476726"/>
              <a:gd name="connsiteX41" fmla="*/ 369570 w 920116"/>
              <a:gd name="connsiteY41" fmla="*/ 470376 h 476726"/>
              <a:gd name="connsiteX42" fmla="*/ 314960 w 920116"/>
              <a:gd name="connsiteY42" fmla="*/ 470376 h 476726"/>
              <a:gd name="connsiteX43" fmla="*/ 321310 w 920116"/>
              <a:gd name="connsiteY43" fmla="*/ 453231 h 476726"/>
              <a:gd name="connsiteX44" fmla="*/ 256540 w 920116"/>
              <a:gd name="connsiteY44" fmla="*/ 476726 h 476726"/>
              <a:gd name="connsiteX45" fmla="*/ 175895 w 920116"/>
              <a:gd name="connsiteY45" fmla="*/ 435451 h 476726"/>
              <a:gd name="connsiteX46" fmla="*/ 86995 w 920116"/>
              <a:gd name="connsiteY46" fmla="*/ 476726 h 476726"/>
              <a:gd name="connsiteX47" fmla="*/ 0 w 920116"/>
              <a:gd name="connsiteY47" fmla="*/ 427831 h 476726"/>
              <a:gd name="connsiteX48" fmla="*/ 0 w 920116"/>
              <a:gd name="connsiteY48" fmla="*/ 424656 h 476726"/>
              <a:gd name="connsiteX49" fmla="*/ 61595 w 920116"/>
              <a:gd name="connsiteY49" fmla="*/ 424656 h 476726"/>
              <a:gd name="connsiteX50" fmla="*/ 89535 w 920116"/>
              <a:gd name="connsiteY50" fmla="*/ 444341 h 476726"/>
              <a:gd name="connsiteX51" fmla="*/ 114300 w 920116"/>
              <a:gd name="connsiteY51" fmla="*/ 432276 h 476726"/>
              <a:gd name="connsiteX52" fmla="*/ 94615 w 920116"/>
              <a:gd name="connsiteY52" fmla="*/ 421481 h 476726"/>
              <a:gd name="connsiteX53" fmla="*/ 53340 w 920116"/>
              <a:gd name="connsiteY53" fmla="*/ 415766 h 476726"/>
              <a:gd name="connsiteX54" fmla="*/ 3810 w 920116"/>
              <a:gd name="connsiteY54" fmla="*/ 375126 h 476726"/>
              <a:gd name="connsiteX55" fmla="*/ 85090 w 920116"/>
              <a:gd name="connsiteY55" fmla="*/ 325596 h 476726"/>
              <a:gd name="connsiteX56" fmla="*/ 167640 w 920116"/>
              <a:gd name="connsiteY56" fmla="*/ 371951 h 476726"/>
              <a:gd name="connsiteX57" fmla="*/ 167640 w 920116"/>
              <a:gd name="connsiteY57" fmla="*/ 373856 h 476726"/>
              <a:gd name="connsiteX58" fmla="*/ 109220 w 920116"/>
              <a:gd name="connsiteY58" fmla="*/ 373856 h 476726"/>
              <a:gd name="connsiteX59" fmla="*/ 83185 w 920116"/>
              <a:gd name="connsiteY59" fmla="*/ 357346 h 476726"/>
              <a:gd name="connsiteX60" fmla="*/ 62865 w 920116"/>
              <a:gd name="connsiteY60" fmla="*/ 369411 h 476726"/>
              <a:gd name="connsiteX61" fmla="*/ 85090 w 920116"/>
              <a:gd name="connsiteY61" fmla="*/ 379571 h 476726"/>
              <a:gd name="connsiteX62" fmla="*/ 121285 w 920116"/>
              <a:gd name="connsiteY62" fmla="*/ 385286 h 476726"/>
              <a:gd name="connsiteX63" fmla="*/ 169545 w 920116"/>
              <a:gd name="connsiteY63" fmla="*/ 404336 h 476726"/>
              <a:gd name="connsiteX64" fmla="*/ 169545 w 920116"/>
              <a:gd name="connsiteY64" fmla="*/ 401161 h 476726"/>
              <a:gd name="connsiteX65" fmla="*/ 256540 w 920116"/>
              <a:gd name="connsiteY65" fmla="*/ 324961 h 476726"/>
              <a:gd name="connsiteX66" fmla="*/ 415926 w 920116"/>
              <a:gd name="connsiteY66" fmla="*/ 250031 h 476726"/>
              <a:gd name="connsiteX67" fmla="*/ 420370 w 920116"/>
              <a:gd name="connsiteY67" fmla="*/ 264636 h 476726"/>
              <a:gd name="connsiteX68" fmla="*/ 500381 w 920116"/>
              <a:gd name="connsiteY68" fmla="*/ 264636 h 476726"/>
              <a:gd name="connsiteX69" fmla="*/ 504826 w 920116"/>
              <a:gd name="connsiteY69" fmla="*/ 250031 h 476726"/>
              <a:gd name="connsiteX70" fmla="*/ 415926 w 920116"/>
              <a:gd name="connsiteY70" fmla="*/ 250031 h 476726"/>
              <a:gd name="connsiteX71" fmla="*/ 581026 w 920116"/>
              <a:gd name="connsiteY71" fmla="*/ 126841 h 476726"/>
              <a:gd name="connsiteX72" fmla="*/ 519431 w 920116"/>
              <a:gd name="connsiteY72" fmla="*/ 233521 h 476726"/>
              <a:gd name="connsiteX73" fmla="*/ 581026 w 920116"/>
              <a:gd name="connsiteY73" fmla="*/ 128111 h 476726"/>
              <a:gd name="connsiteX74" fmla="*/ 339726 w 920116"/>
              <a:gd name="connsiteY74" fmla="*/ 126841 h 476726"/>
              <a:gd name="connsiteX75" fmla="*/ 339726 w 920116"/>
              <a:gd name="connsiteY75" fmla="*/ 128111 h 476726"/>
              <a:gd name="connsiteX76" fmla="*/ 401320 w 920116"/>
              <a:gd name="connsiteY76" fmla="*/ 232886 h 476726"/>
              <a:gd name="connsiteX77" fmla="*/ 339726 w 920116"/>
              <a:gd name="connsiteY77" fmla="*/ 126841 h 476726"/>
              <a:gd name="connsiteX78" fmla="*/ 386716 w 920116"/>
              <a:gd name="connsiteY78" fmla="*/ 124301 h 476726"/>
              <a:gd name="connsiteX79" fmla="*/ 389256 w 920116"/>
              <a:gd name="connsiteY79" fmla="*/ 127476 h 476726"/>
              <a:gd name="connsiteX80" fmla="*/ 412116 w 920116"/>
              <a:gd name="connsiteY80" fmla="*/ 129381 h 476726"/>
              <a:gd name="connsiteX81" fmla="*/ 426086 w 920116"/>
              <a:gd name="connsiteY81" fmla="*/ 126841 h 476726"/>
              <a:gd name="connsiteX82" fmla="*/ 417196 w 920116"/>
              <a:gd name="connsiteY82" fmla="*/ 126206 h 476726"/>
              <a:gd name="connsiteX83" fmla="*/ 386716 w 920116"/>
              <a:gd name="connsiteY83" fmla="*/ 124301 h 476726"/>
              <a:gd name="connsiteX84" fmla="*/ 445135 w 920116"/>
              <a:gd name="connsiteY84" fmla="*/ 120492 h 476726"/>
              <a:gd name="connsiteX85" fmla="*/ 452120 w 920116"/>
              <a:gd name="connsiteY85" fmla="*/ 121762 h 476726"/>
              <a:gd name="connsiteX86" fmla="*/ 462280 w 920116"/>
              <a:gd name="connsiteY86" fmla="*/ 126207 h 476726"/>
              <a:gd name="connsiteX87" fmla="*/ 459105 w 920116"/>
              <a:gd name="connsiteY87" fmla="*/ 127477 h 476726"/>
              <a:gd name="connsiteX88" fmla="*/ 445135 w 920116"/>
              <a:gd name="connsiteY88" fmla="*/ 120492 h 476726"/>
              <a:gd name="connsiteX89" fmla="*/ 485140 w 920116"/>
              <a:gd name="connsiteY89" fmla="*/ 119222 h 476726"/>
              <a:gd name="connsiteX90" fmla="*/ 488950 w 920116"/>
              <a:gd name="connsiteY90" fmla="*/ 155417 h 476726"/>
              <a:gd name="connsiteX91" fmla="*/ 485140 w 920116"/>
              <a:gd name="connsiteY91" fmla="*/ 159862 h 476726"/>
              <a:gd name="connsiteX92" fmla="*/ 485140 w 920116"/>
              <a:gd name="connsiteY92" fmla="*/ 154147 h 476726"/>
              <a:gd name="connsiteX93" fmla="*/ 481965 w 920116"/>
              <a:gd name="connsiteY93" fmla="*/ 141447 h 476726"/>
              <a:gd name="connsiteX94" fmla="*/ 478790 w 920116"/>
              <a:gd name="connsiteY94" fmla="*/ 156687 h 476726"/>
              <a:gd name="connsiteX95" fmla="*/ 466725 w 920116"/>
              <a:gd name="connsiteY95" fmla="*/ 164942 h 476726"/>
              <a:gd name="connsiteX96" fmla="*/ 461645 w 920116"/>
              <a:gd name="connsiteY96" fmla="*/ 166212 h 476726"/>
              <a:gd name="connsiteX97" fmla="*/ 464185 w 920116"/>
              <a:gd name="connsiteY97" fmla="*/ 161767 h 476726"/>
              <a:gd name="connsiteX98" fmla="*/ 467360 w 920116"/>
              <a:gd name="connsiteY98" fmla="*/ 150972 h 476726"/>
              <a:gd name="connsiteX99" fmla="*/ 454025 w 920116"/>
              <a:gd name="connsiteY99" fmla="*/ 160497 h 476726"/>
              <a:gd name="connsiteX100" fmla="*/ 448945 w 920116"/>
              <a:gd name="connsiteY100" fmla="*/ 160497 h 476726"/>
              <a:gd name="connsiteX101" fmla="*/ 452756 w 920116"/>
              <a:gd name="connsiteY101" fmla="*/ 156687 h 476726"/>
              <a:gd name="connsiteX102" fmla="*/ 454660 w 920116"/>
              <a:gd name="connsiteY102" fmla="*/ 146527 h 476726"/>
              <a:gd name="connsiteX103" fmla="*/ 458470 w 920116"/>
              <a:gd name="connsiteY103" fmla="*/ 144622 h 476726"/>
              <a:gd name="connsiteX104" fmla="*/ 459106 w 920116"/>
              <a:gd name="connsiteY104" fmla="*/ 154147 h 476726"/>
              <a:gd name="connsiteX105" fmla="*/ 464185 w 920116"/>
              <a:gd name="connsiteY105" fmla="*/ 143352 h 476726"/>
              <a:gd name="connsiteX106" fmla="*/ 464185 w 920116"/>
              <a:gd name="connsiteY106" fmla="*/ 138272 h 476726"/>
              <a:gd name="connsiteX107" fmla="*/ 467360 w 920116"/>
              <a:gd name="connsiteY107" fmla="*/ 141447 h 476726"/>
              <a:gd name="connsiteX108" fmla="*/ 471170 w 920116"/>
              <a:gd name="connsiteY108" fmla="*/ 158592 h 476726"/>
              <a:gd name="connsiteX109" fmla="*/ 475615 w 920116"/>
              <a:gd name="connsiteY109" fmla="*/ 154147 h 476726"/>
              <a:gd name="connsiteX110" fmla="*/ 476885 w 920116"/>
              <a:gd name="connsiteY110" fmla="*/ 137002 h 476726"/>
              <a:gd name="connsiteX111" fmla="*/ 475615 w 920116"/>
              <a:gd name="connsiteY111" fmla="*/ 133192 h 476726"/>
              <a:gd name="connsiteX112" fmla="*/ 479425 w 920116"/>
              <a:gd name="connsiteY112" fmla="*/ 134462 h 476726"/>
              <a:gd name="connsiteX113" fmla="*/ 488950 w 920116"/>
              <a:gd name="connsiteY113" fmla="*/ 147162 h 476726"/>
              <a:gd name="connsiteX114" fmla="*/ 483870 w 920116"/>
              <a:gd name="connsiteY114" fmla="*/ 123667 h 476726"/>
              <a:gd name="connsiteX115" fmla="*/ 436246 w 920116"/>
              <a:gd name="connsiteY115" fmla="*/ 102711 h 476726"/>
              <a:gd name="connsiteX116" fmla="*/ 441326 w 920116"/>
              <a:gd name="connsiteY116" fmla="*/ 108426 h 476726"/>
              <a:gd name="connsiteX117" fmla="*/ 447676 w 920116"/>
              <a:gd name="connsiteY117" fmla="*/ 103981 h 476726"/>
              <a:gd name="connsiteX118" fmla="*/ 448311 w 920116"/>
              <a:gd name="connsiteY118" fmla="*/ 102711 h 476726"/>
              <a:gd name="connsiteX119" fmla="*/ 445771 w 920116"/>
              <a:gd name="connsiteY119" fmla="*/ 102711 h 476726"/>
              <a:gd name="connsiteX120" fmla="*/ 442596 w 920116"/>
              <a:gd name="connsiteY120" fmla="*/ 106521 h 476726"/>
              <a:gd name="connsiteX121" fmla="*/ 438151 w 920116"/>
              <a:gd name="connsiteY121" fmla="*/ 103346 h 476726"/>
              <a:gd name="connsiteX122" fmla="*/ 436246 w 920116"/>
              <a:gd name="connsiteY122" fmla="*/ 102711 h 476726"/>
              <a:gd name="connsiteX123" fmla="*/ 495301 w 920116"/>
              <a:gd name="connsiteY123" fmla="*/ 95727 h 476726"/>
              <a:gd name="connsiteX124" fmla="*/ 483236 w 920116"/>
              <a:gd name="connsiteY124" fmla="*/ 105887 h 476726"/>
              <a:gd name="connsiteX125" fmla="*/ 481966 w 920116"/>
              <a:gd name="connsiteY125" fmla="*/ 102712 h 476726"/>
              <a:gd name="connsiteX126" fmla="*/ 495301 w 920116"/>
              <a:gd name="connsiteY126" fmla="*/ 95727 h 476726"/>
              <a:gd name="connsiteX127" fmla="*/ 461646 w 920116"/>
              <a:gd name="connsiteY127" fmla="*/ 51911 h 476726"/>
              <a:gd name="connsiteX128" fmla="*/ 468631 w 920116"/>
              <a:gd name="connsiteY128" fmla="*/ 58896 h 476726"/>
              <a:gd name="connsiteX129" fmla="*/ 466726 w 920116"/>
              <a:gd name="connsiteY129" fmla="*/ 63976 h 476726"/>
              <a:gd name="connsiteX130" fmla="*/ 469901 w 920116"/>
              <a:gd name="connsiteY130" fmla="*/ 63341 h 476726"/>
              <a:gd name="connsiteX131" fmla="*/ 476886 w 920116"/>
              <a:gd name="connsiteY131" fmla="*/ 70326 h 476726"/>
              <a:gd name="connsiteX132" fmla="*/ 469901 w 920116"/>
              <a:gd name="connsiteY132" fmla="*/ 77311 h 476726"/>
              <a:gd name="connsiteX133" fmla="*/ 466091 w 920116"/>
              <a:gd name="connsiteY133" fmla="*/ 76041 h 476726"/>
              <a:gd name="connsiteX134" fmla="*/ 476886 w 920116"/>
              <a:gd name="connsiteY134" fmla="*/ 86201 h 476726"/>
              <a:gd name="connsiteX135" fmla="*/ 489586 w 920116"/>
              <a:gd name="connsiteY135" fmla="*/ 79851 h 476726"/>
              <a:gd name="connsiteX136" fmla="*/ 488316 w 920116"/>
              <a:gd name="connsiteY136" fmla="*/ 79851 h 476726"/>
              <a:gd name="connsiteX137" fmla="*/ 483236 w 920116"/>
              <a:gd name="connsiteY137" fmla="*/ 77946 h 476726"/>
              <a:gd name="connsiteX138" fmla="*/ 483236 w 920116"/>
              <a:gd name="connsiteY138" fmla="*/ 67786 h 476726"/>
              <a:gd name="connsiteX139" fmla="*/ 493396 w 920116"/>
              <a:gd name="connsiteY139" fmla="*/ 67786 h 476726"/>
              <a:gd name="connsiteX140" fmla="*/ 492126 w 920116"/>
              <a:gd name="connsiteY140" fmla="*/ 63341 h 476726"/>
              <a:gd name="connsiteX141" fmla="*/ 500381 w 920116"/>
              <a:gd name="connsiteY141" fmla="*/ 55086 h 476726"/>
              <a:gd name="connsiteX142" fmla="*/ 502286 w 920116"/>
              <a:gd name="connsiteY142" fmla="*/ 55086 h 476726"/>
              <a:gd name="connsiteX143" fmla="*/ 487681 w 920116"/>
              <a:gd name="connsiteY143" fmla="*/ 90646 h 476726"/>
              <a:gd name="connsiteX144" fmla="*/ 503556 w 920116"/>
              <a:gd name="connsiteY144" fmla="*/ 87471 h 476726"/>
              <a:gd name="connsiteX145" fmla="*/ 506096 w 920116"/>
              <a:gd name="connsiteY145" fmla="*/ 87471 h 476726"/>
              <a:gd name="connsiteX146" fmla="*/ 505461 w 920116"/>
              <a:gd name="connsiteY146" fmla="*/ 90011 h 476726"/>
              <a:gd name="connsiteX147" fmla="*/ 497206 w 920116"/>
              <a:gd name="connsiteY147" fmla="*/ 105886 h 476726"/>
              <a:gd name="connsiteX148" fmla="*/ 515621 w 920116"/>
              <a:gd name="connsiteY148" fmla="*/ 134461 h 476726"/>
              <a:gd name="connsiteX149" fmla="*/ 515621 w 920116"/>
              <a:gd name="connsiteY149" fmla="*/ 141446 h 476726"/>
              <a:gd name="connsiteX150" fmla="*/ 511811 w 920116"/>
              <a:gd name="connsiteY150" fmla="*/ 135096 h 476726"/>
              <a:gd name="connsiteX151" fmla="*/ 502921 w 920116"/>
              <a:gd name="connsiteY151" fmla="*/ 130016 h 476726"/>
              <a:gd name="connsiteX152" fmla="*/ 514986 w 920116"/>
              <a:gd name="connsiteY152" fmla="*/ 157321 h 476726"/>
              <a:gd name="connsiteX153" fmla="*/ 509906 w 920116"/>
              <a:gd name="connsiteY153" fmla="*/ 175736 h 476726"/>
              <a:gd name="connsiteX154" fmla="*/ 507366 w 920116"/>
              <a:gd name="connsiteY154" fmla="*/ 179546 h 476726"/>
              <a:gd name="connsiteX155" fmla="*/ 506096 w 920116"/>
              <a:gd name="connsiteY155" fmla="*/ 175101 h 476726"/>
              <a:gd name="connsiteX156" fmla="*/ 497841 w 920116"/>
              <a:gd name="connsiteY156" fmla="*/ 164941 h 476726"/>
              <a:gd name="connsiteX157" fmla="*/ 502286 w 920116"/>
              <a:gd name="connsiteY157" fmla="*/ 180816 h 476726"/>
              <a:gd name="connsiteX158" fmla="*/ 501651 w 920116"/>
              <a:gd name="connsiteY158" fmla="*/ 187801 h 476726"/>
              <a:gd name="connsiteX159" fmla="*/ 484506 w 920116"/>
              <a:gd name="connsiteY159" fmla="*/ 207486 h 476726"/>
              <a:gd name="connsiteX160" fmla="*/ 481331 w 920116"/>
              <a:gd name="connsiteY160" fmla="*/ 208756 h 476726"/>
              <a:gd name="connsiteX161" fmla="*/ 481966 w 920116"/>
              <a:gd name="connsiteY161" fmla="*/ 204946 h 476726"/>
              <a:gd name="connsiteX162" fmla="*/ 482601 w 920116"/>
              <a:gd name="connsiteY162" fmla="*/ 200501 h 476726"/>
              <a:gd name="connsiteX163" fmla="*/ 476886 w 920116"/>
              <a:gd name="connsiteY163" fmla="*/ 187801 h 476726"/>
              <a:gd name="connsiteX164" fmla="*/ 477521 w 920116"/>
              <a:gd name="connsiteY164" fmla="*/ 196056 h 476726"/>
              <a:gd name="connsiteX165" fmla="*/ 471806 w 920116"/>
              <a:gd name="connsiteY165" fmla="*/ 213836 h 476726"/>
              <a:gd name="connsiteX166" fmla="*/ 450851 w 920116"/>
              <a:gd name="connsiteY166" fmla="*/ 223996 h 476726"/>
              <a:gd name="connsiteX167" fmla="*/ 447041 w 920116"/>
              <a:gd name="connsiteY167" fmla="*/ 223996 h 476726"/>
              <a:gd name="connsiteX168" fmla="*/ 450216 w 920116"/>
              <a:gd name="connsiteY168" fmla="*/ 218281 h 476726"/>
              <a:gd name="connsiteX169" fmla="*/ 452121 w 920116"/>
              <a:gd name="connsiteY169" fmla="*/ 209391 h 476726"/>
              <a:gd name="connsiteX170" fmla="*/ 452121 w 920116"/>
              <a:gd name="connsiteY170" fmla="*/ 204946 h 476726"/>
              <a:gd name="connsiteX171" fmla="*/ 450216 w 920116"/>
              <a:gd name="connsiteY171" fmla="*/ 188436 h 476726"/>
              <a:gd name="connsiteX172" fmla="*/ 445771 w 920116"/>
              <a:gd name="connsiteY172" fmla="*/ 210661 h 476726"/>
              <a:gd name="connsiteX173" fmla="*/ 445771 w 920116"/>
              <a:gd name="connsiteY173" fmla="*/ 215106 h 476726"/>
              <a:gd name="connsiteX174" fmla="*/ 442596 w 920116"/>
              <a:gd name="connsiteY174" fmla="*/ 212566 h 476726"/>
              <a:gd name="connsiteX175" fmla="*/ 427356 w 920116"/>
              <a:gd name="connsiteY175" fmla="*/ 187801 h 476726"/>
              <a:gd name="connsiteX176" fmla="*/ 427356 w 920116"/>
              <a:gd name="connsiteY176" fmla="*/ 185896 h 476726"/>
              <a:gd name="connsiteX177" fmla="*/ 431166 w 920116"/>
              <a:gd name="connsiteY177" fmla="*/ 171291 h 476726"/>
              <a:gd name="connsiteX178" fmla="*/ 424816 w 920116"/>
              <a:gd name="connsiteY178" fmla="*/ 177006 h 476726"/>
              <a:gd name="connsiteX179" fmla="*/ 422276 w 920116"/>
              <a:gd name="connsiteY179" fmla="*/ 179546 h 476726"/>
              <a:gd name="connsiteX180" fmla="*/ 421006 w 920116"/>
              <a:gd name="connsiteY180" fmla="*/ 176371 h 476726"/>
              <a:gd name="connsiteX181" fmla="*/ 419101 w 920116"/>
              <a:gd name="connsiteY181" fmla="*/ 167481 h 476726"/>
              <a:gd name="connsiteX182" fmla="*/ 427356 w 920116"/>
              <a:gd name="connsiteY182" fmla="*/ 150971 h 476726"/>
              <a:gd name="connsiteX183" fmla="*/ 415291 w 920116"/>
              <a:gd name="connsiteY183" fmla="*/ 146526 h 476726"/>
              <a:gd name="connsiteX184" fmla="*/ 411481 w 920116"/>
              <a:gd name="connsiteY184" fmla="*/ 137636 h 476726"/>
              <a:gd name="connsiteX185" fmla="*/ 411481 w 920116"/>
              <a:gd name="connsiteY185" fmla="*/ 135096 h 476726"/>
              <a:gd name="connsiteX186" fmla="*/ 416561 w 920116"/>
              <a:gd name="connsiteY186" fmla="*/ 137001 h 476726"/>
              <a:gd name="connsiteX187" fmla="*/ 433706 w 920116"/>
              <a:gd name="connsiteY187" fmla="*/ 135731 h 476726"/>
              <a:gd name="connsiteX188" fmla="*/ 436246 w 920116"/>
              <a:gd name="connsiteY188" fmla="*/ 133826 h 476726"/>
              <a:gd name="connsiteX189" fmla="*/ 434341 w 920116"/>
              <a:gd name="connsiteY189" fmla="*/ 132556 h 476726"/>
              <a:gd name="connsiteX190" fmla="*/ 413386 w 920116"/>
              <a:gd name="connsiteY190" fmla="*/ 133191 h 476726"/>
              <a:gd name="connsiteX191" fmla="*/ 386716 w 920116"/>
              <a:gd name="connsiteY191" fmla="*/ 130651 h 476726"/>
              <a:gd name="connsiteX192" fmla="*/ 383541 w 920116"/>
              <a:gd name="connsiteY192" fmla="*/ 119221 h 476726"/>
              <a:gd name="connsiteX193" fmla="*/ 380366 w 920116"/>
              <a:gd name="connsiteY193" fmla="*/ 112236 h 476726"/>
              <a:gd name="connsiteX194" fmla="*/ 386716 w 920116"/>
              <a:gd name="connsiteY194" fmla="*/ 117316 h 476726"/>
              <a:gd name="connsiteX195" fmla="*/ 420371 w 920116"/>
              <a:gd name="connsiteY195" fmla="*/ 121761 h 476726"/>
              <a:gd name="connsiteX196" fmla="*/ 441326 w 920116"/>
              <a:gd name="connsiteY196" fmla="*/ 129381 h 476726"/>
              <a:gd name="connsiteX197" fmla="*/ 443231 w 920116"/>
              <a:gd name="connsiteY197" fmla="*/ 131921 h 476726"/>
              <a:gd name="connsiteX198" fmla="*/ 447041 w 920116"/>
              <a:gd name="connsiteY198" fmla="*/ 128111 h 476726"/>
              <a:gd name="connsiteX199" fmla="*/ 439421 w 920116"/>
              <a:gd name="connsiteY199" fmla="*/ 123666 h 476726"/>
              <a:gd name="connsiteX200" fmla="*/ 427356 w 920116"/>
              <a:gd name="connsiteY200" fmla="*/ 115411 h 476726"/>
              <a:gd name="connsiteX201" fmla="*/ 408306 w 920116"/>
              <a:gd name="connsiteY201" fmla="*/ 119221 h 476726"/>
              <a:gd name="connsiteX202" fmla="*/ 403861 w 920116"/>
              <a:gd name="connsiteY202" fmla="*/ 122396 h 476726"/>
              <a:gd name="connsiteX203" fmla="*/ 405131 w 920116"/>
              <a:gd name="connsiteY203" fmla="*/ 116681 h 476726"/>
              <a:gd name="connsiteX204" fmla="*/ 419101 w 920116"/>
              <a:gd name="connsiteY204" fmla="*/ 94456 h 476726"/>
              <a:gd name="connsiteX205" fmla="*/ 435611 w 920116"/>
              <a:gd name="connsiteY205" fmla="*/ 95726 h 476726"/>
              <a:gd name="connsiteX206" fmla="*/ 437304 w 920116"/>
              <a:gd name="connsiteY206" fmla="*/ 93186 h 476726"/>
              <a:gd name="connsiteX207" fmla="*/ 442807 w 920116"/>
              <a:gd name="connsiteY207" fmla="*/ 93186 h 476726"/>
              <a:gd name="connsiteX208" fmla="*/ 441961 w 920116"/>
              <a:gd name="connsiteY208" fmla="*/ 93821 h 476726"/>
              <a:gd name="connsiteX209" fmla="*/ 438786 w 920116"/>
              <a:gd name="connsiteY209" fmla="*/ 97631 h 476726"/>
              <a:gd name="connsiteX210" fmla="*/ 445771 w 920116"/>
              <a:gd name="connsiteY210" fmla="*/ 97631 h 476726"/>
              <a:gd name="connsiteX211" fmla="*/ 456566 w 920116"/>
              <a:gd name="connsiteY211" fmla="*/ 98901 h 476726"/>
              <a:gd name="connsiteX212" fmla="*/ 459741 w 920116"/>
              <a:gd name="connsiteY212" fmla="*/ 101441 h 476726"/>
              <a:gd name="connsiteX213" fmla="*/ 456566 w 920116"/>
              <a:gd name="connsiteY213" fmla="*/ 103981 h 476726"/>
              <a:gd name="connsiteX214" fmla="*/ 454661 w 920116"/>
              <a:gd name="connsiteY214" fmla="*/ 102711 h 476726"/>
              <a:gd name="connsiteX215" fmla="*/ 454026 w 920116"/>
              <a:gd name="connsiteY215" fmla="*/ 103981 h 476726"/>
              <a:gd name="connsiteX216" fmla="*/ 442596 w 920116"/>
              <a:gd name="connsiteY216" fmla="*/ 110966 h 476726"/>
              <a:gd name="connsiteX217" fmla="*/ 433706 w 920116"/>
              <a:gd name="connsiteY217" fmla="*/ 99536 h 476726"/>
              <a:gd name="connsiteX218" fmla="*/ 419101 w 920116"/>
              <a:gd name="connsiteY218" fmla="*/ 97631 h 476726"/>
              <a:gd name="connsiteX219" fmla="*/ 408941 w 920116"/>
              <a:gd name="connsiteY219" fmla="*/ 112236 h 476726"/>
              <a:gd name="connsiteX220" fmla="*/ 428626 w 920116"/>
              <a:gd name="connsiteY220" fmla="*/ 111601 h 476726"/>
              <a:gd name="connsiteX221" fmla="*/ 429261 w 920116"/>
              <a:gd name="connsiteY221" fmla="*/ 112236 h 476726"/>
              <a:gd name="connsiteX222" fmla="*/ 439421 w 920116"/>
              <a:gd name="connsiteY222" fmla="*/ 119221 h 476726"/>
              <a:gd name="connsiteX223" fmla="*/ 450216 w 920116"/>
              <a:gd name="connsiteY223" fmla="*/ 126841 h 476726"/>
              <a:gd name="connsiteX224" fmla="*/ 450216 w 920116"/>
              <a:gd name="connsiteY224" fmla="*/ 128111 h 476726"/>
              <a:gd name="connsiteX225" fmla="*/ 450216 w 920116"/>
              <a:gd name="connsiteY225" fmla="*/ 128746 h 476726"/>
              <a:gd name="connsiteX226" fmla="*/ 439421 w 920116"/>
              <a:gd name="connsiteY226" fmla="*/ 138271 h 476726"/>
              <a:gd name="connsiteX227" fmla="*/ 419736 w 920116"/>
              <a:gd name="connsiteY227" fmla="*/ 140176 h 476726"/>
              <a:gd name="connsiteX228" fmla="*/ 421641 w 920116"/>
              <a:gd name="connsiteY228" fmla="*/ 143351 h 476726"/>
              <a:gd name="connsiteX229" fmla="*/ 437516 w 920116"/>
              <a:gd name="connsiteY229" fmla="*/ 146526 h 476726"/>
              <a:gd name="connsiteX230" fmla="*/ 452121 w 920116"/>
              <a:gd name="connsiteY230" fmla="*/ 144621 h 476726"/>
              <a:gd name="connsiteX231" fmla="*/ 438786 w 920116"/>
              <a:gd name="connsiteY231" fmla="*/ 150336 h 476726"/>
              <a:gd name="connsiteX232" fmla="*/ 426721 w 920116"/>
              <a:gd name="connsiteY232" fmla="*/ 167481 h 476726"/>
              <a:gd name="connsiteX233" fmla="*/ 427356 w 920116"/>
              <a:gd name="connsiteY233" fmla="*/ 171926 h 476726"/>
              <a:gd name="connsiteX234" fmla="*/ 438786 w 920116"/>
              <a:gd name="connsiteY234" fmla="*/ 164941 h 476726"/>
              <a:gd name="connsiteX235" fmla="*/ 445771 w 920116"/>
              <a:gd name="connsiteY235" fmla="*/ 163036 h 476726"/>
              <a:gd name="connsiteX236" fmla="*/ 441326 w 920116"/>
              <a:gd name="connsiteY236" fmla="*/ 168116 h 476726"/>
              <a:gd name="connsiteX237" fmla="*/ 434341 w 920116"/>
              <a:gd name="connsiteY237" fmla="*/ 186531 h 476726"/>
              <a:gd name="connsiteX238" fmla="*/ 434341 w 920116"/>
              <a:gd name="connsiteY238" fmla="*/ 188436 h 476726"/>
              <a:gd name="connsiteX239" fmla="*/ 443866 w 920116"/>
              <a:gd name="connsiteY239" fmla="*/ 207486 h 476726"/>
              <a:gd name="connsiteX240" fmla="*/ 447041 w 920116"/>
              <a:gd name="connsiteY240" fmla="*/ 190976 h 476726"/>
              <a:gd name="connsiteX241" fmla="*/ 454026 w 920116"/>
              <a:gd name="connsiteY241" fmla="*/ 181451 h 476726"/>
              <a:gd name="connsiteX242" fmla="*/ 454661 w 920116"/>
              <a:gd name="connsiteY242" fmla="*/ 184626 h 476726"/>
              <a:gd name="connsiteX243" fmla="*/ 457836 w 920116"/>
              <a:gd name="connsiteY243" fmla="*/ 206216 h 476726"/>
              <a:gd name="connsiteX244" fmla="*/ 457836 w 920116"/>
              <a:gd name="connsiteY244" fmla="*/ 210661 h 476726"/>
              <a:gd name="connsiteX245" fmla="*/ 455931 w 920116"/>
              <a:gd name="connsiteY245" fmla="*/ 220186 h 476726"/>
              <a:gd name="connsiteX246" fmla="*/ 470536 w 920116"/>
              <a:gd name="connsiteY246" fmla="*/ 211931 h 476726"/>
              <a:gd name="connsiteX247" fmla="*/ 474981 w 920116"/>
              <a:gd name="connsiteY247" fmla="*/ 196691 h 476726"/>
              <a:gd name="connsiteX248" fmla="*/ 473711 w 920116"/>
              <a:gd name="connsiteY248" fmla="*/ 183991 h 476726"/>
              <a:gd name="connsiteX249" fmla="*/ 473076 w 920116"/>
              <a:gd name="connsiteY249" fmla="*/ 180181 h 476726"/>
              <a:gd name="connsiteX250" fmla="*/ 476251 w 920116"/>
              <a:gd name="connsiteY250" fmla="*/ 180816 h 476726"/>
              <a:gd name="connsiteX251" fmla="*/ 488316 w 920116"/>
              <a:gd name="connsiteY251" fmla="*/ 200501 h 476726"/>
              <a:gd name="connsiteX252" fmla="*/ 499111 w 920116"/>
              <a:gd name="connsiteY252" fmla="*/ 185896 h 476726"/>
              <a:gd name="connsiteX253" fmla="*/ 499746 w 920116"/>
              <a:gd name="connsiteY253" fmla="*/ 180181 h 476726"/>
              <a:gd name="connsiteX254" fmla="*/ 493396 w 920116"/>
              <a:gd name="connsiteY254" fmla="*/ 162401 h 476726"/>
              <a:gd name="connsiteX255" fmla="*/ 491491 w 920116"/>
              <a:gd name="connsiteY255" fmla="*/ 159226 h 476726"/>
              <a:gd name="connsiteX256" fmla="*/ 495301 w 920116"/>
              <a:gd name="connsiteY256" fmla="*/ 159226 h 476726"/>
              <a:gd name="connsiteX257" fmla="*/ 509271 w 920116"/>
              <a:gd name="connsiteY257" fmla="*/ 168751 h 476726"/>
              <a:gd name="connsiteX258" fmla="*/ 511811 w 920116"/>
              <a:gd name="connsiteY258" fmla="*/ 156686 h 476726"/>
              <a:gd name="connsiteX259" fmla="*/ 497841 w 920116"/>
              <a:gd name="connsiteY259" fmla="*/ 129381 h 476726"/>
              <a:gd name="connsiteX260" fmla="*/ 494666 w 920116"/>
              <a:gd name="connsiteY260" fmla="*/ 126841 h 476726"/>
              <a:gd name="connsiteX261" fmla="*/ 498476 w 920116"/>
              <a:gd name="connsiteY261" fmla="*/ 126206 h 476726"/>
              <a:gd name="connsiteX262" fmla="*/ 510541 w 920116"/>
              <a:gd name="connsiteY262" fmla="*/ 128111 h 476726"/>
              <a:gd name="connsiteX263" fmla="*/ 495301 w 920116"/>
              <a:gd name="connsiteY263" fmla="*/ 109061 h 476726"/>
              <a:gd name="connsiteX264" fmla="*/ 483871 w 920116"/>
              <a:gd name="connsiteY264" fmla="*/ 114776 h 476726"/>
              <a:gd name="connsiteX265" fmla="*/ 483236 w 920116"/>
              <a:gd name="connsiteY265" fmla="*/ 110331 h 476726"/>
              <a:gd name="connsiteX266" fmla="*/ 502286 w 920116"/>
              <a:gd name="connsiteY266" fmla="*/ 91281 h 476726"/>
              <a:gd name="connsiteX267" fmla="*/ 480696 w 920116"/>
              <a:gd name="connsiteY267" fmla="*/ 102076 h 476726"/>
              <a:gd name="connsiteX268" fmla="*/ 477521 w 920116"/>
              <a:gd name="connsiteY268" fmla="*/ 99536 h 476726"/>
              <a:gd name="connsiteX269" fmla="*/ 484506 w 920116"/>
              <a:gd name="connsiteY269" fmla="*/ 93186 h 476726"/>
              <a:gd name="connsiteX270" fmla="*/ 442807 w 920116"/>
              <a:gd name="connsiteY270" fmla="*/ 93186 h 476726"/>
              <a:gd name="connsiteX271" fmla="*/ 444501 w 920116"/>
              <a:gd name="connsiteY271" fmla="*/ 91916 h 476726"/>
              <a:gd name="connsiteX272" fmla="*/ 438151 w 920116"/>
              <a:gd name="connsiteY272" fmla="*/ 91916 h 476726"/>
              <a:gd name="connsiteX273" fmla="*/ 437304 w 920116"/>
              <a:gd name="connsiteY273" fmla="*/ 93186 h 476726"/>
              <a:gd name="connsiteX274" fmla="*/ 436246 w 920116"/>
              <a:gd name="connsiteY274" fmla="*/ 93186 h 476726"/>
              <a:gd name="connsiteX275" fmla="*/ 420371 w 920116"/>
              <a:gd name="connsiteY275" fmla="*/ 55086 h 476726"/>
              <a:gd name="connsiteX276" fmla="*/ 422276 w 920116"/>
              <a:gd name="connsiteY276" fmla="*/ 55086 h 476726"/>
              <a:gd name="connsiteX277" fmla="*/ 426086 w 920116"/>
              <a:gd name="connsiteY277" fmla="*/ 56356 h 476726"/>
              <a:gd name="connsiteX278" fmla="*/ 429261 w 920116"/>
              <a:gd name="connsiteY278" fmla="*/ 67786 h 476726"/>
              <a:gd name="connsiteX279" fmla="*/ 434976 w 920116"/>
              <a:gd name="connsiteY279" fmla="*/ 65881 h 476726"/>
              <a:gd name="connsiteX280" fmla="*/ 441326 w 920116"/>
              <a:gd name="connsiteY280" fmla="*/ 72231 h 476726"/>
              <a:gd name="connsiteX281" fmla="*/ 434976 w 920116"/>
              <a:gd name="connsiteY281" fmla="*/ 79851 h 476726"/>
              <a:gd name="connsiteX282" fmla="*/ 433706 w 920116"/>
              <a:gd name="connsiteY282" fmla="*/ 79851 h 476726"/>
              <a:gd name="connsiteX283" fmla="*/ 446406 w 920116"/>
              <a:gd name="connsiteY283" fmla="*/ 86201 h 476726"/>
              <a:gd name="connsiteX284" fmla="*/ 457201 w 920116"/>
              <a:gd name="connsiteY284" fmla="*/ 76041 h 476726"/>
              <a:gd name="connsiteX285" fmla="*/ 453391 w 920116"/>
              <a:gd name="connsiteY285" fmla="*/ 77311 h 476726"/>
              <a:gd name="connsiteX286" fmla="*/ 446406 w 920116"/>
              <a:gd name="connsiteY286" fmla="*/ 70326 h 476726"/>
              <a:gd name="connsiteX287" fmla="*/ 453391 w 920116"/>
              <a:gd name="connsiteY287" fmla="*/ 63341 h 476726"/>
              <a:gd name="connsiteX288" fmla="*/ 456566 w 920116"/>
              <a:gd name="connsiteY288" fmla="*/ 63976 h 476726"/>
              <a:gd name="connsiteX289" fmla="*/ 454661 w 920116"/>
              <a:gd name="connsiteY289" fmla="*/ 58896 h 476726"/>
              <a:gd name="connsiteX290" fmla="*/ 461646 w 920116"/>
              <a:gd name="connsiteY290" fmla="*/ 51911 h 476726"/>
              <a:gd name="connsiteX291" fmla="*/ 388620 w 920116"/>
              <a:gd name="connsiteY291" fmla="*/ 31591 h 476726"/>
              <a:gd name="connsiteX292" fmla="*/ 339726 w 920116"/>
              <a:gd name="connsiteY292" fmla="*/ 114776 h 476726"/>
              <a:gd name="connsiteX293" fmla="*/ 411481 w 920116"/>
              <a:gd name="connsiteY293" fmla="*/ 238601 h 476726"/>
              <a:gd name="connsiteX294" fmla="*/ 508001 w 920116"/>
              <a:gd name="connsiteY294" fmla="*/ 238601 h 476726"/>
              <a:gd name="connsiteX295" fmla="*/ 579756 w 920116"/>
              <a:gd name="connsiteY295" fmla="*/ 114776 h 476726"/>
              <a:gd name="connsiteX296" fmla="*/ 532131 w 920116"/>
              <a:gd name="connsiteY296" fmla="*/ 31591 h 476726"/>
              <a:gd name="connsiteX297" fmla="*/ 460376 w 920116"/>
              <a:gd name="connsiteY297" fmla="*/ 37941 h 476726"/>
              <a:gd name="connsiteX298" fmla="*/ 388620 w 920116"/>
              <a:gd name="connsiteY298" fmla="*/ 31591 h 476726"/>
              <a:gd name="connsiteX299" fmla="*/ 558166 w 920116"/>
              <a:gd name="connsiteY299" fmla="*/ 26511 h 476726"/>
              <a:gd name="connsiteX300" fmla="*/ 542926 w 920116"/>
              <a:gd name="connsiteY300" fmla="*/ 29686 h 476726"/>
              <a:gd name="connsiteX301" fmla="*/ 587376 w 920116"/>
              <a:gd name="connsiteY301" fmla="*/ 106521 h 476726"/>
              <a:gd name="connsiteX302" fmla="*/ 597536 w 920116"/>
              <a:gd name="connsiteY302" fmla="*/ 95091 h 476726"/>
              <a:gd name="connsiteX303" fmla="*/ 558166 w 920116"/>
              <a:gd name="connsiteY303" fmla="*/ 26511 h 476726"/>
              <a:gd name="connsiteX304" fmla="*/ 362586 w 920116"/>
              <a:gd name="connsiteY304" fmla="*/ 25876 h 476726"/>
              <a:gd name="connsiteX305" fmla="*/ 322581 w 920116"/>
              <a:gd name="connsiteY305" fmla="*/ 94456 h 476726"/>
              <a:gd name="connsiteX306" fmla="*/ 333376 w 920116"/>
              <a:gd name="connsiteY306" fmla="*/ 105886 h 476726"/>
              <a:gd name="connsiteX307" fmla="*/ 377826 w 920116"/>
              <a:gd name="connsiteY307" fmla="*/ 29051 h 476726"/>
              <a:gd name="connsiteX308" fmla="*/ 362586 w 920116"/>
              <a:gd name="connsiteY308" fmla="*/ 25876 h 476726"/>
              <a:gd name="connsiteX309" fmla="*/ 460376 w 920116"/>
              <a:gd name="connsiteY309" fmla="*/ 8096 h 476726"/>
              <a:gd name="connsiteX310" fmla="*/ 398781 w 920116"/>
              <a:gd name="connsiteY310" fmla="*/ 24606 h 476726"/>
              <a:gd name="connsiteX311" fmla="*/ 460376 w 920116"/>
              <a:gd name="connsiteY311" fmla="*/ 29686 h 476726"/>
              <a:gd name="connsiteX312" fmla="*/ 521970 w 920116"/>
              <a:gd name="connsiteY312" fmla="*/ 25241 h 476726"/>
              <a:gd name="connsiteX313" fmla="*/ 460376 w 920116"/>
              <a:gd name="connsiteY313" fmla="*/ 8096 h 476726"/>
              <a:gd name="connsiteX314" fmla="*/ 460138 w 920116"/>
              <a:gd name="connsiteY314" fmla="*/ 0 h 476726"/>
              <a:gd name="connsiteX315" fmla="*/ 534036 w 920116"/>
              <a:gd name="connsiteY315" fmla="*/ 23336 h 476726"/>
              <a:gd name="connsiteX316" fmla="*/ 558166 w 920116"/>
              <a:gd name="connsiteY316" fmla="*/ 17621 h 476726"/>
              <a:gd name="connsiteX317" fmla="*/ 560706 w 920116"/>
              <a:gd name="connsiteY317" fmla="*/ 16986 h 476726"/>
              <a:gd name="connsiteX318" fmla="*/ 562611 w 920116"/>
              <a:gd name="connsiteY318" fmla="*/ 18256 h 476726"/>
              <a:gd name="connsiteX319" fmla="*/ 606426 w 920116"/>
              <a:gd name="connsiteY319" fmla="*/ 95091 h 476726"/>
              <a:gd name="connsiteX320" fmla="*/ 607061 w 920116"/>
              <a:gd name="connsiteY320" fmla="*/ 97631 h 476726"/>
              <a:gd name="connsiteX321" fmla="*/ 605791 w 920116"/>
              <a:gd name="connsiteY321" fmla="*/ 99536 h 476726"/>
              <a:gd name="connsiteX322" fmla="*/ 589281 w 920116"/>
              <a:gd name="connsiteY322" fmla="*/ 117951 h 476726"/>
              <a:gd name="connsiteX323" fmla="*/ 589916 w 920116"/>
              <a:gd name="connsiteY323" fmla="*/ 128746 h 476726"/>
              <a:gd name="connsiteX324" fmla="*/ 515620 w 920116"/>
              <a:gd name="connsiteY324" fmla="*/ 244951 h 476726"/>
              <a:gd name="connsiteX325" fmla="*/ 508001 w 920116"/>
              <a:gd name="connsiteY325" fmla="*/ 269081 h 476726"/>
              <a:gd name="connsiteX326" fmla="*/ 507366 w 920116"/>
              <a:gd name="connsiteY326" fmla="*/ 270986 h 476726"/>
              <a:gd name="connsiteX327" fmla="*/ 504826 w 920116"/>
              <a:gd name="connsiteY327" fmla="*/ 271621 h 476726"/>
              <a:gd name="connsiteX328" fmla="*/ 415926 w 920116"/>
              <a:gd name="connsiteY328" fmla="*/ 271621 h 476726"/>
              <a:gd name="connsiteX329" fmla="*/ 414020 w 920116"/>
              <a:gd name="connsiteY329" fmla="*/ 270986 h 476726"/>
              <a:gd name="connsiteX330" fmla="*/ 413386 w 920116"/>
              <a:gd name="connsiteY330" fmla="*/ 268446 h 476726"/>
              <a:gd name="connsiteX331" fmla="*/ 405766 w 920116"/>
              <a:gd name="connsiteY331" fmla="*/ 244951 h 476726"/>
              <a:gd name="connsiteX332" fmla="*/ 331470 w 920116"/>
              <a:gd name="connsiteY332" fmla="*/ 128111 h 476726"/>
              <a:gd name="connsiteX333" fmla="*/ 332106 w 920116"/>
              <a:gd name="connsiteY333" fmla="*/ 117316 h 476726"/>
              <a:gd name="connsiteX334" fmla="*/ 314326 w 920116"/>
              <a:gd name="connsiteY334" fmla="*/ 98901 h 476726"/>
              <a:gd name="connsiteX335" fmla="*/ 313056 w 920116"/>
              <a:gd name="connsiteY335" fmla="*/ 97631 h 476726"/>
              <a:gd name="connsiteX336" fmla="*/ 313691 w 920116"/>
              <a:gd name="connsiteY336" fmla="*/ 95091 h 476726"/>
              <a:gd name="connsiteX337" fmla="*/ 358141 w 920116"/>
              <a:gd name="connsiteY337" fmla="*/ 18256 h 476726"/>
              <a:gd name="connsiteX338" fmla="*/ 360045 w 920116"/>
              <a:gd name="connsiteY338" fmla="*/ 16986 h 476726"/>
              <a:gd name="connsiteX339" fmla="*/ 362586 w 920116"/>
              <a:gd name="connsiteY339" fmla="*/ 17621 h 476726"/>
              <a:gd name="connsiteX340" fmla="*/ 386716 w 920116"/>
              <a:gd name="connsiteY340" fmla="*/ 23336 h 476726"/>
              <a:gd name="connsiteX341" fmla="*/ 460138 w 920116"/>
              <a:gd name="connsiteY341" fmla="*/ 0 h 476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920116" h="476726">
                <a:moveTo>
                  <a:pt x="823595" y="364332"/>
                </a:moveTo>
                <a:lnTo>
                  <a:pt x="804545" y="414497"/>
                </a:lnTo>
                <a:lnTo>
                  <a:pt x="842645" y="414497"/>
                </a:lnTo>
                <a:close/>
                <a:moveTo>
                  <a:pt x="410210" y="364331"/>
                </a:moveTo>
                <a:lnTo>
                  <a:pt x="391160" y="414496"/>
                </a:lnTo>
                <a:lnTo>
                  <a:pt x="429260" y="414496"/>
                </a:lnTo>
                <a:close/>
                <a:moveTo>
                  <a:pt x="684531" y="331947"/>
                </a:moveTo>
                <a:lnTo>
                  <a:pt x="737870" y="331947"/>
                </a:lnTo>
                <a:lnTo>
                  <a:pt x="737870" y="445612"/>
                </a:lnTo>
                <a:lnTo>
                  <a:pt x="781686" y="331947"/>
                </a:lnTo>
                <a:lnTo>
                  <a:pt x="866776" y="331947"/>
                </a:lnTo>
                <a:lnTo>
                  <a:pt x="920116" y="471647"/>
                </a:lnTo>
                <a:lnTo>
                  <a:pt x="864236" y="471647"/>
                </a:lnTo>
                <a:lnTo>
                  <a:pt x="856616" y="451327"/>
                </a:lnTo>
                <a:lnTo>
                  <a:pt x="789941" y="451327"/>
                </a:lnTo>
                <a:lnTo>
                  <a:pt x="782320" y="471647"/>
                </a:lnTo>
                <a:lnTo>
                  <a:pt x="684531" y="471647"/>
                </a:lnTo>
                <a:close/>
                <a:moveTo>
                  <a:pt x="256540" y="324961"/>
                </a:moveTo>
                <a:cubicBezTo>
                  <a:pt x="314960" y="324961"/>
                  <a:pt x="341630" y="350361"/>
                  <a:pt x="341630" y="381476"/>
                </a:cubicBezTo>
                <a:lnTo>
                  <a:pt x="341630" y="385286"/>
                </a:lnTo>
                <a:lnTo>
                  <a:pt x="283845" y="385286"/>
                </a:lnTo>
                <a:cubicBezTo>
                  <a:pt x="281940" y="371951"/>
                  <a:pt x="271780" y="363696"/>
                  <a:pt x="255905" y="363696"/>
                </a:cubicBezTo>
                <a:cubicBezTo>
                  <a:pt x="236855" y="363696"/>
                  <a:pt x="226060" y="378301"/>
                  <a:pt x="226060" y="401796"/>
                </a:cubicBezTo>
                <a:cubicBezTo>
                  <a:pt x="226060" y="424656"/>
                  <a:pt x="236855" y="439896"/>
                  <a:pt x="255905" y="439896"/>
                </a:cubicBezTo>
                <a:cubicBezTo>
                  <a:pt x="272415" y="439896"/>
                  <a:pt x="281940" y="431006"/>
                  <a:pt x="284480" y="414496"/>
                </a:cubicBezTo>
                <a:lnTo>
                  <a:pt x="336550" y="414496"/>
                </a:lnTo>
                <a:lnTo>
                  <a:pt x="368300" y="331946"/>
                </a:lnTo>
                <a:lnTo>
                  <a:pt x="453390" y="331946"/>
                </a:lnTo>
                <a:lnTo>
                  <a:pt x="497840" y="445611"/>
                </a:lnTo>
                <a:lnTo>
                  <a:pt x="497840" y="331946"/>
                </a:lnTo>
                <a:lnTo>
                  <a:pt x="563880" y="331946"/>
                </a:lnTo>
                <a:lnTo>
                  <a:pt x="619125" y="405606"/>
                </a:lnTo>
                <a:lnTo>
                  <a:pt x="619125" y="331946"/>
                </a:lnTo>
                <a:lnTo>
                  <a:pt x="671195" y="331946"/>
                </a:lnTo>
                <a:lnTo>
                  <a:pt x="671195" y="471646"/>
                </a:lnTo>
                <a:lnTo>
                  <a:pt x="610235" y="471646"/>
                </a:lnTo>
                <a:lnTo>
                  <a:pt x="549910" y="391001"/>
                </a:lnTo>
                <a:lnTo>
                  <a:pt x="549910" y="471011"/>
                </a:lnTo>
                <a:lnTo>
                  <a:pt x="452120" y="471011"/>
                </a:lnTo>
                <a:lnTo>
                  <a:pt x="444500" y="450691"/>
                </a:lnTo>
                <a:lnTo>
                  <a:pt x="377825" y="450691"/>
                </a:lnTo>
                <a:lnTo>
                  <a:pt x="369570" y="470376"/>
                </a:lnTo>
                <a:lnTo>
                  <a:pt x="314960" y="470376"/>
                </a:lnTo>
                <a:lnTo>
                  <a:pt x="321310" y="453231"/>
                </a:lnTo>
                <a:cubicBezTo>
                  <a:pt x="309880" y="467201"/>
                  <a:pt x="290830" y="476726"/>
                  <a:pt x="256540" y="476726"/>
                </a:cubicBezTo>
                <a:cubicBezTo>
                  <a:pt x="211455" y="476726"/>
                  <a:pt x="186690" y="460851"/>
                  <a:pt x="175895" y="435451"/>
                </a:cubicBezTo>
                <a:cubicBezTo>
                  <a:pt x="170815" y="465296"/>
                  <a:pt x="140335" y="476726"/>
                  <a:pt x="86995" y="476726"/>
                </a:cubicBezTo>
                <a:cubicBezTo>
                  <a:pt x="29210" y="476726"/>
                  <a:pt x="0" y="458946"/>
                  <a:pt x="0" y="427831"/>
                </a:cubicBezTo>
                <a:lnTo>
                  <a:pt x="0" y="424656"/>
                </a:lnTo>
                <a:lnTo>
                  <a:pt x="61595" y="424656"/>
                </a:lnTo>
                <a:cubicBezTo>
                  <a:pt x="61595" y="436086"/>
                  <a:pt x="70485" y="444341"/>
                  <a:pt x="89535" y="444341"/>
                </a:cubicBezTo>
                <a:cubicBezTo>
                  <a:pt x="106680" y="444341"/>
                  <a:pt x="114300" y="440531"/>
                  <a:pt x="114300" y="432276"/>
                </a:cubicBezTo>
                <a:cubicBezTo>
                  <a:pt x="114300" y="426561"/>
                  <a:pt x="109220" y="423386"/>
                  <a:pt x="94615" y="421481"/>
                </a:cubicBezTo>
                <a:lnTo>
                  <a:pt x="53340" y="415766"/>
                </a:lnTo>
                <a:cubicBezTo>
                  <a:pt x="18415" y="410686"/>
                  <a:pt x="3810" y="397351"/>
                  <a:pt x="3810" y="375126"/>
                </a:cubicBezTo>
                <a:cubicBezTo>
                  <a:pt x="3810" y="345916"/>
                  <a:pt x="28575" y="325596"/>
                  <a:pt x="85090" y="325596"/>
                </a:cubicBezTo>
                <a:cubicBezTo>
                  <a:pt x="139700" y="325596"/>
                  <a:pt x="167640" y="344011"/>
                  <a:pt x="167640" y="371951"/>
                </a:cubicBezTo>
                <a:lnTo>
                  <a:pt x="167640" y="373856"/>
                </a:lnTo>
                <a:lnTo>
                  <a:pt x="109220" y="373856"/>
                </a:lnTo>
                <a:cubicBezTo>
                  <a:pt x="109220" y="363696"/>
                  <a:pt x="99695" y="357346"/>
                  <a:pt x="83185" y="357346"/>
                </a:cubicBezTo>
                <a:cubicBezTo>
                  <a:pt x="68580" y="357346"/>
                  <a:pt x="62865" y="363696"/>
                  <a:pt x="62865" y="369411"/>
                </a:cubicBezTo>
                <a:cubicBezTo>
                  <a:pt x="62865" y="375761"/>
                  <a:pt x="71120" y="377666"/>
                  <a:pt x="85090" y="379571"/>
                </a:cubicBezTo>
                <a:lnTo>
                  <a:pt x="121285" y="385286"/>
                </a:lnTo>
                <a:cubicBezTo>
                  <a:pt x="146685" y="389096"/>
                  <a:pt x="161925" y="394811"/>
                  <a:pt x="169545" y="404336"/>
                </a:cubicBezTo>
                <a:cubicBezTo>
                  <a:pt x="169545" y="403066"/>
                  <a:pt x="169545" y="402431"/>
                  <a:pt x="169545" y="401161"/>
                </a:cubicBezTo>
                <a:cubicBezTo>
                  <a:pt x="169545" y="356711"/>
                  <a:pt x="193675" y="324961"/>
                  <a:pt x="256540" y="324961"/>
                </a:cubicBezTo>
                <a:close/>
                <a:moveTo>
                  <a:pt x="415926" y="250031"/>
                </a:moveTo>
                <a:cubicBezTo>
                  <a:pt x="417195" y="254476"/>
                  <a:pt x="419101" y="259556"/>
                  <a:pt x="420370" y="264636"/>
                </a:cubicBezTo>
                <a:cubicBezTo>
                  <a:pt x="446406" y="272256"/>
                  <a:pt x="474345" y="272256"/>
                  <a:pt x="500381" y="264636"/>
                </a:cubicBezTo>
                <a:cubicBezTo>
                  <a:pt x="501651" y="258921"/>
                  <a:pt x="503556" y="254476"/>
                  <a:pt x="504826" y="250031"/>
                </a:cubicBezTo>
                <a:cubicBezTo>
                  <a:pt x="476251" y="260826"/>
                  <a:pt x="444501" y="260826"/>
                  <a:pt x="415926" y="250031"/>
                </a:cubicBezTo>
                <a:close/>
                <a:moveTo>
                  <a:pt x="581026" y="126841"/>
                </a:moveTo>
                <a:cubicBezTo>
                  <a:pt x="554991" y="159226"/>
                  <a:pt x="534036" y="195421"/>
                  <a:pt x="519431" y="233521"/>
                </a:cubicBezTo>
                <a:cubicBezTo>
                  <a:pt x="557531" y="211931"/>
                  <a:pt x="581026" y="171926"/>
                  <a:pt x="581026" y="128111"/>
                </a:cubicBezTo>
                <a:close/>
                <a:moveTo>
                  <a:pt x="339726" y="126841"/>
                </a:moveTo>
                <a:lnTo>
                  <a:pt x="339726" y="128111"/>
                </a:lnTo>
                <a:cubicBezTo>
                  <a:pt x="339726" y="171926"/>
                  <a:pt x="363220" y="211931"/>
                  <a:pt x="401320" y="232886"/>
                </a:cubicBezTo>
                <a:cubicBezTo>
                  <a:pt x="386081" y="194786"/>
                  <a:pt x="365761" y="159226"/>
                  <a:pt x="339726" y="126841"/>
                </a:cubicBezTo>
                <a:close/>
                <a:moveTo>
                  <a:pt x="386716" y="124301"/>
                </a:moveTo>
                <a:cubicBezTo>
                  <a:pt x="387351" y="125571"/>
                  <a:pt x="388621" y="126841"/>
                  <a:pt x="389256" y="127476"/>
                </a:cubicBezTo>
                <a:cubicBezTo>
                  <a:pt x="396876" y="133826"/>
                  <a:pt x="403861" y="131921"/>
                  <a:pt x="412116" y="129381"/>
                </a:cubicBezTo>
                <a:cubicBezTo>
                  <a:pt x="416561" y="128111"/>
                  <a:pt x="421641" y="126841"/>
                  <a:pt x="426086" y="126841"/>
                </a:cubicBezTo>
                <a:cubicBezTo>
                  <a:pt x="422911" y="125571"/>
                  <a:pt x="420371" y="125571"/>
                  <a:pt x="417196" y="126206"/>
                </a:cubicBezTo>
                <a:cubicBezTo>
                  <a:pt x="407671" y="128746"/>
                  <a:pt x="396876" y="128111"/>
                  <a:pt x="386716" y="124301"/>
                </a:cubicBezTo>
                <a:close/>
                <a:moveTo>
                  <a:pt x="445135" y="120492"/>
                </a:moveTo>
                <a:cubicBezTo>
                  <a:pt x="447675" y="119857"/>
                  <a:pt x="450215" y="119857"/>
                  <a:pt x="452120" y="121762"/>
                </a:cubicBezTo>
                <a:cubicBezTo>
                  <a:pt x="455295" y="124302"/>
                  <a:pt x="458470" y="128112"/>
                  <a:pt x="462280" y="126207"/>
                </a:cubicBezTo>
                <a:cubicBezTo>
                  <a:pt x="461645" y="126842"/>
                  <a:pt x="460375" y="127477"/>
                  <a:pt x="459105" y="127477"/>
                </a:cubicBezTo>
                <a:cubicBezTo>
                  <a:pt x="452120" y="129382"/>
                  <a:pt x="451485" y="120492"/>
                  <a:pt x="445135" y="120492"/>
                </a:cubicBezTo>
                <a:close/>
                <a:moveTo>
                  <a:pt x="485140" y="119222"/>
                </a:moveTo>
                <a:cubicBezTo>
                  <a:pt x="495300" y="128747"/>
                  <a:pt x="497206" y="143987"/>
                  <a:pt x="488950" y="155417"/>
                </a:cubicBezTo>
                <a:cubicBezTo>
                  <a:pt x="487681" y="157322"/>
                  <a:pt x="486410" y="158592"/>
                  <a:pt x="485140" y="159862"/>
                </a:cubicBezTo>
                <a:lnTo>
                  <a:pt x="485140" y="154147"/>
                </a:lnTo>
                <a:cubicBezTo>
                  <a:pt x="485775" y="149702"/>
                  <a:pt x="484506" y="145257"/>
                  <a:pt x="481965" y="141447"/>
                </a:cubicBezTo>
                <a:cubicBezTo>
                  <a:pt x="482600" y="147162"/>
                  <a:pt x="481331" y="152242"/>
                  <a:pt x="478790" y="156687"/>
                </a:cubicBezTo>
                <a:cubicBezTo>
                  <a:pt x="475615" y="160497"/>
                  <a:pt x="471806" y="163672"/>
                  <a:pt x="466725" y="164942"/>
                </a:cubicBezTo>
                <a:cubicBezTo>
                  <a:pt x="466090" y="165577"/>
                  <a:pt x="461645" y="166212"/>
                  <a:pt x="461645" y="166212"/>
                </a:cubicBezTo>
                <a:lnTo>
                  <a:pt x="464185" y="161767"/>
                </a:lnTo>
                <a:cubicBezTo>
                  <a:pt x="466090" y="158592"/>
                  <a:pt x="467360" y="154782"/>
                  <a:pt x="467360" y="150972"/>
                </a:cubicBezTo>
                <a:cubicBezTo>
                  <a:pt x="464820" y="156052"/>
                  <a:pt x="459740" y="159862"/>
                  <a:pt x="454025" y="160497"/>
                </a:cubicBezTo>
                <a:cubicBezTo>
                  <a:pt x="452756" y="160497"/>
                  <a:pt x="448945" y="160497"/>
                  <a:pt x="448945" y="160497"/>
                </a:cubicBezTo>
                <a:lnTo>
                  <a:pt x="452756" y="156687"/>
                </a:lnTo>
                <a:cubicBezTo>
                  <a:pt x="455295" y="154147"/>
                  <a:pt x="456565" y="150337"/>
                  <a:pt x="454660" y="146527"/>
                </a:cubicBezTo>
                <a:lnTo>
                  <a:pt x="458470" y="144622"/>
                </a:lnTo>
                <a:cubicBezTo>
                  <a:pt x="459740" y="147797"/>
                  <a:pt x="460375" y="150972"/>
                  <a:pt x="459106" y="154147"/>
                </a:cubicBezTo>
                <a:cubicBezTo>
                  <a:pt x="462281" y="151607"/>
                  <a:pt x="464185" y="147797"/>
                  <a:pt x="464185" y="143352"/>
                </a:cubicBezTo>
                <a:lnTo>
                  <a:pt x="464185" y="138272"/>
                </a:lnTo>
                <a:cubicBezTo>
                  <a:pt x="464185" y="138272"/>
                  <a:pt x="467360" y="140812"/>
                  <a:pt x="467360" y="141447"/>
                </a:cubicBezTo>
                <a:cubicBezTo>
                  <a:pt x="471170" y="145892"/>
                  <a:pt x="471806" y="151607"/>
                  <a:pt x="471170" y="158592"/>
                </a:cubicBezTo>
                <a:cubicBezTo>
                  <a:pt x="473075" y="157322"/>
                  <a:pt x="474345" y="156052"/>
                  <a:pt x="475615" y="154147"/>
                </a:cubicBezTo>
                <a:cubicBezTo>
                  <a:pt x="478156" y="149067"/>
                  <a:pt x="478790" y="142717"/>
                  <a:pt x="476885" y="137002"/>
                </a:cubicBezTo>
                <a:lnTo>
                  <a:pt x="475615" y="133192"/>
                </a:lnTo>
                <a:cubicBezTo>
                  <a:pt x="476885" y="133192"/>
                  <a:pt x="478156" y="133827"/>
                  <a:pt x="479425" y="134462"/>
                </a:cubicBezTo>
                <a:cubicBezTo>
                  <a:pt x="484506" y="137002"/>
                  <a:pt x="488315" y="141447"/>
                  <a:pt x="488950" y="147162"/>
                </a:cubicBezTo>
                <a:cubicBezTo>
                  <a:pt x="491490" y="138907"/>
                  <a:pt x="489585" y="130017"/>
                  <a:pt x="483870" y="123667"/>
                </a:cubicBezTo>
                <a:close/>
                <a:moveTo>
                  <a:pt x="436246" y="102711"/>
                </a:moveTo>
                <a:cubicBezTo>
                  <a:pt x="436881" y="105886"/>
                  <a:pt x="438786" y="107791"/>
                  <a:pt x="441326" y="108426"/>
                </a:cubicBezTo>
                <a:cubicBezTo>
                  <a:pt x="443866" y="109061"/>
                  <a:pt x="447041" y="107156"/>
                  <a:pt x="447676" y="103981"/>
                </a:cubicBezTo>
                <a:cubicBezTo>
                  <a:pt x="447676" y="103346"/>
                  <a:pt x="448311" y="103346"/>
                  <a:pt x="448311" y="102711"/>
                </a:cubicBezTo>
                <a:cubicBezTo>
                  <a:pt x="447676" y="102711"/>
                  <a:pt x="446406" y="102711"/>
                  <a:pt x="445771" y="102711"/>
                </a:cubicBezTo>
                <a:cubicBezTo>
                  <a:pt x="445771" y="104616"/>
                  <a:pt x="444501" y="106521"/>
                  <a:pt x="442596" y="106521"/>
                </a:cubicBezTo>
                <a:cubicBezTo>
                  <a:pt x="440691" y="107156"/>
                  <a:pt x="438786" y="105251"/>
                  <a:pt x="438151" y="103346"/>
                </a:cubicBezTo>
                <a:cubicBezTo>
                  <a:pt x="436881" y="103346"/>
                  <a:pt x="436246" y="103346"/>
                  <a:pt x="436246" y="102711"/>
                </a:cubicBezTo>
                <a:close/>
                <a:moveTo>
                  <a:pt x="495301" y="95727"/>
                </a:moveTo>
                <a:cubicBezTo>
                  <a:pt x="493396" y="100807"/>
                  <a:pt x="488951" y="104617"/>
                  <a:pt x="483236" y="105887"/>
                </a:cubicBezTo>
                <a:lnTo>
                  <a:pt x="481966" y="102712"/>
                </a:lnTo>
                <a:cubicBezTo>
                  <a:pt x="485776" y="99537"/>
                  <a:pt x="490221" y="96997"/>
                  <a:pt x="495301" y="95727"/>
                </a:cubicBezTo>
                <a:close/>
                <a:moveTo>
                  <a:pt x="461646" y="51911"/>
                </a:moveTo>
                <a:cubicBezTo>
                  <a:pt x="465456" y="51911"/>
                  <a:pt x="468631" y="55086"/>
                  <a:pt x="468631" y="58896"/>
                </a:cubicBezTo>
                <a:cubicBezTo>
                  <a:pt x="468631" y="60801"/>
                  <a:pt x="467996" y="62706"/>
                  <a:pt x="466726" y="63976"/>
                </a:cubicBezTo>
                <a:cubicBezTo>
                  <a:pt x="467996" y="63341"/>
                  <a:pt x="468631" y="63341"/>
                  <a:pt x="469901" y="63341"/>
                </a:cubicBezTo>
                <a:cubicBezTo>
                  <a:pt x="473711" y="63341"/>
                  <a:pt x="476886" y="66516"/>
                  <a:pt x="476886" y="70326"/>
                </a:cubicBezTo>
                <a:cubicBezTo>
                  <a:pt x="476886" y="74136"/>
                  <a:pt x="473711" y="77311"/>
                  <a:pt x="469901" y="77311"/>
                </a:cubicBezTo>
                <a:cubicBezTo>
                  <a:pt x="468631" y="77311"/>
                  <a:pt x="467361" y="76676"/>
                  <a:pt x="466091" y="76041"/>
                </a:cubicBezTo>
                <a:cubicBezTo>
                  <a:pt x="467996" y="81121"/>
                  <a:pt x="471806" y="84931"/>
                  <a:pt x="476886" y="86201"/>
                </a:cubicBezTo>
                <a:cubicBezTo>
                  <a:pt x="481966" y="87471"/>
                  <a:pt x="487046" y="84931"/>
                  <a:pt x="489586" y="79851"/>
                </a:cubicBezTo>
                <a:cubicBezTo>
                  <a:pt x="488951" y="79851"/>
                  <a:pt x="488951" y="79851"/>
                  <a:pt x="488316" y="79851"/>
                </a:cubicBezTo>
                <a:cubicBezTo>
                  <a:pt x="486411" y="79851"/>
                  <a:pt x="484506" y="79216"/>
                  <a:pt x="483236" y="77946"/>
                </a:cubicBezTo>
                <a:cubicBezTo>
                  <a:pt x="480696" y="75406"/>
                  <a:pt x="480696" y="70326"/>
                  <a:pt x="483236" y="67786"/>
                </a:cubicBezTo>
                <a:cubicBezTo>
                  <a:pt x="485776" y="65246"/>
                  <a:pt x="490856" y="65246"/>
                  <a:pt x="493396" y="67786"/>
                </a:cubicBezTo>
                <a:cubicBezTo>
                  <a:pt x="492761" y="66516"/>
                  <a:pt x="492126" y="64611"/>
                  <a:pt x="492126" y="63341"/>
                </a:cubicBezTo>
                <a:cubicBezTo>
                  <a:pt x="492126" y="58896"/>
                  <a:pt x="495936" y="55086"/>
                  <a:pt x="500381" y="55086"/>
                </a:cubicBezTo>
                <a:cubicBezTo>
                  <a:pt x="501016" y="55086"/>
                  <a:pt x="501651" y="55086"/>
                  <a:pt x="502286" y="55086"/>
                </a:cubicBezTo>
                <a:lnTo>
                  <a:pt x="487681" y="90646"/>
                </a:lnTo>
                <a:cubicBezTo>
                  <a:pt x="492761" y="88106"/>
                  <a:pt x="497841" y="86836"/>
                  <a:pt x="503556" y="87471"/>
                </a:cubicBezTo>
                <a:lnTo>
                  <a:pt x="506096" y="87471"/>
                </a:lnTo>
                <a:lnTo>
                  <a:pt x="505461" y="90011"/>
                </a:lnTo>
                <a:cubicBezTo>
                  <a:pt x="503556" y="95726"/>
                  <a:pt x="501016" y="101441"/>
                  <a:pt x="497206" y="105886"/>
                </a:cubicBezTo>
                <a:cubicBezTo>
                  <a:pt x="508001" y="112236"/>
                  <a:pt x="514351" y="122396"/>
                  <a:pt x="515621" y="134461"/>
                </a:cubicBezTo>
                <a:cubicBezTo>
                  <a:pt x="515621" y="137001"/>
                  <a:pt x="515621" y="138906"/>
                  <a:pt x="515621" y="141446"/>
                </a:cubicBezTo>
                <a:cubicBezTo>
                  <a:pt x="514351" y="138906"/>
                  <a:pt x="513081" y="137001"/>
                  <a:pt x="511811" y="135096"/>
                </a:cubicBezTo>
                <a:cubicBezTo>
                  <a:pt x="509271" y="131921"/>
                  <a:pt x="506096" y="130651"/>
                  <a:pt x="502921" y="130016"/>
                </a:cubicBezTo>
                <a:cubicBezTo>
                  <a:pt x="510541" y="137001"/>
                  <a:pt x="514986" y="147161"/>
                  <a:pt x="514986" y="157321"/>
                </a:cubicBezTo>
                <a:cubicBezTo>
                  <a:pt x="514986" y="163671"/>
                  <a:pt x="513081" y="170021"/>
                  <a:pt x="509906" y="175736"/>
                </a:cubicBezTo>
                <a:cubicBezTo>
                  <a:pt x="509271" y="177006"/>
                  <a:pt x="507366" y="179546"/>
                  <a:pt x="507366" y="179546"/>
                </a:cubicBezTo>
                <a:cubicBezTo>
                  <a:pt x="506731" y="178276"/>
                  <a:pt x="506731" y="176371"/>
                  <a:pt x="506096" y="175101"/>
                </a:cubicBezTo>
                <a:cubicBezTo>
                  <a:pt x="504826" y="170656"/>
                  <a:pt x="501651" y="166846"/>
                  <a:pt x="497841" y="164941"/>
                </a:cubicBezTo>
                <a:cubicBezTo>
                  <a:pt x="500381" y="170021"/>
                  <a:pt x="502286" y="175101"/>
                  <a:pt x="502286" y="180816"/>
                </a:cubicBezTo>
                <a:cubicBezTo>
                  <a:pt x="502286" y="183356"/>
                  <a:pt x="502286" y="185261"/>
                  <a:pt x="501651" y="187801"/>
                </a:cubicBezTo>
                <a:cubicBezTo>
                  <a:pt x="498476" y="196056"/>
                  <a:pt x="492761" y="203676"/>
                  <a:pt x="484506" y="207486"/>
                </a:cubicBezTo>
                <a:cubicBezTo>
                  <a:pt x="483236" y="208121"/>
                  <a:pt x="481331" y="208756"/>
                  <a:pt x="481331" y="208756"/>
                </a:cubicBezTo>
                <a:lnTo>
                  <a:pt x="481966" y="204946"/>
                </a:lnTo>
                <a:cubicBezTo>
                  <a:pt x="482601" y="203676"/>
                  <a:pt x="482601" y="201771"/>
                  <a:pt x="482601" y="200501"/>
                </a:cubicBezTo>
                <a:cubicBezTo>
                  <a:pt x="482601" y="196056"/>
                  <a:pt x="480696" y="190976"/>
                  <a:pt x="476886" y="187801"/>
                </a:cubicBezTo>
                <a:cubicBezTo>
                  <a:pt x="477521" y="190341"/>
                  <a:pt x="477521" y="193516"/>
                  <a:pt x="477521" y="196056"/>
                </a:cubicBezTo>
                <a:cubicBezTo>
                  <a:pt x="477521" y="202406"/>
                  <a:pt x="475616" y="208756"/>
                  <a:pt x="471806" y="213836"/>
                </a:cubicBezTo>
                <a:cubicBezTo>
                  <a:pt x="466726" y="220186"/>
                  <a:pt x="459106" y="223361"/>
                  <a:pt x="450851" y="223996"/>
                </a:cubicBezTo>
                <a:lnTo>
                  <a:pt x="447041" y="223996"/>
                </a:lnTo>
                <a:cubicBezTo>
                  <a:pt x="448311" y="222091"/>
                  <a:pt x="449581" y="220186"/>
                  <a:pt x="450216" y="218281"/>
                </a:cubicBezTo>
                <a:cubicBezTo>
                  <a:pt x="451486" y="215106"/>
                  <a:pt x="451486" y="212566"/>
                  <a:pt x="452121" y="209391"/>
                </a:cubicBezTo>
                <a:cubicBezTo>
                  <a:pt x="452121" y="207486"/>
                  <a:pt x="452121" y="206216"/>
                  <a:pt x="452121" y="204946"/>
                </a:cubicBezTo>
                <a:cubicBezTo>
                  <a:pt x="452121" y="199231"/>
                  <a:pt x="451486" y="193516"/>
                  <a:pt x="450216" y="188436"/>
                </a:cubicBezTo>
                <a:cubicBezTo>
                  <a:pt x="447041" y="195421"/>
                  <a:pt x="445771" y="203041"/>
                  <a:pt x="445771" y="210661"/>
                </a:cubicBezTo>
                <a:lnTo>
                  <a:pt x="445771" y="215106"/>
                </a:lnTo>
                <a:lnTo>
                  <a:pt x="442596" y="212566"/>
                </a:lnTo>
                <a:cubicBezTo>
                  <a:pt x="434341" y="206851"/>
                  <a:pt x="428626" y="197961"/>
                  <a:pt x="427356" y="187801"/>
                </a:cubicBezTo>
                <a:cubicBezTo>
                  <a:pt x="427356" y="187166"/>
                  <a:pt x="427356" y="186531"/>
                  <a:pt x="427356" y="185896"/>
                </a:cubicBezTo>
                <a:cubicBezTo>
                  <a:pt x="427356" y="180816"/>
                  <a:pt x="428626" y="175736"/>
                  <a:pt x="431166" y="171291"/>
                </a:cubicBezTo>
                <a:cubicBezTo>
                  <a:pt x="428626" y="173196"/>
                  <a:pt x="426721" y="175101"/>
                  <a:pt x="424816" y="177006"/>
                </a:cubicBezTo>
                <a:lnTo>
                  <a:pt x="422276" y="179546"/>
                </a:lnTo>
                <a:lnTo>
                  <a:pt x="421006" y="176371"/>
                </a:lnTo>
                <a:cubicBezTo>
                  <a:pt x="419736" y="173831"/>
                  <a:pt x="419101" y="170656"/>
                  <a:pt x="419101" y="167481"/>
                </a:cubicBezTo>
                <a:cubicBezTo>
                  <a:pt x="419101" y="161131"/>
                  <a:pt x="422276" y="154781"/>
                  <a:pt x="427356" y="150971"/>
                </a:cubicBezTo>
                <a:cubicBezTo>
                  <a:pt x="422911" y="150971"/>
                  <a:pt x="418466" y="149701"/>
                  <a:pt x="415291" y="146526"/>
                </a:cubicBezTo>
                <a:cubicBezTo>
                  <a:pt x="412751" y="143986"/>
                  <a:pt x="411481" y="140811"/>
                  <a:pt x="411481" y="137636"/>
                </a:cubicBezTo>
                <a:lnTo>
                  <a:pt x="411481" y="135096"/>
                </a:lnTo>
                <a:cubicBezTo>
                  <a:pt x="411481" y="135096"/>
                  <a:pt x="412751" y="135731"/>
                  <a:pt x="416561" y="137001"/>
                </a:cubicBezTo>
                <a:cubicBezTo>
                  <a:pt x="421641" y="139541"/>
                  <a:pt x="428626" y="138906"/>
                  <a:pt x="433706" y="135731"/>
                </a:cubicBezTo>
                <a:lnTo>
                  <a:pt x="436246" y="133826"/>
                </a:lnTo>
                <a:lnTo>
                  <a:pt x="434341" y="132556"/>
                </a:lnTo>
                <a:cubicBezTo>
                  <a:pt x="427356" y="128746"/>
                  <a:pt x="420371" y="131286"/>
                  <a:pt x="413386" y="133191"/>
                </a:cubicBezTo>
                <a:cubicBezTo>
                  <a:pt x="404496" y="135731"/>
                  <a:pt x="395606" y="138271"/>
                  <a:pt x="386716" y="130651"/>
                </a:cubicBezTo>
                <a:cubicBezTo>
                  <a:pt x="384176" y="127476"/>
                  <a:pt x="381636" y="124301"/>
                  <a:pt x="383541" y="119221"/>
                </a:cubicBezTo>
                <a:lnTo>
                  <a:pt x="380366" y="112236"/>
                </a:lnTo>
                <a:lnTo>
                  <a:pt x="386716" y="117316"/>
                </a:lnTo>
                <a:cubicBezTo>
                  <a:pt x="396876" y="123666"/>
                  <a:pt x="408941" y="124936"/>
                  <a:pt x="420371" y="121761"/>
                </a:cubicBezTo>
                <a:cubicBezTo>
                  <a:pt x="427991" y="119856"/>
                  <a:pt x="436246" y="123031"/>
                  <a:pt x="441326" y="129381"/>
                </a:cubicBezTo>
                <a:lnTo>
                  <a:pt x="443231" y="131921"/>
                </a:lnTo>
                <a:cubicBezTo>
                  <a:pt x="444501" y="131286"/>
                  <a:pt x="445771" y="130016"/>
                  <a:pt x="447041" y="128111"/>
                </a:cubicBezTo>
                <a:cubicBezTo>
                  <a:pt x="447041" y="126841"/>
                  <a:pt x="447041" y="125571"/>
                  <a:pt x="439421" y="123666"/>
                </a:cubicBezTo>
                <a:cubicBezTo>
                  <a:pt x="434976" y="121761"/>
                  <a:pt x="430531" y="119221"/>
                  <a:pt x="427356" y="115411"/>
                </a:cubicBezTo>
                <a:cubicBezTo>
                  <a:pt x="421006" y="110331"/>
                  <a:pt x="408306" y="119221"/>
                  <a:pt x="408306" y="119221"/>
                </a:cubicBezTo>
                <a:lnTo>
                  <a:pt x="403861" y="122396"/>
                </a:lnTo>
                <a:lnTo>
                  <a:pt x="405131" y="116681"/>
                </a:lnTo>
                <a:cubicBezTo>
                  <a:pt x="407671" y="104616"/>
                  <a:pt x="412116" y="96996"/>
                  <a:pt x="419101" y="94456"/>
                </a:cubicBezTo>
                <a:cubicBezTo>
                  <a:pt x="424181" y="92551"/>
                  <a:pt x="430531" y="92551"/>
                  <a:pt x="435611" y="95726"/>
                </a:cubicBezTo>
                <a:lnTo>
                  <a:pt x="437304" y="93186"/>
                </a:lnTo>
                <a:lnTo>
                  <a:pt x="442807" y="93186"/>
                </a:lnTo>
                <a:lnTo>
                  <a:pt x="441961" y="93821"/>
                </a:lnTo>
                <a:cubicBezTo>
                  <a:pt x="440691" y="95091"/>
                  <a:pt x="439421" y="96361"/>
                  <a:pt x="438786" y="97631"/>
                </a:cubicBezTo>
                <a:cubicBezTo>
                  <a:pt x="440691" y="98266"/>
                  <a:pt x="443231" y="98266"/>
                  <a:pt x="445771" y="97631"/>
                </a:cubicBezTo>
                <a:cubicBezTo>
                  <a:pt x="449581" y="96361"/>
                  <a:pt x="453391" y="96996"/>
                  <a:pt x="456566" y="98901"/>
                </a:cubicBezTo>
                <a:cubicBezTo>
                  <a:pt x="457836" y="99536"/>
                  <a:pt x="458471" y="100171"/>
                  <a:pt x="459741" y="101441"/>
                </a:cubicBezTo>
                <a:lnTo>
                  <a:pt x="456566" y="103981"/>
                </a:lnTo>
                <a:cubicBezTo>
                  <a:pt x="455931" y="103346"/>
                  <a:pt x="455296" y="102711"/>
                  <a:pt x="454661" y="102711"/>
                </a:cubicBezTo>
                <a:cubicBezTo>
                  <a:pt x="454661" y="102711"/>
                  <a:pt x="454661" y="103346"/>
                  <a:pt x="454026" y="103981"/>
                </a:cubicBezTo>
                <a:cubicBezTo>
                  <a:pt x="452756" y="108426"/>
                  <a:pt x="447676" y="111601"/>
                  <a:pt x="442596" y="110966"/>
                </a:cubicBezTo>
                <a:cubicBezTo>
                  <a:pt x="436881" y="109696"/>
                  <a:pt x="433706" y="105251"/>
                  <a:pt x="433706" y="99536"/>
                </a:cubicBezTo>
                <a:cubicBezTo>
                  <a:pt x="429261" y="96996"/>
                  <a:pt x="424181" y="96361"/>
                  <a:pt x="419101" y="97631"/>
                </a:cubicBezTo>
                <a:cubicBezTo>
                  <a:pt x="414021" y="100806"/>
                  <a:pt x="410211" y="105886"/>
                  <a:pt x="408941" y="112236"/>
                </a:cubicBezTo>
                <a:cubicBezTo>
                  <a:pt x="414021" y="109696"/>
                  <a:pt x="422276" y="106521"/>
                  <a:pt x="428626" y="111601"/>
                </a:cubicBezTo>
                <a:lnTo>
                  <a:pt x="429261" y="112236"/>
                </a:lnTo>
                <a:cubicBezTo>
                  <a:pt x="431801" y="116046"/>
                  <a:pt x="435611" y="117951"/>
                  <a:pt x="439421" y="119221"/>
                </a:cubicBezTo>
                <a:cubicBezTo>
                  <a:pt x="448311" y="121126"/>
                  <a:pt x="449581" y="123666"/>
                  <a:pt x="450216" y="126841"/>
                </a:cubicBezTo>
                <a:lnTo>
                  <a:pt x="450216" y="128111"/>
                </a:lnTo>
                <a:lnTo>
                  <a:pt x="450216" y="128746"/>
                </a:lnTo>
                <a:cubicBezTo>
                  <a:pt x="449581" y="129381"/>
                  <a:pt x="448311" y="132556"/>
                  <a:pt x="439421" y="138271"/>
                </a:cubicBezTo>
                <a:cubicBezTo>
                  <a:pt x="433706" y="142716"/>
                  <a:pt x="426086" y="143351"/>
                  <a:pt x="419736" y="140176"/>
                </a:cubicBezTo>
                <a:cubicBezTo>
                  <a:pt x="420371" y="141446"/>
                  <a:pt x="421006" y="142716"/>
                  <a:pt x="421641" y="143351"/>
                </a:cubicBezTo>
                <a:cubicBezTo>
                  <a:pt x="426086" y="147796"/>
                  <a:pt x="434976" y="146526"/>
                  <a:pt x="437516" y="146526"/>
                </a:cubicBezTo>
                <a:lnTo>
                  <a:pt x="452121" y="144621"/>
                </a:lnTo>
                <a:lnTo>
                  <a:pt x="438786" y="150336"/>
                </a:lnTo>
                <a:cubicBezTo>
                  <a:pt x="431801" y="153511"/>
                  <a:pt x="427356" y="159861"/>
                  <a:pt x="426721" y="167481"/>
                </a:cubicBezTo>
                <a:cubicBezTo>
                  <a:pt x="426721" y="169386"/>
                  <a:pt x="427356" y="170656"/>
                  <a:pt x="427356" y="171926"/>
                </a:cubicBezTo>
                <a:cubicBezTo>
                  <a:pt x="430531" y="168751"/>
                  <a:pt x="434341" y="166211"/>
                  <a:pt x="438786" y="164941"/>
                </a:cubicBezTo>
                <a:cubicBezTo>
                  <a:pt x="441326" y="164306"/>
                  <a:pt x="443231" y="163671"/>
                  <a:pt x="445771" y="163036"/>
                </a:cubicBezTo>
                <a:lnTo>
                  <a:pt x="441326" y="168116"/>
                </a:lnTo>
                <a:cubicBezTo>
                  <a:pt x="436881" y="173196"/>
                  <a:pt x="434341" y="179546"/>
                  <a:pt x="434341" y="186531"/>
                </a:cubicBezTo>
                <a:cubicBezTo>
                  <a:pt x="434341" y="187166"/>
                  <a:pt x="434341" y="187801"/>
                  <a:pt x="434341" y="188436"/>
                </a:cubicBezTo>
                <a:cubicBezTo>
                  <a:pt x="434976" y="195421"/>
                  <a:pt x="438151" y="202406"/>
                  <a:pt x="443866" y="207486"/>
                </a:cubicBezTo>
                <a:cubicBezTo>
                  <a:pt x="443866" y="201771"/>
                  <a:pt x="445136" y="196056"/>
                  <a:pt x="447041" y="190976"/>
                </a:cubicBezTo>
                <a:cubicBezTo>
                  <a:pt x="448311" y="187166"/>
                  <a:pt x="450851" y="183991"/>
                  <a:pt x="454026" y="181451"/>
                </a:cubicBezTo>
                <a:lnTo>
                  <a:pt x="454661" y="184626"/>
                </a:lnTo>
                <a:cubicBezTo>
                  <a:pt x="456566" y="191611"/>
                  <a:pt x="457836" y="198596"/>
                  <a:pt x="457836" y="206216"/>
                </a:cubicBezTo>
                <a:cubicBezTo>
                  <a:pt x="457836" y="206851"/>
                  <a:pt x="457836" y="208756"/>
                  <a:pt x="457836" y="210661"/>
                </a:cubicBezTo>
                <a:cubicBezTo>
                  <a:pt x="457201" y="213836"/>
                  <a:pt x="456566" y="217011"/>
                  <a:pt x="455931" y="220186"/>
                </a:cubicBezTo>
                <a:cubicBezTo>
                  <a:pt x="461646" y="219551"/>
                  <a:pt x="466726" y="216376"/>
                  <a:pt x="470536" y="211931"/>
                </a:cubicBezTo>
                <a:cubicBezTo>
                  <a:pt x="473711" y="207486"/>
                  <a:pt x="474981" y="202406"/>
                  <a:pt x="474981" y="196691"/>
                </a:cubicBezTo>
                <a:cubicBezTo>
                  <a:pt x="474981" y="192246"/>
                  <a:pt x="474981" y="187801"/>
                  <a:pt x="473711" y="183991"/>
                </a:cubicBezTo>
                <a:lnTo>
                  <a:pt x="473076" y="180181"/>
                </a:lnTo>
                <a:lnTo>
                  <a:pt x="476251" y="180816"/>
                </a:lnTo>
                <a:cubicBezTo>
                  <a:pt x="483871" y="183991"/>
                  <a:pt x="488951" y="192246"/>
                  <a:pt x="488316" y="200501"/>
                </a:cubicBezTo>
                <a:cubicBezTo>
                  <a:pt x="493396" y="197326"/>
                  <a:pt x="497206" y="191611"/>
                  <a:pt x="499111" y="185896"/>
                </a:cubicBezTo>
                <a:cubicBezTo>
                  <a:pt x="499746" y="183991"/>
                  <a:pt x="499746" y="182086"/>
                  <a:pt x="499746" y="180181"/>
                </a:cubicBezTo>
                <a:cubicBezTo>
                  <a:pt x="499111" y="173831"/>
                  <a:pt x="497206" y="167481"/>
                  <a:pt x="493396" y="162401"/>
                </a:cubicBezTo>
                <a:lnTo>
                  <a:pt x="491491" y="159226"/>
                </a:lnTo>
                <a:cubicBezTo>
                  <a:pt x="492761" y="159226"/>
                  <a:pt x="494031" y="159226"/>
                  <a:pt x="495301" y="159226"/>
                </a:cubicBezTo>
                <a:cubicBezTo>
                  <a:pt x="501016" y="159226"/>
                  <a:pt x="506731" y="163036"/>
                  <a:pt x="509271" y="168751"/>
                </a:cubicBezTo>
                <a:cubicBezTo>
                  <a:pt x="511176" y="164941"/>
                  <a:pt x="511811" y="160496"/>
                  <a:pt x="511811" y="156686"/>
                </a:cubicBezTo>
                <a:cubicBezTo>
                  <a:pt x="511176" y="145891"/>
                  <a:pt x="506096" y="135731"/>
                  <a:pt x="497841" y="129381"/>
                </a:cubicBezTo>
                <a:lnTo>
                  <a:pt x="494666" y="126841"/>
                </a:lnTo>
                <a:cubicBezTo>
                  <a:pt x="494666" y="126841"/>
                  <a:pt x="497206" y="126206"/>
                  <a:pt x="498476" y="126206"/>
                </a:cubicBezTo>
                <a:cubicBezTo>
                  <a:pt x="502286" y="125571"/>
                  <a:pt x="506731" y="126206"/>
                  <a:pt x="510541" y="128111"/>
                </a:cubicBezTo>
                <a:cubicBezTo>
                  <a:pt x="508636" y="119856"/>
                  <a:pt x="502921" y="112871"/>
                  <a:pt x="495301" y="109061"/>
                </a:cubicBezTo>
                <a:cubicBezTo>
                  <a:pt x="492126" y="112236"/>
                  <a:pt x="488316" y="114141"/>
                  <a:pt x="483871" y="114776"/>
                </a:cubicBezTo>
                <a:lnTo>
                  <a:pt x="483236" y="110331"/>
                </a:lnTo>
                <a:cubicBezTo>
                  <a:pt x="492761" y="107791"/>
                  <a:pt x="499746" y="100171"/>
                  <a:pt x="502286" y="91281"/>
                </a:cubicBezTo>
                <a:cubicBezTo>
                  <a:pt x="494031" y="91916"/>
                  <a:pt x="485776" y="95726"/>
                  <a:pt x="480696" y="102076"/>
                </a:cubicBezTo>
                <a:lnTo>
                  <a:pt x="477521" y="99536"/>
                </a:lnTo>
                <a:cubicBezTo>
                  <a:pt x="479426" y="96996"/>
                  <a:pt x="481966" y="95091"/>
                  <a:pt x="484506" y="93186"/>
                </a:cubicBezTo>
                <a:lnTo>
                  <a:pt x="442807" y="93186"/>
                </a:lnTo>
                <a:lnTo>
                  <a:pt x="444501" y="91916"/>
                </a:lnTo>
                <a:lnTo>
                  <a:pt x="438151" y="91916"/>
                </a:lnTo>
                <a:lnTo>
                  <a:pt x="437304" y="93186"/>
                </a:lnTo>
                <a:lnTo>
                  <a:pt x="436246" y="93186"/>
                </a:lnTo>
                <a:lnTo>
                  <a:pt x="420371" y="55086"/>
                </a:lnTo>
                <a:cubicBezTo>
                  <a:pt x="421006" y="55086"/>
                  <a:pt x="421641" y="55086"/>
                  <a:pt x="422276" y="55086"/>
                </a:cubicBezTo>
                <a:cubicBezTo>
                  <a:pt x="423546" y="55086"/>
                  <a:pt x="424816" y="55721"/>
                  <a:pt x="426086" y="56356"/>
                </a:cubicBezTo>
                <a:cubicBezTo>
                  <a:pt x="429896" y="58896"/>
                  <a:pt x="431801" y="63976"/>
                  <a:pt x="429261" y="67786"/>
                </a:cubicBezTo>
                <a:cubicBezTo>
                  <a:pt x="431166" y="66516"/>
                  <a:pt x="433071" y="65881"/>
                  <a:pt x="434976" y="65881"/>
                </a:cubicBezTo>
                <a:cubicBezTo>
                  <a:pt x="438151" y="65881"/>
                  <a:pt x="441326" y="68421"/>
                  <a:pt x="441326" y="72231"/>
                </a:cubicBezTo>
                <a:cubicBezTo>
                  <a:pt x="441961" y="76041"/>
                  <a:pt x="438786" y="79216"/>
                  <a:pt x="434976" y="79851"/>
                </a:cubicBezTo>
                <a:cubicBezTo>
                  <a:pt x="434341" y="79851"/>
                  <a:pt x="434341" y="79851"/>
                  <a:pt x="433706" y="79851"/>
                </a:cubicBezTo>
                <a:cubicBezTo>
                  <a:pt x="435611" y="84296"/>
                  <a:pt x="441326" y="87471"/>
                  <a:pt x="446406" y="86201"/>
                </a:cubicBezTo>
                <a:cubicBezTo>
                  <a:pt x="451486" y="84296"/>
                  <a:pt x="455296" y="80486"/>
                  <a:pt x="457201" y="76041"/>
                </a:cubicBezTo>
                <a:cubicBezTo>
                  <a:pt x="455931" y="76676"/>
                  <a:pt x="454661" y="77311"/>
                  <a:pt x="453391" y="77311"/>
                </a:cubicBezTo>
                <a:cubicBezTo>
                  <a:pt x="449581" y="77311"/>
                  <a:pt x="446406" y="74136"/>
                  <a:pt x="446406" y="70326"/>
                </a:cubicBezTo>
                <a:cubicBezTo>
                  <a:pt x="446406" y="66516"/>
                  <a:pt x="449581" y="63341"/>
                  <a:pt x="453391" y="63341"/>
                </a:cubicBezTo>
                <a:cubicBezTo>
                  <a:pt x="454661" y="63341"/>
                  <a:pt x="455296" y="63341"/>
                  <a:pt x="456566" y="63976"/>
                </a:cubicBezTo>
                <a:cubicBezTo>
                  <a:pt x="455296" y="62706"/>
                  <a:pt x="454661" y="60801"/>
                  <a:pt x="454661" y="58896"/>
                </a:cubicBezTo>
                <a:cubicBezTo>
                  <a:pt x="454661" y="55086"/>
                  <a:pt x="457836" y="51911"/>
                  <a:pt x="461646" y="51911"/>
                </a:cubicBezTo>
                <a:close/>
                <a:moveTo>
                  <a:pt x="388620" y="31591"/>
                </a:moveTo>
                <a:cubicBezTo>
                  <a:pt x="361951" y="51276"/>
                  <a:pt x="344170" y="81756"/>
                  <a:pt x="339726" y="114776"/>
                </a:cubicBezTo>
                <a:cubicBezTo>
                  <a:pt x="370841" y="151606"/>
                  <a:pt x="394970" y="193516"/>
                  <a:pt x="411481" y="238601"/>
                </a:cubicBezTo>
                <a:cubicBezTo>
                  <a:pt x="442595" y="251936"/>
                  <a:pt x="477520" y="251936"/>
                  <a:pt x="508001" y="238601"/>
                </a:cubicBezTo>
                <a:cubicBezTo>
                  <a:pt x="524511" y="193516"/>
                  <a:pt x="548641" y="151606"/>
                  <a:pt x="579756" y="114776"/>
                </a:cubicBezTo>
                <a:cubicBezTo>
                  <a:pt x="575945" y="81756"/>
                  <a:pt x="558801" y="51276"/>
                  <a:pt x="532131" y="31591"/>
                </a:cubicBezTo>
                <a:cubicBezTo>
                  <a:pt x="508636" y="36036"/>
                  <a:pt x="484506" y="37941"/>
                  <a:pt x="460376" y="37941"/>
                </a:cubicBezTo>
                <a:cubicBezTo>
                  <a:pt x="436245" y="37941"/>
                  <a:pt x="412116" y="36036"/>
                  <a:pt x="388620" y="31591"/>
                </a:cubicBezTo>
                <a:close/>
                <a:moveTo>
                  <a:pt x="558166" y="26511"/>
                </a:moveTo>
                <a:cubicBezTo>
                  <a:pt x="553086" y="27781"/>
                  <a:pt x="548006" y="28416"/>
                  <a:pt x="542926" y="29686"/>
                </a:cubicBezTo>
                <a:cubicBezTo>
                  <a:pt x="566420" y="49371"/>
                  <a:pt x="582295" y="76676"/>
                  <a:pt x="587376" y="106521"/>
                </a:cubicBezTo>
                <a:cubicBezTo>
                  <a:pt x="590551" y="102711"/>
                  <a:pt x="593726" y="98901"/>
                  <a:pt x="597536" y="95091"/>
                </a:cubicBezTo>
                <a:cubicBezTo>
                  <a:pt x="591186" y="69056"/>
                  <a:pt x="577851" y="44926"/>
                  <a:pt x="558166" y="26511"/>
                </a:cubicBezTo>
                <a:close/>
                <a:moveTo>
                  <a:pt x="362586" y="25876"/>
                </a:moveTo>
                <a:cubicBezTo>
                  <a:pt x="342901" y="44291"/>
                  <a:pt x="328931" y="68421"/>
                  <a:pt x="322581" y="94456"/>
                </a:cubicBezTo>
                <a:cubicBezTo>
                  <a:pt x="326391" y="98266"/>
                  <a:pt x="330201" y="102076"/>
                  <a:pt x="333376" y="105886"/>
                </a:cubicBezTo>
                <a:cubicBezTo>
                  <a:pt x="338456" y="76041"/>
                  <a:pt x="354331" y="48736"/>
                  <a:pt x="377826" y="29051"/>
                </a:cubicBezTo>
                <a:cubicBezTo>
                  <a:pt x="372745" y="28416"/>
                  <a:pt x="367666" y="27146"/>
                  <a:pt x="362586" y="25876"/>
                </a:cubicBezTo>
                <a:close/>
                <a:moveTo>
                  <a:pt x="460376" y="8096"/>
                </a:moveTo>
                <a:cubicBezTo>
                  <a:pt x="438786" y="7461"/>
                  <a:pt x="417195" y="13811"/>
                  <a:pt x="398781" y="24606"/>
                </a:cubicBezTo>
                <a:cubicBezTo>
                  <a:pt x="419101" y="27781"/>
                  <a:pt x="439420" y="29686"/>
                  <a:pt x="460376" y="29686"/>
                </a:cubicBezTo>
                <a:cubicBezTo>
                  <a:pt x="480695" y="29686"/>
                  <a:pt x="501651" y="28416"/>
                  <a:pt x="521970" y="25241"/>
                </a:cubicBezTo>
                <a:cubicBezTo>
                  <a:pt x="503556" y="13811"/>
                  <a:pt x="481966" y="8096"/>
                  <a:pt x="460376" y="8096"/>
                </a:cubicBezTo>
                <a:close/>
                <a:moveTo>
                  <a:pt x="460138" y="0"/>
                </a:moveTo>
                <a:cubicBezTo>
                  <a:pt x="485935" y="0"/>
                  <a:pt x="511811" y="7778"/>
                  <a:pt x="534036" y="23336"/>
                </a:cubicBezTo>
                <a:cubicBezTo>
                  <a:pt x="541656" y="21431"/>
                  <a:pt x="549911" y="19526"/>
                  <a:pt x="558166" y="17621"/>
                </a:cubicBezTo>
                <a:lnTo>
                  <a:pt x="560706" y="16986"/>
                </a:lnTo>
                <a:lnTo>
                  <a:pt x="562611" y="18256"/>
                </a:lnTo>
                <a:cubicBezTo>
                  <a:pt x="584201" y="39211"/>
                  <a:pt x="600076" y="65881"/>
                  <a:pt x="606426" y="95091"/>
                </a:cubicBezTo>
                <a:lnTo>
                  <a:pt x="607061" y="97631"/>
                </a:lnTo>
                <a:lnTo>
                  <a:pt x="605791" y="99536"/>
                </a:lnTo>
                <a:cubicBezTo>
                  <a:pt x="600076" y="105251"/>
                  <a:pt x="594995" y="111601"/>
                  <a:pt x="589281" y="117951"/>
                </a:cubicBezTo>
                <a:cubicBezTo>
                  <a:pt x="589916" y="121761"/>
                  <a:pt x="589916" y="124936"/>
                  <a:pt x="589916" y="128746"/>
                </a:cubicBezTo>
                <a:cubicBezTo>
                  <a:pt x="589916" y="178276"/>
                  <a:pt x="560706" y="223996"/>
                  <a:pt x="515620" y="244951"/>
                </a:cubicBezTo>
                <a:cubicBezTo>
                  <a:pt x="513081" y="253206"/>
                  <a:pt x="510541" y="260826"/>
                  <a:pt x="508001" y="269081"/>
                </a:cubicBezTo>
                <a:lnTo>
                  <a:pt x="507366" y="270986"/>
                </a:lnTo>
                <a:lnTo>
                  <a:pt x="504826" y="271621"/>
                </a:lnTo>
                <a:cubicBezTo>
                  <a:pt x="475616" y="280511"/>
                  <a:pt x="445136" y="280511"/>
                  <a:pt x="415926" y="271621"/>
                </a:cubicBezTo>
                <a:lnTo>
                  <a:pt x="414020" y="270986"/>
                </a:lnTo>
                <a:lnTo>
                  <a:pt x="413386" y="268446"/>
                </a:lnTo>
                <a:cubicBezTo>
                  <a:pt x="411481" y="260826"/>
                  <a:pt x="408306" y="252571"/>
                  <a:pt x="405766" y="244951"/>
                </a:cubicBezTo>
                <a:cubicBezTo>
                  <a:pt x="360681" y="223361"/>
                  <a:pt x="331470" y="178276"/>
                  <a:pt x="331470" y="128111"/>
                </a:cubicBezTo>
                <a:cubicBezTo>
                  <a:pt x="331470" y="124301"/>
                  <a:pt x="332106" y="121126"/>
                  <a:pt x="332106" y="117316"/>
                </a:cubicBezTo>
                <a:cubicBezTo>
                  <a:pt x="326391" y="110966"/>
                  <a:pt x="320676" y="104616"/>
                  <a:pt x="314326" y="98901"/>
                </a:cubicBezTo>
                <a:lnTo>
                  <a:pt x="313056" y="97631"/>
                </a:lnTo>
                <a:lnTo>
                  <a:pt x="313691" y="95091"/>
                </a:lnTo>
                <a:cubicBezTo>
                  <a:pt x="320041" y="65881"/>
                  <a:pt x="335916" y="38576"/>
                  <a:pt x="358141" y="18256"/>
                </a:cubicBezTo>
                <a:lnTo>
                  <a:pt x="360045" y="16986"/>
                </a:lnTo>
                <a:lnTo>
                  <a:pt x="362586" y="17621"/>
                </a:lnTo>
                <a:cubicBezTo>
                  <a:pt x="370206" y="20161"/>
                  <a:pt x="378461" y="22066"/>
                  <a:pt x="386716" y="23336"/>
                </a:cubicBezTo>
                <a:cubicBezTo>
                  <a:pt x="408623" y="7778"/>
                  <a:pt x="434341" y="0"/>
                  <a:pt x="460138" y="0"/>
                </a:cubicBezTo>
                <a:close/>
              </a:path>
            </a:pathLst>
          </a:custGeom>
          <a:solidFill>
            <a:schemeClr val="tx2"/>
          </a:solidFill>
          <a:ln w="6350" cap="flat">
            <a:noFill/>
            <a:prstDash val="solid"/>
            <a:miter/>
          </a:ln>
        </p:spPr>
        <p:txBody>
          <a:bodyPr wrap="square" rtlCol="0" anchor="ctr">
            <a:noAutofit/>
          </a:bodyPr>
          <a:lstStyle/>
          <a:p>
            <a:endParaRPr lang="en-GB">
              <a:solidFill>
                <a:schemeClr val="tx2"/>
              </a:solidFill>
            </a:endParaRPr>
          </a:p>
        </p:txBody>
      </p:sp>
      <p:sp>
        <p:nvSpPr>
          <p:cNvPr id="15" name="MAN">
            <a:extLst>
              <a:ext uri="{FF2B5EF4-FFF2-40B4-BE49-F238E27FC236}">
                <a16:creationId xmlns:a16="http://schemas.microsoft.com/office/drawing/2014/main" id="{72EB1001-6573-2FF9-ED3B-C92A6081502C}"/>
              </a:ext>
            </a:extLst>
          </p:cNvPr>
          <p:cNvSpPr/>
          <p:nvPr userDrawn="1"/>
        </p:nvSpPr>
        <p:spPr>
          <a:xfrm>
            <a:off x="4136390" y="4263389"/>
            <a:ext cx="775970" cy="435610"/>
          </a:xfrm>
          <a:custGeom>
            <a:avLst/>
            <a:gdLst>
              <a:gd name="connsiteX0" fmla="*/ 393065 w 775970"/>
              <a:gd name="connsiteY0" fmla="*/ 367665 h 435610"/>
              <a:gd name="connsiteX1" fmla="*/ 380999 w 775970"/>
              <a:gd name="connsiteY1" fmla="*/ 392430 h 435610"/>
              <a:gd name="connsiteX2" fmla="*/ 406399 w 775970"/>
              <a:gd name="connsiteY2" fmla="*/ 392430 h 435610"/>
              <a:gd name="connsiteX3" fmla="*/ 509269 w 775970"/>
              <a:gd name="connsiteY3" fmla="*/ 317500 h 435610"/>
              <a:gd name="connsiteX4" fmla="*/ 567689 w 775970"/>
              <a:gd name="connsiteY4" fmla="*/ 317500 h 435610"/>
              <a:gd name="connsiteX5" fmla="*/ 648969 w 775970"/>
              <a:gd name="connsiteY5" fmla="*/ 370205 h 435610"/>
              <a:gd name="connsiteX6" fmla="*/ 648969 w 775970"/>
              <a:gd name="connsiteY6" fmla="*/ 317500 h 435610"/>
              <a:gd name="connsiteX7" fmla="*/ 706754 w 775970"/>
              <a:gd name="connsiteY7" fmla="*/ 317500 h 435610"/>
              <a:gd name="connsiteX8" fmla="*/ 706754 w 775970"/>
              <a:gd name="connsiteY8" fmla="*/ 435610 h 435610"/>
              <a:gd name="connsiteX9" fmla="*/ 645794 w 775970"/>
              <a:gd name="connsiteY9" fmla="*/ 435610 h 435610"/>
              <a:gd name="connsiteX10" fmla="*/ 572134 w 775970"/>
              <a:gd name="connsiteY10" fmla="*/ 384175 h 435610"/>
              <a:gd name="connsiteX11" fmla="*/ 572134 w 775970"/>
              <a:gd name="connsiteY11" fmla="*/ 435610 h 435610"/>
              <a:gd name="connsiteX12" fmla="*/ 509269 w 775970"/>
              <a:gd name="connsiteY12" fmla="*/ 435610 h 435610"/>
              <a:gd name="connsiteX13" fmla="*/ 362584 w 775970"/>
              <a:gd name="connsiteY13" fmla="*/ 317500 h 435610"/>
              <a:gd name="connsiteX14" fmla="*/ 427354 w 775970"/>
              <a:gd name="connsiteY14" fmla="*/ 317500 h 435610"/>
              <a:gd name="connsiteX15" fmla="*/ 503554 w 775970"/>
              <a:gd name="connsiteY15" fmla="*/ 435610 h 435610"/>
              <a:gd name="connsiteX16" fmla="*/ 436879 w 775970"/>
              <a:gd name="connsiteY16" fmla="*/ 435610 h 435610"/>
              <a:gd name="connsiteX17" fmla="*/ 426084 w 775970"/>
              <a:gd name="connsiteY17" fmla="*/ 423545 h 435610"/>
              <a:gd name="connsiteX18" fmla="*/ 360679 w 775970"/>
              <a:gd name="connsiteY18" fmla="*/ 423545 h 435610"/>
              <a:gd name="connsiteX19" fmla="*/ 351154 w 775970"/>
              <a:gd name="connsiteY19" fmla="*/ 435610 h 435610"/>
              <a:gd name="connsiteX20" fmla="*/ 284479 w 775970"/>
              <a:gd name="connsiteY20" fmla="*/ 435610 h 435610"/>
              <a:gd name="connsiteX21" fmla="*/ 80009 w 775970"/>
              <a:gd name="connsiteY21" fmla="*/ 317500 h 435610"/>
              <a:gd name="connsiteX22" fmla="*/ 140334 w 775970"/>
              <a:gd name="connsiteY22" fmla="*/ 317500 h 435610"/>
              <a:gd name="connsiteX23" fmla="*/ 179069 w 775970"/>
              <a:gd name="connsiteY23" fmla="*/ 361950 h 435610"/>
              <a:gd name="connsiteX24" fmla="*/ 220979 w 775970"/>
              <a:gd name="connsiteY24" fmla="*/ 317500 h 435610"/>
              <a:gd name="connsiteX25" fmla="*/ 278129 w 775970"/>
              <a:gd name="connsiteY25" fmla="*/ 317500 h 435610"/>
              <a:gd name="connsiteX26" fmla="*/ 278129 w 775970"/>
              <a:gd name="connsiteY26" fmla="*/ 435610 h 435610"/>
              <a:gd name="connsiteX27" fmla="*/ 218439 w 775970"/>
              <a:gd name="connsiteY27" fmla="*/ 435610 h 435610"/>
              <a:gd name="connsiteX28" fmla="*/ 218439 w 775970"/>
              <a:gd name="connsiteY28" fmla="*/ 393065 h 435610"/>
              <a:gd name="connsiteX29" fmla="*/ 180339 w 775970"/>
              <a:gd name="connsiteY29" fmla="*/ 429260 h 435610"/>
              <a:gd name="connsiteX30" fmla="*/ 139699 w 775970"/>
              <a:gd name="connsiteY30" fmla="*/ 393065 h 435610"/>
              <a:gd name="connsiteX31" fmla="*/ 139699 w 775970"/>
              <a:gd name="connsiteY31" fmla="*/ 435610 h 435610"/>
              <a:gd name="connsiteX32" fmla="*/ 80009 w 775970"/>
              <a:gd name="connsiteY32" fmla="*/ 435610 h 435610"/>
              <a:gd name="connsiteX33" fmla="*/ 387985 w 775970"/>
              <a:gd name="connsiteY33" fmla="*/ 0 h 435610"/>
              <a:gd name="connsiteX34" fmla="*/ 775970 w 775970"/>
              <a:gd name="connsiteY34" fmla="*/ 390525 h 435610"/>
              <a:gd name="connsiteX35" fmla="*/ 774065 w 775970"/>
              <a:gd name="connsiteY35" fmla="*/ 431800 h 435610"/>
              <a:gd name="connsiteX36" fmla="*/ 727075 w 775970"/>
              <a:gd name="connsiteY36" fmla="*/ 431800 h 435610"/>
              <a:gd name="connsiteX37" fmla="*/ 729615 w 775970"/>
              <a:gd name="connsiteY37" fmla="*/ 390525 h 435610"/>
              <a:gd name="connsiteX38" fmla="*/ 387985 w 775970"/>
              <a:gd name="connsiteY38" fmla="*/ 46990 h 435610"/>
              <a:gd name="connsiteX39" fmla="*/ 46355 w 775970"/>
              <a:gd name="connsiteY39" fmla="*/ 390525 h 435610"/>
              <a:gd name="connsiteX40" fmla="*/ 48895 w 775970"/>
              <a:gd name="connsiteY40" fmla="*/ 431800 h 435610"/>
              <a:gd name="connsiteX41" fmla="*/ 1905 w 775970"/>
              <a:gd name="connsiteY41" fmla="*/ 431800 h 435610"/>
              <a:gd name="connsiteX42" fmla="*/ 0 w 775970"/>
              <a:gd name="connsiteY42" fmla="*/ 390525 h 435610"/>
              <a:gd name="connsiteX43" fmla="*/ 387985 w 775970"/>
              <a:gd name="connsiteY43" fmla="*/ 0 h 43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75970" h="435610">
                <a:moveTo>
                  <a:pt x="393065" y="367665"/>
                </a:moveTo>
                <a:lnTo>
                  <a:pt x="380999" y="392430"/>
                </a:lnTo>
                <a:lnTo>
                  <a:pt x="406399" y="392430"/>
                </a:lnTo>
                <a:close/>
                <a:moveTo>
                  <a:pt x="509269" y="317500"/>
                </a:moveTo>
                <a:lnTo>
                  <a:pt x="567689" y="317500"/>
                </a:lnTo>
                <a:lnTo>
                  <a:pt x="648969" y="370205"/>
                </a:lnTo>
                <a:lnTo>
                  <a:pt x="648969" y="317500"/>
                </a:lnTo>
                <a:lnTo>
                  <a:pt x="706754" y="317500"/>
                </a:lnTo>
                <a:lnTo>
                  <a:pt x="706754" y="435610"/>
                </a:lnTo>
                <a:lnTo>
                  <a:pt x="645794" y="435610"/>
                </a:lnTo>
                <a:lnTo>
                  <a:pt x="572134" y="384175"/>
                </a:lnTo>
                <a:lnTo>
                  <a:pt x="572134" y="435610"/>
                </a:lnTo>
                <a:lnTo>
                  <a:pt x="509269" y="435610"/>
                </a:lnTo>
                <a:close/>
                <a:moveTo>
                  <a:pt x="362584" y="317500"/>
                </a:moveTo>
                <a:lnTo>
                  <a:pt x="427354" y="317500"/>
                </a:lnTo>
                <a:lnTo>
                  <a:pt x="503554" y="435610"/>
                </a:lnTo>
                <a:lnTo>
                  <a:pt x="436879" y="435610"/>
                </a:lnTo>
                <a:lnTo>
                  <a:pt x="426084" y="423545"/>
                </a:lnTo>
                <a:lnTo>
                  <a:pt x="360679" y="423545"/>
                </a:lnTo>
                <a:lnTo>
                  <a:pt x="351154" y="435610"/>
                </a:lnTo>
                <a:lnTo>
                  <a:pt x="284479" y="435610"/>
                </a:lnTo>
                <a:close/>
                <a:moveTo>
                  <a:pt x="80009" y="317500"/>
                </a:moveTo>
                <a:lnTo>
                  <a:pt x="140334" y="317500"/>
                </a:lnTo>
                <a:lnTo>
                  <a:pt x="179069" y="361950"/>
                </a:lnTo>
                <a:lnTo>
                  <a:pt x="220979" y="317500"/>
                </a:lnTo>
                <a:lnTo>
                  <a:pt x="278129" y="317500"/>
                </a:lnTo>
                <a:lnTo>
                  <a:pt x="278129" y="435610"/>
                </a:lnTo>
                <a:lnTo>
                  <a:pt x="218439" y="435610"/>
                </a:lnTo>
                <a:lnTo>
                  <a:pt x="218439" y="393065"/>
                </a:lnTo>
                <a:lnTo>
                  <a:pt x="180339" y="429260"/>
                </a:lnTo>
                <a:lnTo>
                  <a:pt x="139699" y="393065"/>
                </a:lnTo>
                <a:lnTo>
                  <a:pt x="139699" y="435610"/>
                </a:lnTo>
                <a:lnTo>
                  <a:pt x="80009" y="435610"/>
                </a:lnTo>
                <a:close/>
                <a:moveTo>
                  <a:pt x="387985" y="0"/>
                </a:moveTo>
                <a:cubicBezTo>
                  <a:pt x="601980" y="0"/>
                  <a:pt x="775970" y="175260"/>
                  <a:pt x="775970" y="390525"/>
                </a:cubicBezTo>
                <a:cubicBezTo>
                  <a:pt x="775970" y="404495"/>
                  <a:pt x="775335" y="418465"/>
                  <a:pt x="774065" y="431800"/>
                </a:cubicBezTo>
                <a:lnTo>
                  <a:pt x="727075" y="431800"/>
                </a:lnTo>
                <a:cubicBezTo>
                  <a:pt x="728345" y="418465"/>
                  <a:pt x="729615" y="404495"/>
                  <a:pt x="729615" y="390525"/>
                </a:cubicBezTo>
                <a:cubicBezTo>
                  <a:pt x="729615" y="201295"/>
                  <a:pt x="575945" y="46990"/>
                  <a:pt x="387985" y="46990"/>
                </a:cubicBezTo>
                <a:cubicBezTo>
                  <a:pt x="200025" y="46990"/>
                  <a:pt x="46355" y="201295"/>
                  <a:pt x="46355" y="390525"/>
                </a:cubicBezTo>
                <a:cubicBezTo>
                  <a:pt x="46355" y="404495"/>
                  <a:pt x="46990" y="418465"/>
                  <a:pt x="48895" y="431800"/>
                </a:cubicBezTo>
                <a:lnTo>
                  <a:pt x="1905" y="431800"/>
                </a:lnTo>
                <a:cubicBezTo>
                  <a:pt x="635" y="418465"/>
                  <a:pt x="0" y="404495"/>
                  <a:pt x="0" y="390525"/>
                </a:cubicBezTo>
                <a:cubicBezTo>
                  <a:pt x="0" y="175895"/>
                  <a:pt x="173990" y="0"/>
                  <a:pt x="387985" y="0"/>
                </a:cubicBezTo>
                <a:close/>
              </a:path>
            </a:pathLst>
          </a:custGeom>
          <a:solidFill>
            <a:schemeClr val="tx2"/>
          </a:solidFill>
          <a:ln w="6350" cap="flat">
            <a:noFill/>
            <a:prstDash val="solid"/>
            <a:miter/>
          </a:ln>
        </p:spPr>
        <p:txBody>
          <a:bodyPr wrap="square" rtlCol="0" anchor="ctr">
            <a:noAutofit/>
          </a:bodyPr>
          <a:lstStyle/>
          <a:p>
            <a:endParaRPr lang="en-GB">
              <a:solidFill>
                <a:schemeClr val="tx2"/>
              </a:solidFill>
            </a:endParaRPr>
          </a:p>
        </p:txBody>
      </p:sp>
      <p:sp>
        <p:nvSpPr>
          <p:cNvPr id="13" name="Scout">
            <a:extLst>
              <a:ext uri="{FF2B5EF4-FFF2-40B4-BE49-F238E27FC236}">
                <a16:creationId xmlns:a16="http://schemas.microsoft.com/office/drawing/2014/main" id="{22775BE3-6D24-89A1-B37D-BE0FB9589B43}"/>
              </a:ext>
            </a:extLst>
          </p:cNvPr>
          <p:cNvSpPr/>
          <p:nvPr userDrawn="1"/>
        </p:nvSpPr>
        <p:spPr>
          <a:xfrm>
            <a:off x="2434591" y="4420937"/>
            <a:ext cx="972819" cy="279332"/>
          </a:xfrm>
          <a:custGeom>
            <a:avLst/>
            <a:gdLst>
              <a:gd name="connsiteX0" fmla="*/ 530225 w 972819"/>
              <a:gd name="connsiteY0" fmla="*/ 220277 h 279332"/>
              <a:gd name="connsiteX1" fmla="*/ 518795 w 972819"/>
              <a:gd name="connsiteY1" fmla="*/ 208847 h 279332"/>
              <a:gd name="connsiteX2" fmla="*/ 563245 w 972819"/>
              <a:gd name="connsiteY2" fmla="*/ 155507 h 279332"/>
              <a:gd name="connsiteX3" fmla="*/ 564515 w 972819"/>
              <a:gd name="connsiteY3" fmla="*/ 156142 h 279332"/>
              <a:gd name="connsiteX4" fmla="*/ 565150 w 972819"/>
              <a:gd name="connsiteY4" fmla="*/ 157412 h 279332"/>
              <a:gd name="connsiteX5" fmla="*/ 573405 w 972819"/>
              <a:gd name="connsiteY5" fmla="*/ 170112 h 279332"/>
              <a:gd name="connsiteX6" fmla="*/ 574040 w 972819"/>
              <a:gd name="connsiteY6" fmla="*/ 170747 h 279332"/>
              <a:gd name="connsiteX7" fmla="*/ 574040 w 972819"/>
              <a:gd name="connsiteY7" fmla="*/ 171382 h 279332"/>
              <a:gd name="connsiteX8" fmla="*/ 530225 w 972819"/>
              <a:gd name="connsiteY8" fmla="*/ 220277 h 279332"/>
              <a:gd name="connsiteX9" fmla="*/ 123825 w 972819"/>
              <a:gd name="connsiteY9" fmla="*/ 248217 h 279332"/>
              <a:gd name="connsiteX10" fmla="*/ 74930 w 972819"/>
              <a:gd name="connsiteY10" fmla="*/ 243137 h 279332"/>
              <a:gd name="connsiteX11" fmla="*/ 281305 w 972819"/>
              <a:gd name="connsiteY11" fmla="*/ 179002 h 279332"/>
              <a:gd name="connsiteX12" fmla="*/ 281940 w 972819"/>
              <a:gd name="connsiteY12" fmla="*/ 179002 h 279332"/>
              <a:gd name="connsiteX13" fmla="*/ 282575 w 972819"/>
              <a:gd name="connsiteY13" fmla="*/ 179637 h 279332"/>
              <a:gd name="connsiteX14" fmla="*/ 283210 w 972819"/>
              <a:gd name="connsiteY14" fmla="*/ 180272 h 279332"/>
              <a:gd name="connsiteX15" fmla="*/ 283210 w 972819"/>
              <a:gd name="connsiteY15" fmla="*/ 180907 h 279332"/>
              <a:gd name="connsiteX16" fmla="*/ 123825 w 972819"/>
              <a:gd name="connsiteY16" fmla="*/ 248217 h 279332"/>
              <a:gd name="connsiteX17" fmla="*/ 874395 w 972819"/>
              <a:gd name="connsiteY17" fmla="*/ 223452 h 279332"/>
              <a:gd name="connsiteX18" fmla="*/ 852805 w 972819"/>
              <a:gd name="connsiteY18" fmla="*/ 156142 h 279332"/>
              <a:gd name="connsiteX19" fmla="*/ 859155 w 972819"/>
              <a:gd name="connsiteY19" fmla="*/ 144712 h 279332"/>
              <a:gd name="connsiteX20" fmla="*/ 862330 w 972819"/>
              <a:gd name="connsiteY20" fmla="*/ 141537 h 279332"/>
              <a:gd name="connsiteX21" fmla="*/ 866140 w 972819"/>
              <a:gd name="connsiteY21" fmla="*/ 140267 h 279332"/>
              <a:gd name="connsiteX22" fmla="*/ 905510 w 972819"/>
              <a:gd name="connsiteY22" fmla="*/ 138997 h 279332"/>
              <a:gd name="connsiteX23" fmla="*/ 906780 w 972819"/>
              <a:gd name="connsiteY23" fmla="*/ 138362 h 279332"/>
              <a:gd name="connsiteX24" fmla="*/ 907415 w 972819"/>
              <a:gd name="connsiteY24" fmla="*/ 137092 h 279332"/>
              <a:gd name="connsiteX25" fmla="*/ 920750 w 972819"/>
              <a:gd name="connsiteY25" fmla="*/ 107882 h 279332"/>
              <a:gd name="connsiteX26" fmla="*/ 920750 w 972819"/>
              <a:gd name="connsiteY26" fmla="*/ 107247 h 279332"/>
              <a:gd name="connsiteX27" fmla="*/ 920750 w 972819"/>
              <a:gd name="connsiteY27" fmla="*/ 106612 h 279332"/>
              <a:gd name="connsiteX28" fmla="*/ 920115 w 972819"/>
              <a:gd name="connsiteY28" fmla="*/ 105977 h 279332"/>
              <a:gd name="connsiteX29" fmla="*/ 919480 w 972819"/>
              <a:gd name="connsiteY29" fmla="*/ 105977 h 279332"/>
              <a:gd name="connsiteX30" fmla="*/ 880110 w 972819"/>
              <a:gd name="connsiteY30" fmla="*/ 106612 h 279332"/>
              <a:gd name="connsiteX31" fmla="*/ 879475 w 972819"/>
              <a:gd name="connsiteY31" fmla="*/ 106612 h 279332"/>
              <a:gd name="connsiteX32" fmla="*/ 878840 w 972819"/>
              <a:gd name="connsiteY32" fmla="*/ 105977 h 279332"/>
              <a:gd name="connsiteX33" fmla="*/ 878840 w 972819"/>
              <a:gd name="connsiteY33" fmla="*/ 105342 h 279332"/>
              <a:gd name="connsiteX34" fmla="*/ 878840 w 972819"/>
              <a:gd name="connsiteY34" fmla="*/ 104707 h 279332"/>
              <a:gd name="connsiteX35" fmla="*/ 898525 w 972819"/>
              <a:gd name="connsiteY35" fmla="*/ 71052 h 279332"/>
              <a:gd name="connsiteX36" fmla="*/ 898525 w 972819"/>
              <a:gd name="connsiteY36" fmla="*/ 70417 h 279332"/>
              <a:gd name="connsiteX37" fmla="*/ 898525 w 972819"/>
              <a:gd name="connsiteY37" fmla="*/ 69782 h 279332"/>
              <a:gd name="connsiteX38" fmla="*/ 897890 w 972819"/>
              <a:gd name="connsiteY38" fmla="*/ 69147 h 279332"/>
              <a:gd name="connsiteX39" fmla="*/ 897255 w 972819"/>
              <a:gd name="connsiteY39" fmla="*/ 69147 h 279332"/>
              <a:gd name="connsiteX40" fmla="*/ 871855 w 972819"/>
              <a:gd name="connsiteY40" fmla="*/ 69147 h 279332"/>
              <a:gd name="connsiteX41" fmla="*/ 870585 w 972819"/>
              <a:gd name="connsiteY41" fmla="*/ 69782 h 279332"/>
              <a:gd name="connsiteX42" fmla="*/ 869950 w 972819"/>
              <a:gd name="connsiteY42" fmla="*/ 70417 h 279332"/>
              <a:gd name="connsiteX43" fmla="*/ 850265 w 972819"/>
              <a:gd name="connsiteY43" fmla="*/ 105342 h 279332"/>
              <a:gd name="connsiteX44" fmla="*/ 849630 w 972819"/>
              <a:gd name="connsiteY44" fmla="*/ 105977 h 279332"/>
              <a:gd name="connsiteX45" fmla="*/ 848360 w 972819"/>
              <a:gd name="connsiteY45" fmla="*/ 105977 h 279332"/>
              <a:gd name="connsiteX46" fmla="*/ 810895 w 972819"/>
              <a:gd name="connsiteY46" fmla="*/ 105977 h 279332"/>
              <a:gd name="connsiteX47" fmla="*/ 809625 w 972819"/>
              <a:gd name="connsiteY47" fmla="*/ 106612 h 279332"/>
              <a:gd name="connsiteX48" fmla="*/ 808355 w 972819"/>
              <a:gd name="connsiteY48" fmla="*/ 107247 h 279332"/>
              <a:gd name="connsiteX49" fmla="*/ 791210 w 972819"/>
              <a:gd name="connsiteY49" fmla="*/ 140267 h 279332"/>
              <a:gd name="connsiteX50" fmla="*/ 791210 w 972819"/>
              <a:gd name="connsiteY50" fmla="*/ 140902 h 279332"/>
              <a:gd name="connsiteX51" fmla="*/ 791210 w 972819"/>
              <a:gd name="connsiteY51" fmla="*/ 141537 h 279332"/>
              <a:gd name="connsiteX52" fmla="*/ 791845 w 972819"/>
              <a:gd name="connsiteY52" fmla="*/ 142172 h 279332"/>
              <a:gd name="connsiteX53" fmla="*/ 792480 w 972819"/>
              <a:gd name="connsiteY53" fmla="*/ 142172 h 279332"/>
              <a:gd name="connsiteX54" fmla="*/ 824230 w 972819"/>
              <a:gd name="connsiteY54" fmla="*/ 141537 h 279332"/>
              <a:gd name="connsiteX55" fmla="*/ 825500 w 972819"/>
              <a:gd name="connsiteY55" fmla="*/ 141537 h 279332"/>
              <a:gd name="connsiteX56" fmla="*/ 826135 w 972819"/>
              <a:gd name="connsiteY56" fmla="*/ 142172 h 279332"/>
              <a:gd name="connsiteX57" fmla="*/ 826135 w 972819"/>
              <a:gd name="connsiteY57" fmla="*/ 143442 h 279332"/>
              <a:gd name="connsiteX58" fmla="*/ 825500 w 972819"/>
              <a:gd name="connsiteY58" fmla="*/ 144712 h 279332"/>
              <a:gd name="connsiteX59" fmla="*/ 814070 w 972819"/>
              <a:gd name="connsiteY59" fmla="*/ 159952 h 279332"/>
              <a:gd name="connsiteX60" fmla="*/ 738505 w 972819"/>
              <a:gd name="connsiteY60" fmla="*/ 221547 h 279332"/>
              <a:gd name="connsiteX61" fmla="*/ 758190 w 972819"/>
              <a:gd name="connsiteY61" fmla="*/ 147252 h 279332"/>
              <a:gd name="connsiteX62" fmla="*/ 758190 w 972819"/>
              <a:gd name="connsiteY62" fmla="*/ 146617 h 279332"/>
              <a:gd name="connsiteX63" fmla="*/ 758190 w 972819"/>
              <a:gd name="connsiteY63" fmla="*/ 145982 h 279332"/>
              <a:gd name="connsiteX64" fmla="*/ 757555 w 972819"/>
              <a:gd name="connsiteY64" fmla="*/ 145347 h 279332"/>
              <a:gd name="connsiteX65" fmla="*/ 756920 w 972819"/>
              <a:gd name="connsiteY65" fmla="*/ 145347 h 279332"/>
              <a:gd name="connsiteX66" fmla="*/ 732155 w 972819"/>
              <a:gd name="connsiteY66" fmla="*/ 145347 h 279332"/>
              <a:gd name="connsiteX67" fmla="*/ 730250 w 972819"/>
              <a:gd name="connsiteY67" fmla="*/ 145982 h 279332"/>
              <a:gd name="connsiteX68" fmla="*/ 728980 w 972819"/>
              <a:gd name="connsiteY68" fmla="*/ 147252 h 279332"/>
              <a:gd name="connsiteX69" fmla="*/ 658495 w 972819"/>
              <a:gd name="connsiteY69" fmla="*/ 217102 h 279332"/>
              <a:gd name="connsiteX70" fmla="*/ 651510 w 972819"/>
              <a:gd name="connsiteY70" fmla="*/ 208212 h 279332"/>
              <a:gd name="connsiteX71" fmla="*/ 681355 w 972819"/>
              <a:gd name="connsiteY71" fmla="*/ 149157 h 279332"/>
              <a:gd name="connsiteX72" fmla="*/ 681355 w 972819"/>
              <a:gd name="connsiteY72" fmla="*/ 148522 h 279332"/>
              <a:gd name="connsiteX73" fmla="*/ 681355 w 972819"/>
              <a:gd name="connsiteY73" fmla="*/ 147887 h 279332"/>
              <a:gd name="connsiteX74" fmla="*/ 680720 w 972819"/>
              <a:gd name="connsiteY74" fmla="*/ 147252 h 279332"/>
              <a:gd name="connsiteX75" fmla="*/ 680085 w 972819"/>
              <a:gd name="connsiteY75" fmla="*/ 147252 h 279332"/>
              <a:gd name="connsiteX76" fmla="*/ 664845 w 972819"/>
              <a:gd name="connsiteY76" fmla="*/ 141537 h 279332"/>
              <a:gd name="connsiteX77" fmla="*/ 662305 w 972819"/>
              <a:gd name="connsiteY77" fmla="*/ 141537 h 279332"/>
              <a:gd name="connsiteX78" fmla="*/ 574675 w 972819"/>
              <a:gd name="connsiteY78" fmla="*/ 135187 h 279332"/>
              <a:gd name="connsiteX79" fmla="*/ 573405 w 972819"/>
              <a:gd name="connsiteY79" fmla="*/ 134552 h 279332"/>
              <a:gd name="connsiteX80" fmla="*/ 572135 w 972819"/>
              <a:gd name="connsiteY80" fmla="*/ 135187 h 279332"/>
              <a:gd name="connsiteX81" fmla="*/ 567690 w 972819"/>
              <a:gd name="connsiteY81" fmla="*/ 139632 h 279332"/>
              <a:gd name="connsiteX82" fmla="*/ 567055 w 972819"/>
              <a:gd name="connsiteY82" fmla="*/ 140267 h 279332"/>
              <a:gd name="connsiteX83" fmla="*/ 565785 w 972819"/>
              <a:gd name="connsiteY83" fmla="*/ 140267 h 279332"/>
              <a:gd name="connsiteX84" fmla="*/ 560070 w 972819"/>
              <a:gd name="connsiteY84" fmla="*/ 139632 h 279332"/>
              <a:gd name="connsiteX85" fmla="*/ 484505 w 972819"/>
              <a:gd name="connsiteY85" fmla="*/ 194242 h 279332"/>
              <a:gd name="connsiteX86" fmla="*/ 404495 w 972819"/>
              <a:gd name="connsiteY86" fmla="*/ 208847 h 279332"/>
              <a:gd name="connsiteX87" fmla="*/ 474345 w 972819"/>
              <a:gd name="connsiteY87" fmla="*/ 160587 h 279332"/>
              <a:gd name="connsiteX88" fmla="*/ 474980 w 972819"/>
              <a:gd name="connsiteY88" fmla="*/ 160587 h 279332"/>
              <a:gd name="connsiteX89" fmla="*/ 475615 w 972819"/>
              <a:gd name="connsiteY89" fmla="*/ 160587 h 279332"/>
              <a:gd name="connsiteX90" fmla="*/ 476250 w 972819"/>
              <a:gd name="connsiteY90" fmla="*/ 159952 h 279332"/>
              <a:gd name="connsiteX91" fmla="*/ 476885 w 972819"/>
              <a:gd name="connsiteY91" fmla="*/ 159317 h 279332"/>
              <a:gd name="connsiteX92" fmla="*/ 485140 w 972819"/>
              <a:gd name="connsiteY92" fmla="*/ 142807 h 279332"/>
              <a:gd name="connsiteX93" fmla="*/ 485140 w 972819"/>
              <a:gd name="connsiteY93" fmla="*/ 142172 h 279332"/>
              <a:gd name="connsiteX94" fmla="*/ 485140 w 972819"/>
              <a:gd name="connsiteY94" fmla="*/ 141537 h 279332"/>
              <a:gd name="connsiteX95" fmla="*/ 484505 w 972819"/>
              <a:gd name="connsiteY95" fmla="*/ 140902 h 279332"/>
              <a:gd name="connsiteX96" fmla="*/ 483870 w 972819"/>
              <a:gd name="connsiteY96" fmla="*/ 140267 h 279332"/>
              <a:gd name="connsiteX97" fmla="*/ 331470 w 972819"/>
              <a:gd name="connsiteY97" fmla="*/ 145982 h 279332"/>
              <a:gd name="connsiteX98" fmla="*/ 330200 w 972819"/>
              <a:gd name="connsiteY98" fmla="*/ 145982 h 279332"/>
              <a:gd name="connsiteX99" fmla="*/ 328930 w 972819"/>
              <a:gd name="connsiteY99" fmla="*/ 145347 h 279332"/>
              <a:gd name="connsiteX100" fmla="*/ 271780 w 972819"/>
              <a:gd name="connsiteY100" fmla="*/ 112962 h 279332"/>
              <a:gd name="connsiteX101" fmla="*/ 210185 w 972819"/>
              <a:gd name="connsiteY101" fmla="*/ 72957 h 279332"/>
              <a:gd name="connsiteX102" fmla="*/ 403225 w 972819"/>
              <a:gd name="connsiteY102" fmla="*/ 31047 h 279332"/>
              <a:gd name="connsiteX103" fmla="*/ 404495 w 972819"/>
              <a:gd name="connsiteY103" fmla="*/ 31047 h 279332"/>
              <a:gd name="connsiteX104" fmla="*/ 405130 w 972819"/>
              <a:gd name="connsiteY104" fmla="*/ 29777 h 279332"/>
              <a:gd name="connsiteX105" fmla="*/ 411480 w 972819"/>
              <a:gd name="connsiteY105" fmla="*/ 8187 h 279332"/>
              <a:gd name="connsiteX106" fmla="*/ 411480 w 972819"/>
              <a:gd name="connsiteY106" fmla="*/ 7552 h 279332"/>
              <a:gd name="connsiteX107" fmla="*/ 411480 w 972819"/>
              <a:gd name="connsiteY107" fmla="*/ 6917 h 279332"/>
              <a:gd name="connsiteX108" fmla="*/ 410845 w 972819"/>
              <a:gd name="connsiteY108" fmla="*/ 6282 h 279332"/>
              <a:gd name="connsiteX109" fmla="*/ 410210 w 972819"/>
              <a:gd name="connsiteY109" fmla="*/ 6282 h 279332"/>
              <a:gd name="connsiteX110" fmla="*/ 141605 w 972819"/>
              <a:gd name="connsiteY110" fmla="*/ 67242 h 279332"/>
              <a:gd name="connsiteX111" fmla="*/ 216535 w 972819"/>
              <a:gd name="connsiteY111" fmla="*/ 129472 h 279332"/>
              <a:gd name="connsiteX112" fmla="*/ 267335 w 972819"/>
              <a:gd name="connsiteY112" fmla="*/ 152332 h 279332"/>
              <a:gd name="connsiteX113" fmla="*/ 267970 w 972819"/>
              <a:gd name="connsiteY113" fmla="*/ 152967 h 279332"/>
              <a:gd name="connsiteX114" fmla="*/ 267970 w 972819"/>
              <a:gd name="connsiteY114" fmla="*/ 154237 h 279332"/>
              <a:gd name="connsiteX115" fmla="*/ 267335 w 972819"/>
              <a:gd name="connsiteY115" fmla="*/ 154872 h 279332"/>
              <a:gd name="connsiteX116" fmla="*/ 266700 w 972819"/>
              <a:gd name="connsiteY116" fmla="*/ 155507 h 279332"/>
              <a:gd name="connsiteX117" fmla="*/ 234950 w 972819"/>
              <a:gd name="connsiteY117" fmla="*/ 159952 h 279332"/>
              <a:gd name="connsiteX118" fmla="*/ 0 w 972819"/>
              <a:gd name="connsiteY118" fmla="*/ 239962 h 279332"/>
              <a:gd name="connsiteX119" fmla="*/ 150495 w 972819"/>
              <a:gd name="connsiteY119" fmla="*/ 279332 h 279332"/>
              <a:gd name="connsiteX120" fmla="*/ 346710 w 972819"/>
              <a:gd name="connsiteY120" fmla="*/ 182177 h 279332"/>
              <a:gd name="connsiteX121" fmla="*/ 344805 w 972819"/>
              <a:gd name="connsiteY121" fmla="*/ 168842 h 279332"/>
              <a:gd name="connsiteX122" fmla="*/ 344805 w 972819"/>
              <a:gd name="connsiteY122" fmla="*/ 168207 h 279332"/>
              <a:gd name="connsiteX123" fmla="*/ 344805 w 972819"/>
              <a:gd name="connsiteY123" fmla="*/ 167572 h 279332"/>
              <a:gd name="connsiteX124" fmla="*/ 344805 w 972819"/>
              <a:gd name="connsiteY124" fmla="*/ 167572 h 279332"/>
              <a:gd name="connsiteX125" fmla="*/ 345440 w 972819"/>
              <a:gd name="connsiteY125" fmla="*/ 167572 h 279332"/>
              <a:gd name="connsiteX126" fmla="*/ 398145 w 972819"/>
              <a:gd name="connsiteY126" fmla="*/ 161222 h 279332"/>
              <a:gd name="connsiteX127" fmla="*/ 398780 w 972819"/>
              <a:gd name="connsiteY127" fmla="*/ 161222 h 279332"/>
              <a:gd name="connsiteX128" fmla="*/ 399415 w 972819"/>
              <a:gd name="connsiteY128" fmla="*/ 161857 h 279332"/>
              <a:gd name="connsiteX129" fmla="*/ 399415 w 972819"/>
              <a:gd name="connsiteY129" fmla="*/ 162492 h 279332"/>
              <a:gd name="connsiteX130" fmla="*/ 398780 w 972819"/>
              <a:gd name="connsiteY130" fmla="*/ 163127 h 279332"/>
              <a:gd name="connsiteX131" fmla="*/ 355600 w 972819"/>
              <a:gd name="connsiteY131" fmla="*/ 231707 h 279332"/>
              <a:gd name="connsiteX132" fmla="*/ 393700 w 972819"/>
              <a:gd name="connsiteY132" fmla="*/ 267267 h 279332"/>
              <a:gd name="connsiteX133" fmla="*/ 474980 w 972819"/>
              <a:gd name="connsiteY133" fmla="*/ 227897 h 279332"/>
              <a:gd name="connsiteX134" fmla="*/ 475615 w 972819"/>
              <a:gd name="connsiteY134" fmla="*/ 227897 h 279332"/>
              <a:gd name="connsiteX135" fmla="*/ 476250 w 972819"/>
              <a:gd name="connsiteY135" fmla="*/ 227897 h 279332"/>
              <a:gd name="connsiteX136" fmla="*/ 476885 w 972819"/>
              <a:gd name="connsiteY136" fmla="*/ 228532 h 279332"/>
              <a:gd name="connsiteX137" fmla="*/ 476885 w 972819"/>
              <a:gd name="connsiteY137" fmla="*/ 229167 h 279332"/>
              <a:gd name="connsiteX138" fmla="*/ 513715 w 972819"/>
              <a:gd name="connsiteY138" fmla="*/ 265362 h 279332"/>
              <a:gd name="connsiteX139" fmla="*/ 594995 w 972819"/>
              <a:gd name="connsiteY139" fmla="*/ 181542 h 279332"/>
              <a:gd name="connsiteX140" fmla="*/ 594995 w 972819"/>
              <a:gd name="connsiteY140" fmla="*/ 177732 h 279332"/>
              <a:gd name="connsiteX141" fmla="*/ 594995 w 972819"/>
              <a:gd name="connsiteY141" fmla="*/ 177097 h 279332"/>
              <a:gd name="connsiteX142" fmla="*/ 595630 w 972819"/>
              <a:gd name="connsiteY142" fmla="*/ 176462 h 279332"/>
              <a:gd name="connsiteX143" fmla="*/ 596265 w 972819"/>
              <a:gd name="connsiteY143" fmla="*/ 175827 h 279332"/>
              <a:gd name="connsiteX144" fmla="*/ 596900 w 972819"/>
              <a:gd name="connsiteY144" fmla="*/ 175827 h 279332"/>
              <a:gd name="connsiteX145" fmla="*/ 635635 w 972819"/>
              <a:gd name="connsiteY145" fmla="*/ 169477 h 279332"/>
              <a:gd name="connsiteX146" fmla="*/ 636905 w 972819"/>
              <a:gd name="connsiteY146" fmla="*/ 169477 h 279332"/>
              <a:gd name="connsiteX147" fmla="*/ 637540 w 972819"/>
              <a:gd name="connsiteY147" fmla="*/ 170112 h 279332"/>
              <a:gd name="connsiteX148" fmla="*/ 638175 w 972819"/>
              <a:gd name="connsiteY148" fmla="*/ 171382 h 279332"/>
              <a:gd name="connsiteX149" fmla="*/ 637540 w 972819"/>
              <a:gd name="connsiteY149" fmla="*/ 172652 h 279332"/>
              <a:gd name="connsiteX150" fmla="*/ 608965 w 972819"/>
              <a:gd name="connsiteY150" fmla="*/ 237422 h 279332"/>
              <a:gd name="connsiteX151" fmla="*/ 633095 w 972819"/>
              <a:gd name="connsiteY151" fmla="*/ 264727 h 279332"/>
              <a:gd name="connsiteX152" fmla="*/ 692150 w 972819"/>
              <a:gd name="connsiteY152" fmla="*/ 231072 h 279332"/>
              <a:gd name="connsiteX153" fmla="*/ 693420 w 972819"/>
              <a:gd name="connsiteY153" fmla="*/ 230437 h 279332"/>
              <a:gd name="connsiteX154" fmla="*/ 694690 w 972819"/>
              <a:gd name="connsiteY154" fmla="*/ 230437 h 279332"/>
              <a:gd name="connsiteX155" fmla="*/ 695960 w 972819"/>
              <a:gd name="connsiteY155" fmla="*/ 231072 h 279332"/>
              <a:gd name="connsiteX156" fmla="*/ 696595 w 972819"/>
              <a:gd name="connsiteY156" fmla="*/ 232342 h 279332"/>
              <a:gd name="connsiteX157" fmla="*/ 725170 w 972819"/>
              <a:gd name="connsiteY157" fmla="*/ 263457 h 279332"/>
              <a:gd name="connsiteX158" fmla="*/ 802640 w 972819"/>
              <a:gd name="connsiteY158" fmla="*/ 212657 h 279332"/>
              <a:gd name="connsiteX159" fmla="*/ 803275 w 972819"/>
              <a:gd name="connsiteY159" fmla="*/ 212657 h 279332"/>
              <a:gd name="connsiteX160" fmla="*/ 803910 w 972819"/>
              <a:gd name="connsiteY160" fmla="*/ 212657 h 279332"/>
              <a:gd name="connsiteX161" fmla="*/ 804545 w 972819"/>
              <a:gd name="connsiteY161" fmla="*/ 213292 h 279332"/>
              <a:gd name="connsiteX162" fmla="*/ 804545 w 972819"/>
              <a:gd name="connsiteY162" fmla="*/ 213927 h 279332"/>
              <a:gd name="connsiteX163" fmla="*/ 850900 w 972819"/>
              <a:gd name="connsiteY163" fmla="*/ 265997 h 279332"/>
              <a:gd name="connsiteX164" fmla="*/ 966470 w 972819"/>
              <a:gd name="connsiteY164" fmla="*/ 227897 h 279332"/>
              <a:gd name="connsiteX165" fmla="*/ 967740 w 972819"/>
              <a:gd name="connsiteY165" fmla="*/ 225992 h 279332"/>
              <a:gd name="connsiteX166" fmla="*/ 972820 w 972819"/>
              <a:gd name="connsiteY166" fmla="*/ 206307 h 279332"/>
              <a:gd name="connsiteX167" fmla="*/ 972820 w 972819"/>
              <a:gd name="connsiteY167" fmla="*/ 205672 h 279332"/>
              <a:gd name="connsiteX168" fmla="*/ 972185 w 972819"/>
              <a:gd name="connsiteY168" fmla="*/ 205037 h 279332"/>
              <a:gd name="connsiteX169" fmla="*/ 971550 w 972819"/>
              <a:gd name="connsiteY169" fmla="*/ 205037 h 279332"/>
              <a:gd name="connsiteX170" fmla="*/ 970915 w 972819"/>
              <a:gd name="connsiteY170" fmla="*/ 205037 h 279332"/>
              <a:gd name="connsiteX171" fmla="*/ 874395 w 972819"/>
              <a:gd name="connsiteY171" fmla="*/ 223452 h 27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972819" h="279332">
                <a:moveTo>
                  <a:pt x="530225" y="220277"/>
                </a:moveTo>
                <a:cubicBezTo>
                  <a:pt x="523875" y="220277"/>
                  <a:pt x="518795" y="216467"/>
                  <a:pt x="518795" y="208847"/>
                </a:cubicBezTo>
                <a:cubicBezTo>
                  <a:pt x="518795" y="187892"/>
                  <a:pt x="548005" y="158047"/>
                  <a:pt x="563245" y="155507"/>
                </a:cubicBezTo>
                <a:cubicBezTo>
                  <a:pt x="563880" y="155507"/>
                  <a:pt x="564515" y="155507"/>
                  <a:pt x="564515" y="156142"/>
                </a:cubicBezTo>
                <a:cubicBezTo>
                  <a:pt x="565150" y="156142"/>
                  <a:pt x="565150" y="156777"/>
                  <a:pt x="565150" y="157412"/>
                </a:cubicBezTo>
                <a:cubicBezTo>
                  <a:pt x="566420" y="162492"/>
                  <a:pt x="568960" y="166937"/>
                  <a:pt x="573405" y="170112"/>
                </a:cubicBezTo>
                <a:cubicBezTo>
                  <a:pt x="573405" y="170112"/>
                  <a:pt x="574040" y="170112"/>
                  <a:pt x="574040" y="170747"/>
                </a:cubicBezTo>
                <a:cubicBezTo>
                  <a:pt x="574040" y="170747"/>
                  <a:pt x="574040" y="171382"/>
                  <a:pt x="574040" y="171382"/>
                </a:cubicBezTo>
                <a:cubicBezTo>
                  <a:pt x="569595" y="189797"/>
                  <a:pt x="549275" y="220277"/>
                  <a:pt x="530225" y="220277"/>
                </a:cubicBezTo>
                <a:close/>
                <a:moveTo>
                  <a:pt x="123825" y="248217"/>
                </a:moveTo>
                <a:cubicBezTo>
                  <a:pt x="88265" y="248217"/>
                  <a:pt x="74930" y="246312"/>
                  <a:pt x="74930" y="243137"/>
                </a:cubicBezTo>
                <a:cubicBezTo>
                  <a:pt x="74930" y="233612"/>
                  <a:pt x="181610" y="200592"/>
                  <a:pt x="281305" y="179002"/>
                </a:cubicBezTo>
                <a:cubicBezTo>
                  <a:pt x="281305" y="179002"/>
                  <a:pt x="281940" y="179002"/>
                  <a:pt x="281940" y="179002"/>
                </a:cubicBezTo>
                <a:cubicBezTo>
                  <a:pt x="281940" y="179002"/>
                  <a:pt x="282575" y="179002"/>
                  <a:pt x="282575" y="179637"/>
                </a:cubicBezTo>
                <a:cubicBezTo>
                  <a:pt x="282575" y="179637"/>
                  <a:pt x="283210" y="180272"/>
                  <a:pt x="283210" y="180272"/>
                </a:cubicBezTo>
                <a:cubicBezTo>
                  <a:pt x="283210" y="180272"/>
                  <a:pt x="283210" y="180907"/>
                  <a:pt x="283210" y="180907"/>
                </a:cubicBezTo>
                <a:cubicBezTo>
                  <a:pt x="281305" y="219007"/>
                  <a:pt x="207645" y="248217"/>
                  <a:pt x="123825" y="248217"/>
                </a:cubicBezTo>
                <a:close/>
                <a:moveTo>
                  <a:pt x="874395" y="223452"/>
                </a:moveTo>
                <a:cubicBezTo>
                  <a:pt x="841375" y="223452"/>
                  <a:pt x="826135" y="203132"/>
                  <a:pt x="852805" y="156142"/>
                </a:cubicBezTo>
                <a:cubicBezTo>
                  <a:pt x="854710" y="152967"/>
                  <a:pt x="856615" y="149157"/>
                  <a:pt x="859155" y="144712"/>
                </a:cubicBezTo>
                <a:cubicBezTo>
                  <a:pt x="859790" y="143442"/>
                  <a:pt x="861060" y="142172"/>
                  <a:pt x="862330" y="141537"/>
                </a:cubicBezTo>
                <a:cubicBezTo>
                  <a:pt x="863600" y="140902"/>
                  <a:pt x="864870" y="140267"/>
                  <a:pt x="866140" y="140267"/>
                </a:cubicBezTo>
                <a:cubicBezTo>
                  <a:pt x="883285" y="139632"/>
                  <a:pt x="898525" y="139632"/>
                  <a:pt x="905510" y="138997"/>
                </a:cubicBezTo>
                <a:cubicBezTo>
                  <a:pt x="906145" y="138997"/>
                  <a:pt x="906780" y="138997"/>
                  <a:pt x="906780" y="138362"/>
                </a:cubicBezTo>
                <a:cubicBezTo>
                  <a:pt x="907415" y="137727"/>
                  <a:pt x="907415" y="137727"/>
                  <a:pt x="907415" y="137092"/>
                </a:cubicBezTo>
                <a:cubicBezTo>
                  <a:pt x="911225" y="126932"/>
                  <a:pt x="915670" y="117407"/>
                  <a:pt x="920750" y="107882"/>
                </a:cubicBezTo>
                <a:cubicBezTo>
                  <a:pt x="920750" y="107882"/>
                  <a:pt x="920750" y="107247"/>
                  <a:pt x="920750" y="107247"/>
                </a:cubicBezTo>
                <a:cubicBezTo>
                  <a:pt x="920750" y="107247"/>
                  <a:pt x="920750" y="106612"/>
                  <a:pt x="920750" y="106612"/>
                </a:cubicBezTo>
                <a:cubicBezTo>
                  <a:pt x="920750" y="106612"/>
                  <a:pt x="920115" y="105977"/>
                  <a:pt x="920115" y="105977"/>
                </a:cubicBezTo>
                <a:cubicBezTo>
                  <a:pt x="920115" y="105977"/>
                  <a:pt x="919480" y="105977"/>
                  <a:pt x="919480" y="105977"/>
                </a:cubicBezTo>
                <a:cubicBezTo>
                  <a:pt x="911860" y="105977"/>
                  <a:pt x="896620" y="106612"/>
                  <a:pt x="880110" y="106612"/>
                </a:cubicBezTo>
                <a:cubicBezTo>
                  <a:pt x="880110" y="106612"/>
                  <a:pt x="879475" y="106612"/>
                  <a:pt x="879475" y="106612"/>
                </a:cubicBezTo>
                <a:cubicBezTo>
                  <a:pt x="879475" y="106612"/>
                  <a:pt x="879475" y="106612"/>
                  <a:pt x="878840" y="105977"/>
                </a:cubicBezTo>
                <a:cubicBezTo>
                  <a:pt x="878840" y="105977"/>
                  <a:pt x="878840" y="105342"/>
                  <a:pt x="878840" y="105342"/>
                </a:cubicBezTo>
                <a:cubicBezTo>
                  <a:pt x="878840" y="105342"/>
                  <a:pt x="878840" y="104707"/>
                  <a:pt x="878840" y="104707"/>
                </a:cubicBezTo>
                <a:cubicBezTo>
                  <a:pt x="885825" y="92007"/>
                  <a:pt x="892810" y="79942"/>
                  <a:pt x="898525" y="71052"/>
                </a:cubicBezTo>
                <a:cubicBezTo>
                  <a:pt x="898525" y="71052"/>
                  <a:pt x="898525" y="70417"/>
                  <a:pt x="898525" y="70417"/>
                </a:cubicBezTo>
                <a:cubicBezTo>
                  <a:pt x="898525" y="70417"/>
                  <a:pt x="898525" y="69782"/>
                  <a:pt x="898525" y="69782"/>
                </a:cubicBezTo>
                <a:cubicBezTo>
                  <a:pt x="898525" y="69782"/>
                  <a:pt x="898525" y="69147"/>
                  <a:pt x="897890" y="69147"/>
                </a:cubicBezTo>
                <a:cubicBezTo>
                  <a:pt x="897890" y="69147"/>
                  <a:pt x="897255" y="69147"/>
                  <a:pt x="897255" y="69147"/>
                </a:cubicBezTo>
                <a:cubicBezTo>
                  <a:pt x="889000" y="69147"/>
                  <a:pt x="878205" y="69147"/>
                  <a:pt x="871855" y="69147"/>
                </a:cubicBezTo>
                <a:cubicBezTo>
                  <a:pt x="871220" y="69147"/>
                  <a:pt x="871220" y="69147"/>
                  <a:pt x="870585" y="69782"/>
                </a:cubicBezTo>
                <a:cubicBezTo>
                  <a:pt x="869950" y="69782"/>
                  <a:pt x="869950" y="70417"/>
                  <a:pt x="869950" y="70417"/>
                </a:cubicBezTo>
                <a:cubicBezTo>
                  <a:pt x="863600" y="81847"/>
                  <a:pt x="857250" y="93277"/>
                  <a:pt x="850265" y="105342"/>
                </a:cubicBezTo>
                <a:cubicBezTo>
                  <a:pt x="850265" y="105342"/>
                  <a:pt x="849630" y="105977"/>
                  <a:pt x="849630" y="105977"/>
                </a:cubicBezTo>
                <a:cubicBezTo>
                  <a:pt x="849630" y="105977"/>
                  <a:pt x="848995" y="105977"/>
                  <a:pt x="848360" y="105977"/>
                </a:cubicBezTo>
                <a:cubicBezTo>
                  <a:pt x="831215" y="105977"/>
                  <a:pt x="816610" y="105977"/>
                  <a:pt x="810895" y="105977"/>
                </a:cubicBezTo>
                <a:cubicBezTo>
                  <a:pt x="810260" y="105977"/>
                  <a:pt x="810260" y="105977"/>
                  <a:pt x="809625" y="106612"/>
                </a:cubicBezTo>
                <a:cubicBezTo>
                  <a:pt x="808990" y="106612"/>
                  <a:pt x="808990" y="107247"/>
                  <a:pt x="808355" y="107247"/>
                </a:cubicBezTo>
                <a:cubicBezTo>
                  <a:pt x="803275" y="116137"/>
                  <a:pt x="796290" y="128837"/>
                  <a:pt x="791210" y="140267"/>
                </a:cubicBezTo>
                <a:cubicBezTo>
                  <a:pt x="791210" y="140267"/>
                  <a:pt x="791210" y="140902"/>
                  <a:pt x="791210" y="140902"/>
                </a:cubicBezTo>
                <a:cubicBezTo>
                  <a:pt x="791210" y="140902"/>
                  <a:pt x="791210" y="141537"/>
                  <a:pt x="791210" y="141537"/>
                </a:cubicBezTo>
                <a:cubicBezTo>
                  <a:pt x="791210" y="141537"/>
                  <a:pt x="791210" y="142172"/>
                  <a:pt x="791845" y="142172"/>
                </a:cubicBezTo>
                <a:cubicBezTo>
                  <a:pt x="791845" y="142172"/>
                  <a:pt x="792480" y="142172"/>
                  <a:pt x="792480" y="142172"/>
                </a:cubicBezTo>
                <a:cubicBezTo>
                  <a:pt x="799465" y="142172"/>
                  <a:pt x="810895" y="141537"/>
                  <a:pt x="824230" y="141537"/>
                </a:cubicBezTo>
                <a:cubicBezTo>
                  <a:pt x="824865" y="141537"/>
                  <a:pt x="824865" y="141537"/>
                  <a:pt x="825500" y="141537"/>
                </a:cubicBezTo>
                <a:cubicBezTo>
                  <a:pt x="825500" y="141537"/>
                  <a:pt x="826135" y="142172"/>
                  <a:pt x="826135" y="142172"/>
                </a:cubicBezTo>
                <a:cubicBezTo>
                  <a:pt x="826135" y="142172"/>
                  <a:pt x="826135" y="142807"/>
                  <a:pt x="826135" y="143442"/>
                </a:cubicBezTo>
                <a:cubicBezTo>
                  <a:pt x="826135" y="144077"/>
                  <a:pt x="826135" y="144077"/>
                  <a:pt x="825500" y="144712"/>
                </a:cubicBezTo>
                <a:cubicBezTo>
                  <a:pt x="821690" y="149792"/>
                  <a:pt x="817880" y="154872"/>
                  <a:pt x="814070" y="159952"/>
                </a:cubicBezTo>
                <a:cubicBezTo>
                  <a:pt x="782320" y="199957"/>
                  <a:pt x="755015" y="221547"/>
                  <a:pt x="738505" y="221547"/>
                </a:cubicBezTo>
                <a:cubicBezTo>
                  <a:pt x="721995" y="221547"/>
                  <a:pt x="727710" y="191067"/>
                  <a:pt x="758190" y="147252"/>
                </a:cubicBezTo>
                <a:cubicBezTo>
                  <a:pt x="758190" y="147252"/>
                  <a:pt x="758190" y="146617"/>
                  <a:pt x="758190" y="146617"/>
                </a:cubicBezTo>
                <a:cubicBezTo>
                  <a:pt x="758190" y="146617"/>
                  <a:pt x="758190" y="145982"/>
                  <a:pt x="758190" y="145982"/>
                </a:cubicBezTo>
                <a:cubicBezTo>
                  <a:pt x="758190" y="145982"/>
                  <a:pt x="757555" y="145347"/>
                  <a:pt x="757555" y="145347"/>
                </a:cubicBezTo>
                <a:cubicBezTo>
                  <a:pt x="757555" y="145347"/>
                  <a:pt x="756920" y="145347"/>
                  <a:pt x="756920" y="145347"/>
                </a:cubicBezTo>
                <a:cubicBezTo>
                  <a:pt x="748665" y="145347"/>
                  <a:pt x="739775" y="145347"/>
                  <a:pt x="732155" y="145347"/>
                </a:cubicBezTo>
                <a:cubicBezTo>
                  <a:pt x="731520" y="145347"/>
                  <a:pt x="730885" y="145347"/>
                  <a:pt x="730250" y="145982"/>
                </a:cubicBezTo>
                <a:cubicBezTo>
                  <a:pt x="729615" y="145982"/>
                  <a:pt x="728980" y="146617"/>
                  <a:pt x="728980" y="147252"/>
                </a:cubicBezTo>
                <a:cubicBezTo>
                  <a:pt x="694690" y="193607"/>
                  <a:pt x="673100" y="217102"/>
                  <a:pt x="658495" y="217102"/>
                </a:cubicBezTo>
                <a:cubicBezTo>
                  <a:pt x="654685" y="217102"/>
                  <a:pt x="651510" y="214562"/>
                  <a:pt x="651510" y="208212"/>
                </a:cubicBezTo>
                <a:cubicBezTo>
                  <a:pt x="651510" y="196147"/>
                  <a:pt x="658495" y="180272"/>
                  <a:pt x="681355" y="149157"/>
                </a:cubicBezTo>
                <a:cubicBezTo>
                  <a:pt x="681355" y="149157"/>
                  <a:pt x="681355" y="148522"/>
                  <a:pt x="681355" y="148522"/>
                </a:cubicBezTo>
                <a:cubicBezTo>
                  <a:pt x="681355" y="148522"/>
                  <a:pt x="681355" y="147887"/>
                  <a:pt x="681355" y="147887"/>
                </a:cubicBezTo>
                <a:cubicBezTo>
                  <a:pt x="681355" y="147887"/>
                  <a:pt x="681355" y="147252"/>
                  <a:pt x="680720" y="147252"/>
                </a:cubicBezTo>
                <a:cubicBezTo>
                  <a:pt x="680720" y="147252"/>
                  <a:pt x="680085" y="147252"/>
                  <a:pt x="680085" y="147252"/>
                </a:cubicBezTo>
                <a:cubicBezTo>
                  <a:pt x="675005" y="145982"/>
                  <a:pt x="669290" y="143442"/>
                  <a:pt x="664845" y="141537"/>
                </a:cubicBezTo>
                <a:cubicBezTo>
                  <a:pt x="664210" y="140902"/>
                  <a:pt x="662940" y="140902"/>
                  <a:pt x="662305" y="141537"/>
                </a:cubicBezTo>
                <a:cubicBezTo>
                  <a:pt x="621665" y="152967"/>
                  <a:pt x="588010" y="149792"/>
                  <a:pt x="574675" y="135187"/>
                </a:cubicBezTo>
                <a:cubicBezTo>
                  <a:pt x="574040" y="134552"/>
                  <a:pt x="574040" y="134552"/>
                  <a:pt x="573405" y="134552"/>
                </a:cubicBezTo>
                <a:cubicBezTo>
                  <a:pt x="572770" y="134552"/>
                  <a:pt x="572135" y="134552"/>
                  <a:pt x="572135" y="135187"/>
                </a:cubicBezTo>
                <a:cubicBezTo>
                  <a:pt x="570865" y="136457"/>
                  <a:pt x="568960" y="137727"/>
                  <a:pt x="567690" y="139632"/>
                </a:cubicBezTo>
                <a:cubicBezTo>
                  <a:pt x="567690" y="139632"/>
                  <a:pt x="567055" y="140267"/>
                  <a:pt x="567055" y="140267"/>
                </a:cubicBezTo>
                <a:cubicBezTo>
                  <a:pt x="566420" y="140267"/>
                  <a:pt x="566420" y="140267"/>
                  <a:pt x="565785" y="140267"/>
                </a:cubicBezTo>
                <a:cubicBezTo>
                  <a:pt x="563880" y="140267"/>
                  <a:pt x="561975" y="139632"/>
                  <a:pt x="560070" y="139632"/>
                </a:cubicBezTo>
                <a:cubicBezTo>
                  <a:pt x="531495" y="139632"/>
                  <a:pt x="499745" y="164397"/>
                  <a:pt x="484505" y="194242"/>
                </a:cubicBezTo>
                <a:cubicBezTo>
                  <a:pt x="427355" y="239962"/>
                  <a:pt x="404495" y="224722"/>
                  <a:pt x="404495" y="208847"/>
                </a:cubicBezTo>
                <a:cubicBezTo>
                  <a:pt x="404495" y="172017"/>
                  <a:pt x="456565" y="149157"/>
                  <a:pt x="474345" y="160587"/>
                </a:cubicBezTo>
                <a:cubicBezTo>
                  <a:pt x="474345" y="160587"/>
                  <a:pt x="474980" y="160587"/>
                  <a:pt x="474980" y="160587"/>
                </a:cubicBezTo>
                <a:cubicBezTo>
                  <a:pt x="474980" y="160587"/>
                  <a:pt x="475615" y="160587"/>
                  <a:pt x="475615" y="160587"/>
                </a:cubicBezTo>
                <a:cubicBezTo>
                  <a:pt x="475615" y="160587"/>
                  <a:pt x="476250" y="160587"/>
                  <a:pt x="476250" y="159952"/>
                </a:cubicBezTo>
                <a:cubicBezTo>
                  <a:pt x="476250" y="159952"/>
                  <a:pt x="476885" y="159317"/>
                  <a:pt x="476885" y="159317"/>
                </a:cubicBezTo>
                <a:lnTo>
                  <a:pt x="485140" y="142807"/>
                </a:lnTo>
                <a:cubicBezTo>
                  <a:pt x="485140" y="142807"/>
                  <a:pt x="485140" y="142172"/>
                  <a:pt x="485140" y="142172"/>
                </a:cubicBezTo>
                <a:cubicBezTo>
                  <a:pt x="485140" y="141537"/>
                  <a:pt x="485140" y="141537"/>
                  <a:pt x="485140" y="141537"/>
                </a:cubicBezTo>
                <a:cubicBezTo>
                  <a:pt x="485140" y="141537"/>
                  <a:pt x="484505" y="140902"/>
                  <a:pt x="484505" y="140902"/>
                </a:cubicBezTo>
                <a:cubicBezTo>
                  <a:pt x="484505" y="140902"/>
                  <a:pt x="483870" y="140902"/>
                  <a:pt x="483870" y="140267"/>
                </a:cubicBezTo>
                <a:cubicBezTo>
                  <a:pt x="448310" y="135187"/>
                  <a:pt x="391795" y="138997"/>
                  <a:pt x="331470" y="145982"/>
                </a:cubicBezTo>
                <a:cubicBezTo>
                  <a:pt x="330835" y="145982"/>
                  <a:pt x="330200" y="145982"/>
                  <a:pt x="330200" y="145982"/>
                </a:cubicBezTo>
                <a:cubicBezTo>
                  <a:pt x="329565" y="145982"/>
                  <a:pt x="329565" y="145347"/>
                  <a:pt x="328930" y="145347"/>
                </a:cubicBezTo>
                <a:cubicBezTo>
                  <a:pt x="312420" y="130107"/>
                  <a:pt x="287655" y="119947"/>
                  <a:pt x="271780" y="112962"/>
                </a:cubicBezTo>
                <a:cubicBezTo>
                  <a:pt x="241935" y="99627"/>
                  <a:pt x="210185" y="89467"/>
                  <a:pt x="210185" y="72957"/>
                </a:cubicBezTo>
                <a:cubicBezTo>
                  <a:pt x="210185" y="45652"/>
                  <a:pt x="324485" y="23427"/>
                  <a:pt x="403225" y="31047"/>
                </a:cubicBezTo>
                <a:cubicBezTo>
                  <a:pt x="403860" y="31047"/>
                  <a:pt x="403860" y="31047"/>
                  <a:pt x="404495" y="31047"/>
                </a:cubicBezTo>
                <a:cubicBezTo>
                  <a:pt x="405130" y="31047"/>
                  <a:pt x="405130" y="30412"/>
                  <a:pt x="405130" y="29777"/>
                </a:cubicBezTo>
                <a:lnTo>
                  <a:pt x="411480" y="8187"/>
                </a:lnTo>
                <a:cubicBezTo>
                  <a:pt x="411480" y="8187"/>
                  <a:pt x="411480" y="7552"/>
                  <a:pt x="411480" y="7552"/>
                </a:cubicBezTo>
                <a:cubicBezTo>
                  <a:pt x="411480" y="7552"/>
                  <a:pt x="411480" y="6917"/>
                  <a:pt x="411480" y="6917"/>
                </a:cubicBezTo>
                <a:cubicBezTo>
                  <a:pt x="411480" y="6917"/>
                  <a:pt x="411480" y="6917"/>
                  <a:pt x="410845" y="6282"/>
                </a:cubicBezTo>
                <a:cubicBezTo>
                  <a:pt x="410845" y="6282"/>
                  <a:pt x="410210" y="6282"/>
                  <a:pt x="410210" y="6282"/>
                </a:cubicBezTo>
                <a:cubicBezTo>
                  <a:pt x="316865" y="-12768"/>
                  <a:pt x="141605" y="12632"/>
                  <a:pt x="141605" y="67242"/>
                </a:cubicBezTo>
                <a:cubicBezTo>
                  <a:pt x="141605" y="95182"/>
                  <a:pt x="179070" y="115502"/>
                  <a:pt x="216535" y="129472"/>
                </a:cubicBezTo>
                <a:cubicBezTo>
                  <a:pt x="240665" y="138362"/>
                  <a:pt x="256540" y="145347"/>
                  <a:pt x="267335" y="152332"/>
                </a:cubicBezTo>
                <a:cubicBezTo>
                  <a:pt x="267335" y="152332"/>
                  <a:pt x="267970" y="152967"/>
                  <a:pt x="267970" y="152967"/>
                </a:cubicBezTo>
                <a:cubicBezTo>
                  <a:pt x="267970" y="153602"/>
                  <a:pt x="267970" y="153602"/>
                  <a:pt x="267970" y="154237"/>
                </a:cubicBezTo>
                <a:cubicBezTo>
                  <a:pt x="267970" y="154872"/>
                  <a:pt x="267970" y="154872"/>
                  <a:pt x="267335" y="154872"/>
                </a:cubicBezTo>
                <a:cubicBezTo>
                  <a:pt x="267335" y="154872"/>
                  <a:pt x="266700" y="155507"/>
                  <a:pt x="266700" y="155507"/>
                </a:cubicBezTo>
                <a:cubicBezTo>
                  <a:pt x="255905" y="156777"/>
                  <a:pt x="245110" y="158682"/>
                  <a:pt x="234950" y="159952"/>
                </a:cubicBezTo>
                <a:cubicBezTo>
                  <a:pt x="86360" y="182177"/>
                  <a:pt x="0" y="229802"/>
                  <a:pt x="0" y="239962"/>
                </a:cubicBezTo>
                <a:cubicBezTo>
                  <a:pt x="0" y="251392"/>
                  <a:pt x="58420" y="279332"/>
                  <a:pt x="150495" y="279332"/>
                </a:cubicBezTo>
                <a:cubicBezTo>
                  <a:pt x="255270" y="279332"/>
                  <a:pt x="347345" y="243137"/>
                  <a:pt x="346710" y="182177"/>
                </a:cubicBezTo>
                <a:cubicBezTo>
                  <a:pt x="346710" y="177732"/>
                  <a:pt x="346075" y="173287"/>
                  <a:pt x="344805" y="168842"/>
                </a:cubicBezTo>
                <a:cubicBezTo>
                  <a:pt x="344805" y="168842"/>
                  <a:pt x="344805" y="168842"/>
                  <a:pt x="344805" y="168207"/>
                </a:cubicBezTo>
                <a:cubicBezTo>
                  <a:pt x="344805" y="168207"/>
                  <a:pt x="344805" y="168207"/>
                  <a:pt x="344805" y="167572"/>
                </a:cubicBezTo>
                <a:cubicBezTo>
                  <a:pt x="344805" y="167572"/>
                  <a:pt x="344805" y="167572"/>
                  <a:pt x="344805" y="167572"/>
                </a:cubicBezTo>
                <a:cubicBezTo>
                  <a:pt x="344805" y="167572"/>
                  <a:pt x="344805" y="167572"/>
                  <a:pt x="345440" y="167572"/>
                </a:cubicBezTo>
                <a:cubicBezTo>
                  <a:pt x="365125" y="164397"/>
                  <a:pt x="382905" y="161857"/>
                  <a:pt x="398145" y="161222"/>
                </a:cubicBezTo>
                <a:cubicBezTo>
                  <a:pt x="398145" y="161222"/>
                  <a:pt x="398780" y="161222"/>
                  <a:pt x="398780" y="161222"/>
                </a:cubicBezTo>
                <a:cubicBezTo>
                  <a:pt x="398780" y="161222"/>
                  <a:pt x="399415" y="161857"/>
                  <a:pt x="399415" y="161857"/>
                </a:cubicBezTo>
                <a:cubicBezTo>
                  <a:pt x="399415" y="161857"/>
                  <a:pt x="399415" y="162492"/>
                  <a:pt x="399415" y="162492"/>
                </a:cubicBezTo>
                <a:cubicBezTo>
                  <a:pt x="399415" y="162492"/>
                  <a:pt x="399415" y="163127"/>
                  <a:pt x="398780" y="163127"/>
                </a:cubicBezTo>
                <a:cubicBezTo>
                  <a:pt x="367030" y="184082"/>
                  <a:pt x="355600" y="206307"/>
                  <a:pt x="355600" y="231707"/>
                </a:cubicBezTo>
                <a:cubicBezTo>
                  <a:pt x="355600" y="250757"/>
                  <a:pt x="368935" y="267267"/>
                  <a:pt x="393700" y="267267"/>
                </a:cubicBezTo>
                <a:cubicBezTo>
                  <a:pt x="416560" y="267267"/>
                  <a:pt x="445135" y="255202"/>
                  <a:pt x="474980" y="227897"/>
                </a:cubicBezTo>
                <a:cubicBezTo>
                  <a:pt x="474980" y="227897"/>
                  <a:pt x="474980" y="227897"/>
                  <a:pt x="475615" y="227897"/>
                </a:cubicBezTo>
                <a:cubicBezTo>
                  <a:pt x="475615" y="227897"/>
                  <a:pt x="476250" y="227897"/>
                  <a:pt x="476250" y="227897"/>
                </a:cubicBezTo>
                <a:cubicBezTo>
                  <a:pt x="476250" y="227897"/>
                  <a:pt x="476250" y="227897"/>
                  <a:pt x="476885" y="228532"/>
                </a:cubicBezTo>
                <a:cubicBezTo>
                  <a:pt x="476885" y="228532"/>
                  <a:pt x="476885" y="229167"/>
                  <a:pt x="476885" y="229167"/>
                </a:cubicBezTo>
                <a:cubicBezTo>
                  <a:pt x="476250" y="252027"/>
                  <a:pt x="494665" y="265362"/>
                  <a:pt x="513715" y="265362"/>
                </a:cubicBezTo>
                <a:cubicBezTo>
                  <a:pt x="562610" y="265362"/>
                  <a:pt x="594995" y="208847"/>
                  <a:pt x="594995" y="181542"/>
                </a:cubicBezTo>
                <a:cubicBezTo>
                  <a:pt x="594995" y="180272"/>
                  <a:pt x="594995" y="179002"/>
                  <a:pt x="594995" y="177732"/>
                </a:cubicBezTo>
                <a:cubicBezTo>
                  <a:pt x="594995" y="177732"/>
                  <a:pt x="594995" y="177097"/>
                  <a:pt x="594995" y="177097"/>
                </a:cubicBezTo>
                <a:cubicBezTo>
                  <a:pt x="594995" y="177097"/>
                  <a:pt x="594995" y="176462"/>
                  <a:pt x="595630" y="176462"/>
                </a:cubicBezTo>
                <a:cubicBezTo>
                  <a:pt x="595630" y="176462"/>
                  <a:pt x="596265" y="175827"/>
                  <a:pt x="596265" y="175827"/>
                </a:cubicBezTo>
                <a:cubicBezTo>
                  <a:pt x="596265" y="175827"/>
                  <a:pt x="596900" y="175827"/>
                  <a:pt x="596900" y="175827"/>
                </a:cubicBezTo>
                <a:cubicBezTo>
                  <a:pt x="610235" y="175192"/>
                  <a:pt x="622935" y="173287"/>
                  <a:pt x="635635" y="169477"/>
                </a:cubicBezTo>
                <a:cubicBezTo>
                  <a:pt x="636270" y="169477"/>
                  <a:pt x="636270" y="169477"/>
                  <a:pt x="636905" y="169477"/>
                </a:cubicBezTo>
                <a:cubicBezTo>
                  <a:pt x="637540" y="169477"/>
                  <a:pt x="637540" y="170112"/>
                  <a:pt x="637540" y="170112"/>
                </a:cubicBezTo>
                <a:cubicBezTo>
                  <a:pt x="637540" y="170112"/>
                  <a:pt x="638175" y="170747"/>
                  <a:pt x="638175" y="171382"/>
                </a:cubicBezTo>
                <a:cubicBezTo>
                  <a:pt x="638175" y="172017"/>
                  <a:pt x="638175" y="172017"/>
                  <a:pt x="637540" y="172652"/>
                </a:cubicBezTo>
                <a:cubicBezTo>
                  <a:pt x="617220" y="199957"/>
                  <a:pt x="609600" y="221547"/>
                  <a:pt x="608965" y="237422"/>
                </a:cubicBezTo>
                <a:cubicBezTo>
                  <a:pt x="608965" y="255202"/>
                  <a:pt x="619125" y="264727"/>
                  <a:pt x="633095" y="264727"/>
                </a:cubicBezTo>
                <a:cubicBezTo>
                  <a:pt x="650240" y="264727"/>
                  <a:pt x="667385" y="255837"/>
                  <a:pt x="692150" y="231072"/>
                </a:cubicBezTo>
                <a:cubicBezTo>
                  <a:pt x="692150" y="231072"/>
                  <a:pt x="692785" y="230437"/>
                  <a:pt x="693420" y="230437"/>
                </a:cubicBezTo>
                <a:cubicBezTo>
                  <a:pt x="694055" y="230437"/>
                  <a:pt x="694055" y="230437"/>
                  <a:pt x="694690" y="230437"/>
                </a:cubicBezTo>
                <a:cubicBezTo>
                  <a:pt x="695325" y="230437"/>
                  <a:pt x="695325" y="231072"/>
                  <a:pt x="695960" y="231072"/>
                </a:cubicBezTo>
                <a:cubicBezTo>
                  <a:pt x="695960" y="231707"/>
                  <a:pt x="696595" y="231707"/>
                  <a:pt x="696595" y="232342"/>
                </a:cubicBezTo>
                <a:cubicBezTo>
                  <a:pt x="695960" y="251392"/>
                  <a:pt x="709295" y="263457"/>
                  <a:pt x="725170" y="263457"/>
                </a:cubicBezTo>
                <a:cubicBezTo>
                  <a:pt x="743585" y="263457"/>
                  <a:pt x="765810" y="252662"/>
                  <a:pt x="802640" y="212657"/>
                </a:cubicBezTo>
                <a:cubicBezTo>
                  <a:pt x="802640" y="212657"/>
                  <a:pt x="803275" y="212657"/>
                  <a:pt x="803275" y="212657"/>
                </a:cubicBezTo>
                <a:cubicBezTo>
                  <a:pt x="803275" y="212657"/>
                  <a:pt x="803910" y="212657"/>
                  <a:pt x="803910" y="212657"/>
                </a:cubicBezTo>
                <a:cubicBezTo>
                  <a:pt x="803910" y="212657"/>
                  <a:pt x="804545" y="212657"/>
                  <a:pt x="804545" y="213292"/>
                </a:cubicBezTo>
                <a:cubicBezTo>
                  <a:pt x="804545" y="213292"/>
                  <a:pt x="804545" y="213927"/>
                  <a:pt x="804545" y="213927"/>
                </a:cubicBezTo>
                <a:cubicBezTo>
                  <a:pt x="797560" y="255202"/>
                  <a:pt x="826770" y="265997"/>
                  <a:pt x="850900" y="265997"/>
                </a:cubicBezTo>
                <a:cubicBezTo>
                  <a:pt x="887095" y="265997"/>
                  <a:pt x="935355" y="248217"/>
                  <a:pt x="966470" y="227897"/>
                </a:cubicBezTo>
                <a:cubicBezTo>
                  <a:pt x="967105" y="227262"/>
                  <a:pt x="967740" y="226627"/>
                  <a:pt x="967740" y="225992"/>
                </a:cubicBezTo>
                <a:cubicBezTo>
                  <a:pt x="969010" y="220277"/>
                  <a:pt x="970915" y="212657"/>
                  <a:pt x="972820" y="206307"/>
                </a:cubicBezTo>
                <a:cubicBezTo>
                  <a:pt x="972820" y="206307"/>
                  <a:pt x="972820" y="205672"/>
                  <a:pt x="972820" y="205672"/>
                </a:cubicBezTo>
                <a:cubicBezTo>
                  <a:pt x="972820" y="205672"/>
                  <a:pt x="972820" y="205037"/>
                  <a:pt x="972185" y="205037"/>
                </a:cubicBezTo>
                <a:cubicBezTo>
                  <a:pt x="972185" y="205037"/>
                  <a:pt x="971550" y="205037"/>
                  <a:pt x="971550" y="205037"/>
                </a:cubicBezTo>
                <a:cubicBezTo>
                  <a:pt x="971550" y="205037"/>
                  <a:pt x="970915" y="205037"/>
                  <a:pt x="970915" y="205037"/>
                </a:cubicBezTo>
                <a:cubicBezTo>
                  <a:pt x="927100" y="217737"/>
                  <a:pt x="900430" y="223452"/>
                  <a:pt x="874395" y="223452"/>
                </a:cubicBezTo>
                <a:close/>
              </a:path>
            </a:pathLst>
          </a:custGeom>
          <a:solidFill>
            <a:schemeClr val="tx2"/>
          </a:solidFill>
          <a:ln w="6350" cap="flat">
            <a:noFill/>
            <a:prstDash val="solid"/>
            <a:miter/>
          </a:ln>
        </p:spPr>
        <p:txBody>
          <a:bodyPr rtlCol="0" anchor="ctr"/>
          <a:lstStyle/>
          <a:p>
            <a:endParaRPr lang="en-GB">
              <a:solidFill>
                <a:schemeClr val="tx2"/>
              </a:solidFill>
            </a:endParaRPr>
          </a:p>
        </p:txBody>
      </p:sp>
      <p:sp>
        <p:nvSpPr>
          <p:cNvPr id="30" name="PORSCHE">
            <a:extLst>
              <a:ext uri="{FF2B5EF4-FFF2-40B4-BE49-F238E27FC236}">
                <a16:creationId xmlns:a16="http://schemas.microsoft.com/office/drawing/2014/main" id="{9B8B7E97-C597-0664-A64F-4BEE00BA1081}"/>
              </a:ext>
            </a:extLst>
          </p:cNvPr>
          <p:cNvSpPr/>
          <p:nvPr/>
        </p:nvSpPr>
        <p:spPr>
          <a:xfrm>
            <a:off x="8996068" y="3050112"/>
            <a:ext cx="550059" cy="736847"/>
          </a:xfrm>
          <a:custGeom>
            <a:avLst/>
            <a:gdLst>
              <a:gd name="connsiteX0" fmla="*/ 310989 w 550059"/>
              <a:gd name="connsiteY0" fmla="*/ 57403 h 736847"/>
              <a:gd name="connsiteX1" fmla="*/ 310989 w 550059"/>
              <a:gd name="connsiteY1" fmla="*/ 66688 h 736847"/>
              <a:gd name="connsiteX2" fmla="*/ 309957 w 550059"/>
              <a:gd name="connsiteY2" fmla="*/ 72730 h 736847"/>
              <a:gd name="connsiteX3" fmla="*/ 302072 w 550059"/>
              <a:gd name="connsiteY3" fmla="*/ 75310 h 736847"/>
              <a:gd name="connsiteX4" fmla="*/ 246069 w 550059"/>
              <a:gd name="connsiteY4" fmla="*/ 75383 h 736847"/>
              <a:gd name="connsiteX5" fmla="*/ 246069 w 550059"/>
              <a:gd name="connsiteY5" fmla="*/ 67867 h 736847"/>
              <a:gd name="connsiteX6" fmla="*/ 298830 w 550059"/>
              <a:gd name="connsiteY6" fmla="*/ 67720 h 736847"/>
              <a:gd name="connsiteX7" fmla="*/ 300967 w 550059"/>
              <a:gd name="connsiteY7" fmla="*/ 65656 h 736847"/>
              <a:gd name="connsiteX8" fmla="*/ 300967 w 550059"/>
              <a:gd name="connsiteY8" fmla="*/ 57624 h 736847"/>
              <a:gd name="connsiteX9" fmla="*/ 298830 w 550059"/>
              <a:gd name="connsiteY9" fmla="*/ 55414 h 736847"/>
              <a:gd name="connsiteX10" fmla="*/ 253291 w 550059"/>
              <a:gd name="connsiteY10" fmla="*/ 55340 h 736847"/>
              <a:gd name="connsiteX11" fmla="*/ 247469 w 550059"/>
              <a:gd name="connsiteY11" fmla="*/ 54603 h 736847"/>
              <a:gd name="connsiteX12" fmla="*/ 244374 w 550059"/>
              <a:gd name="connsiteY12" fmla="*/ 46718 h 736847"/>
              <a:gd name="connsiteX13" fmla="*/ 244374 w 550059"/>
              <a:gd name="connsiteY13" fmla="*/ 37655 h 736847"/>
              <a:gd name="connsiteX14" fmla="*/ 245406 w 550059"/>
              <a:gd name="connsiteY14" fmla="*/ 31539 h 736847"/>
              <a:gd name="connsiteX15" fmla="*/ 253364 w 550059"/>
              <a:gd name="connsiteY15" fmla="*/ 28370 h 736847"/>
              <a:gd name="connsiteX16" fmla="*/ 309294 w 550059"/>
              <a:gd name="connsiteY16" fmla="*/ 28812 h 736847"/>
              <a:gd name="connsiteX17" fmla="*/ 309294 w 550059"/>
              <a:gd name="connsiteY17" fmla="*/ 36328 h 736847"/>
              <a:gd name="connsiteX18" fmla="*/ 256533 w 550059"/>
              <a:gd name="connsiteY18" fmla="*/ 35591 h 736847"/>
              <a:gd name="connsiteX19" fmla="*/ 254396 w 550059"/>
              <a:gd name="connsiteY19" fmla="*/ 37728 h 736847"/>
              <a:gd name="connsiteX20" fmla="*/ 254396 w 550059"/>
              <a:gd name="connsiteY20" fmla="*/ 45613 h 736847"/>
              <a:gd name="connsiteX21" fmla="*/ 256533 w 550059"/>
              <a:gd name="connsiteY21" fmla="*/ 47750 h 736847"/>
              <a:gd name="connsiteX22" fmla="*/ 301925 w 550059"/>
              <a:gd name="connsiteY22" fmla="*/ 47971 h 736847"/>
              <a:gd name="connsiteX23" fmla="*/ 310989 w 550059"/>
              <a:gd name="connsiteY23" fmla="*/ 57403 h 736847"/>
              <a:gd name="connsiteX24" fmla="*/ 323663 w 550059"/>
              <a:gd name="connsiteY24" fmla="*/ 30286 h 736847"/>
              <a:gd name="connsiteX25" fmla="*/ 320642 w 550059"/>
              <a:gd name="connsiteY25" fmla="*/ 38097 h 736847"/>
              <a:gd name="connsiteX26" fmla="*/ 320642 w 550059"/>
              <a:gd name="connsiteY26" fmla="*/ 66983 h 736847"/>
              <a:gd name="connsiteX27" fmla="*/ 329706 w 550059"/>
              <a:gd name="connsiteY27" fmla="*/ 76636 h 736847"/>
              <a:gd name="connsiteX28" fmla="*/ 382614 w 550059"/>
              <a:gd name="connsiteY28" fmla="*/ 82236 h 736847"/>
              <a:gd name="connsiteX29" fmla="*/ 382614 w 550059"/>
              <a:gd name="connsiteY29" fmla="*/ 73246 h 736847"/>
              <a:gd name="connsiteX30" fmla="*/ 333169 w 550059"/>
              <a:gd name="connsiteY30" fmla="*/ 67867 h 736847"/>
              <a:gd name="connsiteX31" fmla="*/ 331106 w 550059"/>
              <a:gd name="connsiteY31" fmla="*/ 65656 h 736847"/>
              <a:gd name="connsiteX32" fmla="*/ 331106 w 550059"/>
              <a:gd name="connsiteY32" fmla="*/ 41118 h 736847"/>
              <a:gd name="connsiteX33" fmla="*/ 333316 w 550059"/>
              <a:gd name="connsiteY33" fmla="*/ 39055 h 736847"/>
              <a:gd name="connsiteX34" fmla="*/ 382614 w 550059"/>
              <a:gd name="connsiteY34" fmla="*/ 44360 h 736847"/>
              <a:gd name="connsiteX35" fmla="*/ 382614 w 550059"/>
              <a:gd name="connsiteY35" fmla="*/ 35297 h 736847"/>
              <a:gd name="connsiteX36" fmla="*/ 329485 w 550059"/>
              <a:gd name="connsiteY36" fmla="*/ 29696 h 736847"/>
              <a:gd name="connsiteX37" fmla="*/ 323663 w 550059"/>
              <a:gd name="connsiteY37" fmla="*/ 30286 h 736847"/>
              <a:gd name="connsiteX38" fmla="*/ 161475 w 550059"/>
              <a:gd name="connsiteY38" fmla="*/ 73983 h 736847"/>
              <a:gd name="connsiteX39" fmla="*/ 152338 w 550059"/>
              <a:gd name="connsiteY39" fmla="*/ 84594 h 736847"/>
              <a:gd name="connsiteX40" fmla="*/ 107904 w 550059"/>
              <a:gd name="connsiteY40" fmla="*/ 93216 h 736847"/>
              <a:gd name="connsiteX41" fmla="*/ 100166 w 550059"/>
              <a:gd name="connsiteY41" fmla="*/ 92258 h 736847"/>
              <a:gd name="connsiteX42" fmla="*/ 99208 w 550059"/>
              <a:gd name="connsiteY42" fmla="*/ 86584 h 736847"/>
              <a:gd name="connsiteX43" fmla="*/ 99135 w 550059"/>
              <a:gd name="connsiteY43" fmla="*/ 57698 h 736847"/>
              <a:gd name="connsiteX44" fmla="*/ 108346 w 550059"/>
              <a:gd name="connsiteY44" fmla="*/ 46276 h 736847"/>
              <a:gd name="connsiteX45" fmla="*/ 152632 w 550059"/>
              <a:gd name="connsiteY45" fmla="*/ 37655 h 736847"/>
              <a:gd name="connsiteX46" fmla="*/ 160443 w 550059"/>
              <a:gd name="connsiteY46" fmla="*/ 39276 h 736847"/>
              <a:gd name="connsiteX47" fmla="*/ 161401 w 550059"/>
              <a:gd name="connsiteY47" fmla="*/ 45024 h 736847"/>
              <a:gd name="connsiteX48" fmla="*/ 161475 w 550059"/>
              <a:gd name="connsiteY48" fmla="*/ 73983 h 736847"/>
              <a:gd name="connsiteX49" fmla="*/ 152632 w 550059"/>
              <a:gd name="connsiteY49" fmla="*/ 73541 h 736847"/>
              <a:gd name="connsiteX50" fmla="*/ 152559 w 550059"/>
              <a:gd name="connsiteY50" fmla="*/ 49003 h 736847"/>
              <a:gd name="connsiteX51" fmla="*/ 150274 w 550059"/>
              <a:gd name="connsiteY51" fmla="*/ 47087 h 736847"/>
              <a:gd name="connsiteX52" fmla="*/ 109893 w 550059"/>
              <a:gd name="connsiteY52" fmla="*/ 54972 h 736847"/>
              <a:gd name="connsiteX53" fmla="*/ 107977 w 550059"/>
              <a:gd name="connsiteY53" fmla="*/ 57330 h 736847"/>
              <a:gd name="connsiteX54" fmla="*/ 108051 w 550059"/>
              <a:gd name="connsiteY54" fmla="*/ 81868 h 736847"/>
              <a:gd name="connsiteX55" fmla="*/ 110409 w 550059"/>
              <a:gd name="connsiteY55" fmla="*/ 83710 h 736847"/>
              <a:gd name="connsiteX56" fmla="*/ 150643 w 550059"/>
              <a:gd name="connsiteY56" fmla="*/ 75899 h 736847"/>
              <a:gd name="connsiteX57" fmla="*/ 152632 w 550059"/>
              <a:gd name="connsiteY57" fmla="*/ 73541 h 736847"/>
              <a:gd name="connsiteX58" fmla="*/ 330885 w 550059"/>
              <a:gd name="connsiteY58" fmla="*/ 286795 h 736847"/>
              <a:gd name="connsiteX59" fmla="*/ 328232 w 550059"/>
              <a:gd name="connsiteY59" fmla="*/ 286795 h 736847"/>
              <a:gd name="connsiteX60" fmla="*/ 328232 w 550059"/>
              <a:gd name="connsiteY60" fmla="*/ 263878 h 736847"/>
              <a:gd name="connsiteX61" fmla="*/ 335453 w 550059"/>
              <a:gd name="connsiteY61" fmla="*/ 263878 h 736847"/>
              <a:gd name="connsiteX62" fmla="*/ 342012 w 550059"/>
              <a:gd name="connsiteY62" fmla="*/ 270879 h 736847"/>
              <a:gd name="connsiteX63" fmla="*/ 337369 w 550059"/>
              <a:gd name="connsiteY63" fmla="*/ 277289 h 736847"/>
              <a:gd name="connsiteX64" fmla="*/ 342675 w 550059"/>
              <a:gd name="connsiteY64" fmla="*/ 286722 h 736847"/>
              <a:gd name="connsiteX65" fmla="*/ 339654 w 550059"/>
              <a:gd name="connsiteY65" fmla="*/ 286722 h 736847"/>
              <a:gd name="connsiteX66" fmla="*/ 334643 w 550059"/>
              <a:gd name="connsiteY66" fmla="*/ 277584 h 736847"/>
              <a:gd name="connsiteX67" fmla="*/ 330958 w 550059"/>
              <a:gd name="connsiteY67" fmla="*/ 277584 h 736847"/>
              <a:gd name="connsiteX68" fmla="*/ 330885 w 550059"/>
              <a:gd name="connsiteY68" fmla="*/ 286795 h 736847"/>
              <a:gd name="connsiteX69" fmla="*/ 330885 w 550059"/>
              <a:gd name="connsiteY69" fmla="*/ 286795 h 736847"/>
              <a:gd name="connsiteX70" fmla="*/ 330885 w 550059"/>
              <a:gd name="connsiteY70" fmla="*/ 275447 h 736847"/>
              <a:gd name="connsiteX71" fmla="*/ 335380 w 550059"/>
              <a:gd name="connsiteY71" fmla="*/ 275447 h 736847"/>
              <a:gd name="connsiteX72" fmla="*/ 339285 w 550059"/>
              <a:gd name="connsiteY72" fmla="*/ 270879 h 736847"/>
              <a:gd name="connsiteX73" fmla="*/ 335453 w 550059"/>
              <a:gd name="connsiteY73" fmla="*/ 266310 h 736847"/>
              <a:gd name="connsiteX74" fmla="*/ 330885 w 550059"/>
              <a:gd name="connsiteY74" fmla="*/ 266310 h 736847"/>
              <a:gd name="connsiteX75" fmla="*/ 330885 w 550059"/>
              <a:gd name="connsiteY75" fmla="*/ 275447 h 736847"/>
              <a:gd name="connsiteX76" fmla="*/ 253954 w 550059"/>
              <a:gd name="connsiteY76" fmla="*/ 286795 h 736847"/>
              <a:gd name="connsiteX77" fmla="*/ 256607 w 550059"/>
              <a:gd name="connsiteY77" fmla="*/ 286795 h 736847"/>
              <a:gd name="connsiteX78" fmla="*/ 256607 w 550059"/>
              <a:gd name="connsiteY78" fmla="*/ 266310 h 736847"/>
              <a:gd name="connsiteX79" fmla="*/ 263091 w 550059"/>
              <a:gd name="connsiteY79" fmla="*/ 266310 h 736847"/>
              <a:gd name="connsiteX80" fmla="*/ 263091 w 550059"/>
              <a:gd name="connsiteY80" fmla="*/ 263878 h 736847"/>
              <a:gd name="connsiteX81" fmla="*/ 247396 w 550059"/>
              <a:gd name="connsiteY81" fmla="*/ 263878 h 736847"/>
              <a:gd name="connsiteX82" fmla="*/ 247396 w 550059"/>
              <a:gd name="connsiteY82" fmla="*/ 266310 h 736847"/>
              <a:gd name="connsiteX83" fmla="*/ 253954 w 550059"/>
              <a:gd name="connsiteY83" fmla="*/ 266310 h 736847"/>
              <a:gd name="connsiteX84" fmla="*/ 253954 w 550059"/>
              <a:gd name="connsiteY84" fmla="*/ 286795 h 736847"/>
              <a:gd name="connsiteX85" fmla="*/ 253954 w 550059"/>
              <a:gd name="connsiteY85" fmla="*/ 286795 h 736847"/>
              <a:gd name="connsiteX86" fmla="*/ 225437 w 550059"/>
              <a:gd name="connsiteY86" fmla="*/ 61235 h 736847"/>
              <a:gd name="connsiteX87" fmla="*/ 226321 w 550059"/>
              <a:gd name="connsiteY87" fmla="*/ 62414 h 736847"/>
              <a:gd name="connsiteX88" fmla="*/ 235016 w 550059"/>
              <a:gd name="connsiteY88" fmla="*/ 75825 h 736847"/>
              <a:gd name="connsiteX89" fmla="*/ 225363 w 550059"/>
              <a:gd name="connsiteY89" fmla="*/ 76415 h 736847"/>
              <a:gd name="connsiteX90" fmla="*/ 220794 w 550059"/>
              <a:gd name="connsiteY90" fmla="*/ 65804 h 736847"/>
              <a:gd name="connsiteX91" fmla="*/ 211583 w 550059"/>
              <a:gd name="connsiteY91" fmla="*/ 64698 h 736847"/>
              <a:gd name="connsiteX92" fmla="*/ 180118 w 550059"/>
              <a:gd name="connsiteY92" fmla="*/ 67941 h 736847"/>
              <a:gd name="connsiteX93" fmla="*/ 180118 w 550059"/>
              <a:gd name="connsiteY93" fmla="*/ 80689 h 736847"/>
              <a:gd name="connsiteX94" fmla="*/ 170465 w 550059"/>
              <a:gd name="connsiteY94" fmla="*/ 81942 h 736847"/>
              <a:gd name="connsiteX95" fmla="*/ 170391 w 550059"/>
              <a:gd name="connsiteY95" fmla="*/ 35076 h 736847"/>
              <a:gd name="connsiteX96" fmla="*/ 226026 w 550059"/>
              <a:gd name="connsiteY96" fmla="*/ 29475 h 736847"/>
              <a:gd name="connsiteX97" fmla="*/ 233911 w 550059"/>
              <a:gd name="connsiteY97" fmla="*/ 31907 h 736847"/>
              <a:gd name="connsiteX98" fmla="*/ 234942 w 550059"/>
              <a:gd name="connsiteY98" fmla="*/ 37876 h 736847"/>
              <a:gd name="connsiteX99" fmla="*/ 234942 w 550059"/>
              <a:gd name="connsiteY99" fmla="*/ 48487 h 736847"/>
              <a:gd name="connsiteX100" fmla="*/ 234648 w 550059"/>
              <a:gd name="connsiteY100" fmla="*/ 53350 h 736847"/>
              <a:gd name="connsiteX101" fmla="*/ 232879 w 550059"/>
              <a:gd name="connsiteY101" fmla="*/ 57182 h 736847"/>
              <a:gd name="connsiteX102" fmla="*/ 226468 w 550059"/>
              <a:gd name="connsiteY102" fmla="*/ 60130 h 736847"/>
              <a:gd name="connsiteX103" fmla="*/ 225437 w 550059"/>
              <a:gd name="connsiteY103" fmla="*/ 61235 h 736847"/>
              <a:gd name="connsiteX104" fmla="*/ 225658 w 550059"/>
              <a:gd name="connsiteY104" fmla="*/ 52540 h 736847"/>
              <a:gd name="connsiteX105" fmla="*/ 225658 w 550059"/>
              <a:gd name="connsiteY105" fmla="*/ 40750 h 736847"/>
              <a:gd name="connsiteX106" fmla="*/ 223447 w 550059"/>
              <a:gd name="connsiteY106" fmla="*/ 38686 h 736847"/>
              <a:gd name="connsiteX107" fmla="*/ 180192 w 550059"/>
              <a:gd name="connsiteY107" fmla="*/ 42813 h 736847"/>
              <a:gd name="connsiteX108" fmla="*/ 180192 w 550059"/>
              <a:gd name="connsiteY108" fmla="*/ 58877 h 736847"/>
              <a:gd name="connsiteX109" fmla="*/ 223521 w 550059"/>
              <a:gd name="connsiteY109" fmla="*/ 54750 h 736847"/>
              <a:gd name="connsiteX110" fmla="*/ 225658 w 550059"/>
              <a:gd name="connsiteY110" fmla="*/ 52540 h 736847"/>
              <a:gd name="connsiteX111" fmla="*/ 51606 w 550059"/>
              <a:gd name="connsiteY111" fmla="*/ 214949 h 736847"/>
              <a:gd name="connsiteX112" fmla="*/ 55585 w 550059"/>
              <a:gd name="connsiteY112" fmla="*/ 215612 h 736847"/>
              <a:gd name="connsiteX113" fmla="*/ 64133 w 550059"/>
              <a:gd name="connsiteY113" fmla="*/ 216791 h 736847"/>
              <a:gd name="connsiteX114" fmla="*/ 65975 w 550059"/>
              <a:gd name="connsiteY114" fmla="*/ 208317 h 736847"/>
              <a:gd name="connsiteX115" fmla="*/ 67522 w 550059"/>
              <a:gd name="connsiteY115" fmla="*/ 204706 h 736847"/>
              <a:gd name="connsiteX116" fmla="*/ 192940 w 550059"/>
              <a:gd name="connsiteY116" fmla="*/ 172726 h 736847"/>
              <a:gd name="connsiteX117" fmla="*/ 224405 w 550059"/>
              <a:gd name="connsiteY117" fmla="*/ 179358 h 736847"/>
              <a:gd name="connsiteX118" fmla="*/ 232658 w 550059"/>
              <a:gd name="connsiteY118" fmla="*/ 179063 h 736847"/>
              <a:gd name="connsiteX119" fmla="*/ 226616 w 550059"/>
              <a:gd name="connsiteY119" fmla="*/ 174273 h 736847"/>
              <a:gd name="connsiteX120" fmla="*/ 216299 w 550059"/>
              <a:gd name="connsiteY120" fmla="*/ 170147 h 736847"/>
              <a:gd name="connsiteX121" fmla="*/ 211878 w 550059"/>
              <a:gd name="connsiteY121" fmla="*/ 168673 h 736847"/>
              <a:gd name="connsiteX122" fmla="*/ 205172 w 550059"/>
              <a:gd name="connsiteY122" fmla="*/ 166462 h 736847"/>
              <a:gd name="connsiteX123" fmla="*/ 203477 w 550059"/>
              <a:gd name="connsiteY123" fmla="*/ 160714 h 736847"/>
              <a:gd name="connsiteX124" fmla="*/ 231847 w 550059"/>
              <a:gd name="connsiteY124" fmla="*/ 144135 h 736847"/>
              <a:gd name="connsiteX125" fmla="*/ 235237 w 550059"/>
              <a:gd name="connsiteY125" fmla="*/ 142587 h 736847"/>
              <a:gd name="connsiteX126" fmla="*/ 231626 w 550059"/>
              <a:gd name="connsiteY126" fmla="*/ 141703 h 736847"/>
              <a:gd name="connsiteX127" fmla="*/ 197656 w 550059"/>
              <a:gd name="connsiteY127" fmla="*/ 157325 h 736847"/>
              <a:gd name="connsiteX128" fmla="*/ 181666 w 550059"/>
              <a:gd name="connsiteY128" fmla="*/ 163588 h 736847"/>
              <a:gd name="connsiteX129" fmla="*/ 170244 w 550059"/>
              <a:gd name="connsiteY129" fmla="*/ 163441 h 736847"/>
              <a:gd name="connsiteX130" fmla="*/ 165454 w 550059"/>
              <a:gd name="connsiteY130" fmla="*/ 157546 h 736847"/>
              <a:gd name="connsiteX131" fmla="*/ 186898 w 550059"/>
              <a:gd name="connsiteY131" fmla="*/ 132123 h 736847"/>
              <a:gd name="connsiteX132" fmla="*/ 189771 w 550059"/>
              <a:gd name="connsiteY132" fmla="*/ 130060 h 736847"/>
              <a:gd name="connsiteX133" fmla="*/ 186382 w 550059"/>
              <a:gd name="connsiteY133" fmla="*/ 129692 h 736847"/>
              <a:gd name="connsiteX134" fmla="*/ 170539 w 550059"/>
              <a:gd name="connsiteY134" fmla="*/ 138092 h 736847"/>
              <a:gd name="connsiteX135" fmla="*/ 158896 w 550059"/>
              <a:gd name="connsiteY135" fmla="*/ 153640 h 736847"/>
              <a:gd name="connsiteX136" fmla="*/ 155801 w 550059"/>
              <a:gd name="connsiteY136" fmla="*/ 159167 h 736847"/>
              <a:gd name="connsiteX137" fmla="*/ 151896 w 550059"/>
              <a:gd name="connsiteY137" fmla="*/ 162851 h 736847"/>
              <a:gd name="connsiteX138" fmla="*/ 144232 w 550059"/>
              <a:gd name="connsiteY138" fmla="*/ 165652 h 736847"/>
              <a:gd name="connsiteX139" fmla="*/ 128610 w 550059"/>
              <a:gd name="connsiteY139" fmla="*/ 168894 h 736847"/>
              <a:gd name="connsiteX140" fmla="*/ 122641 w 550059"/>
              <a:gd name="connsiteY140" fmla="*/ 164473 h 736847"/>
              <a:gd name="connsiteX141" fmla="*/ 134284 w 550059"/>
              <a:gd name="connsiteY141" fmla="*/ 137945 h 736847"/>
              <a:gd name="connsiteX142" fmla="*/ 136863 w 550059"/>
              <a:gd name="connsiteY142" fmla="*/ 135218 h 736847"/>
              <a:gd name="connsiteX143" fmla="*/ 133031 w 550059"/>
              <a:gd name="connsiteY143" fmla="*/ 135808 h 736847"/>
              <a:gd name="connsiteX144" fmla="*/ 121831 w 550059"/>
              <a:gd name="connsiteY144" fmla="*/ 146198 h 736847"/>
              <a:gd name="connsiteX145" fmla="*/ 116157 w 550059"/>
              <a:gd name="connsiteY145" fmla="*/ 160714 h 736847"/>
              <a:gd name="connsiteX146" fmla="*/ 114388 w 550059"/>
              <a:gd name="connsiteY146" fmla="*/ 166978 h 736847"/>
              <a:gd name="connsiteX147" fmla="*/ 111293 w 550059"/>
              <a:gd name="connsiteY147" fmla="*/ 171473 h 736847"/>
              <a:gd name="connsiteX148" fmla="*/ 104072 w 550059"/>
              <a:gd name="connsiteY148" fmla="*/ 175747 h 736847"/>
              <a:gd name="connsiteX149" fmla="*/ 89997 w 550059"/>
              <a:gd name="connsiteY149" fmla="*/ 181126 h 736847"/>
              <a:gd name="connsiteX150" fmla="*/ 83218 w 550059"/>
              <a:gd name="connsiteY150" fmla="*/ 177368 h 736847"/>
              <a:gd name="connsiteX151" fmla="*/ 88818 w 550059"/>
              <a:gd name="connsiteY151" fmla="*/ 152830 h 736847"/>
              <a:gd name="connsiteX152" fmla="*/ 90661 w 550059"/>
              <a:gd name="connsiteY152" fmla="*/ 150030 h 736847"/>
              <a:gd name="connsiteX153" fmla="*/ 87197 w 550059"/>
              <a:gd name="connsiteY153" fmla="*/ 150840 h 736847"/>
              <a:gd name="connsiteX154" fmla="*/ 77102 w 550059"/>
              <a:gd name="connsiteY154" fmla="*/ 172726 h 736847"/>
              <a:gd name="connsiteX155" fmla="*/ 74744 w 550059"/>
              <a:gd name="connsiteY155" fmla="*/ 185179 h 736847"/>
              <a:gd name="connsiteX156" fmla="*/ 68923 w 550059"/>
              <a:gd name="connsiteY156" fmla="*/ 190263 h 736847"/>
              <a:gd name="connsiteX157" fmla="*/ 60154 w 550059"/>
              <a:gd name="connsiteY157" fmla="*/ 194980 h 736847"/>
              <a:gd name="connsiteX158" fmla="*/ 56248 w 550059"/>
              <a:gd name="connsiteY158" fmla="*/ 194537 h 736847"/>
              <a:gd name="connsiteX159" fmla="*/ 47774 w 550059"/>
              <a:gd name="connsiteY159" fmla="*/ 192769 h 736847"/>
              <a:gd name="connsiteX160" fmla="*/ 45711 w 550059"/>
              <a:gd name="connsiteY160" fmla="*/ 200875 h 736847"/>
              <a:gd name="connsiteX161" fmla="*/ 44532 w 550059"/>
              <a:gd name="connsiteY161" fmla="*/ 204854 h 736847"/>
              <a:gd name="connsiteX162" fmla="*/ 42100 w 550059"/>
              <a:gd name="connsiteY162" fmla="*/ 213696 h 736847"/>
              <a:gd name="connsiteX163" fmla="*/ 51606 w 550059"/>
              <a:gd name="connsiteY163" fmla="*/ 214949 h 736847"/>
              <a:gd name="connsiteX164" fmla="*/ 38121 w 550059"/>
              <a:gd name="connsiteY164" fmla="*/ 217012 h 736847"/>
              <a:gd name="connsiteX165" fmla="*/ 40258 w 550059"/>
              <a:gd name="connsiteY165" fmla="*/ 201685 h 736847"/>
              <a:gd name="connsiteX166" fmla="*/ 40405 w 550059"/>
              <a:gd name="connsiteY166" fmla="*/ 201169 h 736847"/>
              <a:gd name="connsiteX167" fmla="*/ 44900 w 550059"/>
              <a:gd name="connsiteY167" fmla="*/ 188348 h 736847"/>
              <a:gd name="connsiteX168" fmla="*/ 58238 w 550059"/>
              <a:gd name="connsiteY168" fmla="*/ 189674 h 736847"/>
              <a:gd name="connsiteX169" fmla="*/ 58827 w 550059"/>
              <a:gd name="connsiteY169" fmla="*/ 189748 h 736847"/>
              <a:gd name="connsiteX170" fmla="*/ 66049 w 550059"/>
              <a:gd name="connsiteY170" fmla="*/ 185842 h 736847"/>
              <a:gd name="connsiteX171" fmla="*/ 71796 w 550059"/>
              <a:gd name="connsiteY171" fmla="*/ 172357 h 736847"/>
              <a:gd name="connsiteX172" fmla="*/ 84839 w 550059"/>
              <a:gd name="connsiteY172" fmla="*/ 147156 h 736847"/>
              <a:gd name="connsiteX173" fmla="*/ 95008 w 550059"/>
              <a:gd name="connsiteY173" fmla="*/ 147008 h 736847"/>
              <a:gd name="connsiteX174" fmla="*/ 91766 w 550059"/>
              <a:gd name="connsiteY174" fmla="*/ 155777 h 736847"/>
              <a:gd name="connsiteX175" fmla="*/ 87787 w 550059"/>
              <a:gd name="connsiteY175" fmla="*/ 175599 h 736847"/>
              <a:gd name="connsiteX176" fmla="*/ 88524 w 550059"/>
              <a:gd name="connsiteY176" fmla="*/ 176042 h 736847"/>
              <a:gd name="connsiteX177" fmla="*/ 101788 w 550059"/>
              <a:gd name="connsiteY177" fmla="*/ 170957 h 736847"/>
              <a:gd name="connsiteX178" fmla="*/ 108198 w 550059"/>
              <a:gd name="connsiteY178" fmla="*/ 166609 h 736847"/>
              <a:gd name="connsiteX179" fmla="*/ 110925 w 550059"/>
              <a:gd name="connsiteY179" fmla="*/ 159462 h 736847"/>
              <a:gd name="connsiteX180" fmla="*/ 117483 w 550059"/>
              <a:gd name="connsiteY180" fmla="*/ 143177 h 736847"/>
              <a:gd name="connsiteX181" fmla="*/ 131115 w 550059"/>
              <a:gd name="connsiteY181" fmla="*/ 131976 h 736847"/>
              <a:gd name="connsiteX182" fmla="*/ 141137 w 550059"/>
              <a:gd name="connsiteY182" fmla="*/ 133081 h 736847"/>
              <a:gd name="connsiteX183" fmla="*/ 136716 w 550059"/>
              <a:gd name="connsiteY183" fmla="*/ 141334 h 736847"/>
              <a:gd name="connsiteX184" fmla="*/ 127505 w 550059"/>
              <a:gd name="connsiteY184" fmla="*/ 162999 h 736847"/>
              <a:gd name="connsiteX185" fmla="*/ 128242 w 550059"/>
              <a:gd name="connsiteY185" fmla="*/ 163588 h 736847"/>
              <a:gd name="connsiteX186" fmla="*/ 142979 w 550059"/>
              <a:gd name="connsiteY186" fmla="*/ 160567 h 736847"/>
              <a:gd name="connsiteX187" fmla="*/ 154254 w 550059"/>
              <a:gd name="connsiteY187" fmla="*/ 151209 h 736847"/>
              <a:gd name="connsiteX188" fmla="*/ 167075 w 550059"/>
              <a:gd name="connsiteY188" fmla="*/ 134555 h 736847"/>
              <a:gd name="connsiteX189" fmla="*/ 185276 w 550059"/>
              <a:gd name="connsiteY189" fmla="*/ 125786 h 736847"/>
              <a:gd name="connsiteX190" fmla="*/ 194856 w 550059"/>
              <a:gd name="connsiteY190" fmla="*/ 128734 h 736847"/>
              <a:gd name="connsiteX191" fmla="*/ 193235 w 550059"/>
              <a:gd name="connsiteY191" fmla="*/ 133008 h 736847"/>
              <a:gd name="connsiteX192" fmla="*/ 188371 w 550059"/>
              <a:gd name="connsiteY192" fmla="*/ 136029 h 736847"/>
              <a:gd name="connsiteX193" fmla="*/ 170465 w 550059"/>
              <a:gd name="connsiteY193" fmla="*/ 157546 h 736847"/>
              <a:gd name="connsiteX194" fmla="*/ 170981 w 550059"/>
              <a:gd name="connsiteY194" fmla="*/ 158283 h 736847"/>
              <a:gd name="connsiteX195" fmla="*/ 181518 w 550059"/>
              <a:gd name="connsiteY195" fmla="*/ 158430 h 736847"/>
              <a:gd name="connsiteX196" fmla="*/ 188371 w 550059"/>
              <a:gd name="connsiteY196" fmla="*/ 157546 h 736847"/>
              <a:gd name="connsiteX197" fmla="*/ 193972 w 550059"/>
              <a:gd name="connsiteY197" fmla="*/ 153567 h 736847"/>
              <a:gd name="connsiteX198" fmla="*/ 231111 w 550059"/>
              <a:gd name="connsiteY198" fmla="*/ 137724 h 736847"/>
              <a:gd name="connsiteX199" fmla="*/ 240322 w 550059"/>
              <a:gd name="connsiteY199" fmla="*/ 142440 h 736847"/>
              <a:gd name="connsiteX200" fmla="*/ 237743 w 550059"/>
              <a:gd name="connsiteY200" fmla="*/ 146419 h 736847"/>
              <a:gd name="connsiteX201" fmla="*/ 232069 w 550059"/>
              <a:gd name="connsiteY201" fmla="*/ 148482 h 736847"/>
              <a:gd name="connsiteX202" fmla="*/ 209299 w 550059"/>
              <a:gd name="connsiteY202" fmla="*/ 161599 h 736847"/>
              <a:gd name="connsiteX203" fmla="*/ 209520 w 550059"/>
              <a:gd name="connsiteY203" fmla="*/ 162483 h 736847"/>
              <a:gd name="connsiteX204" fmla="*/ 221015 w 550059"/>
              <a:gd name="connsiteY204" fmla="*/ 166831 h 736847"/>
              <a:gd name="connsiteX205" fmla="*/ 230079 w 550059"/>
              <a:gd name="connsiteY205" fmla="*/ 170957 h 736847"/>
              <a:gd name="connsiteX206" fmla="*/ 236121 w 550059"/>
              <a:gd name="connsiteY206" fmla="*/ 175526 h 736847"/>
              <a:gd name="connsiteX207" fmla="*/ 237300 w 550059"/>
              <a:gd name="connsiteY207" fmla="*/ 182158 h 736847"/>
              <a:gd name="connsiteX208" fmla="*/ 231332 w 550059"/>
              <a:gd name="connsiteY208" fmla="*/ 185621 h 736847"/>
              <a:gd name="connsiteX209" fmla="*/ 224184 w 550059"/>
              <a:gd name="connsiteY209" fmla="*/ 184442 h 736847"/>
              <a:gd name="connsiteX210" fmla="*/ 192129 w 550059"/>
              <a:gd name="connsiteY210" fmla="*/ 177957 h 736847"/>
              <a:gd name="connsiteX211" fmla="*/ 71354 w 550059"/>
              <a:gd name="connsiteY211" fmla="*/ 208391 h 736847"/>
              <a:gd name="connsiteX212" fmla="*/ 71133 w 550059"/>
              <a:gd name="connsiteY212" fmla="*/ 208980 h 736847"/>
              <a:gd name="connsiteX213" fmla="*/ 66270 w 550059"/>
              <a:gd name="connsiteY213" fmla="*/ 221581 h 736847"/>
              <a:gd name="connsiteX214" fmla="*/ 52932 w 550059"/>
              <a:gd name="connsiteY214" fmla="*/ 220328 h 736847"/>
              <a:gd name="connsiteX215" fmla="*/ 52416 w 550059"/>
              <a:gd name="connsiteY215" fmla="*/ 220255 h 736847"/>
              <a:gd name="connsiteX216" fmla="*/ 38121 w 550059"/>
              <a:gd name="connsiteY216" fmla="*/ 217012 h 736847"/>
              <a:gd name="connsiteX217" fmla="*/ 52637 w 550059"/>
              <a:gd name="connsiteY217" fmla="*/ 218044 h 736847"/>
              <a:gd name="connsiteX218" fmla="*/ 53669 w 550059"/>
              <a:gd name="connsiteY218" fmla="*/ 218191 h 736847"/>
              <a:gd name="connsiteX219" fmla="*/ 65680 w 550059"/>
              <a:gd name="connsiteY219" fmla="*/ 219591 h 736847"/>
              <a:gd name="connsiteX220" fmla="*/ 69217 w 550059"/>
              <a:gd name="connsiteY220" fmla="*/ 208022 h 736847"/>
              <a:gd name="connsiteX221" fmla="*/ 69586 w 550059"/>
              <a:gd name="connsiteY221" fmla="*/ 207064 h 736847"/>
              <a:gd name="connsiteX222" fmla="*/ 192498 w 550059"/>
              <a:gd name="connsiteY222" fmla="*/ 175821 h 736847"/>
              <a:gd name="connsiteX223" fmla="*/ 224921 w 550059"/>
              <a:gd name="connsiteY223" fmla="*/ 182379 h 736847"/>
              <a:gd name="connsiteX224" fmla="*/ 235827 w 550059"/>
              <a:gd name="connsiteY224" fmla="*/ 181052 h 736847"/>
              <a:gd name="connsiteX225" fmla="*/ 229416 w 550059"/>
              <a:gd name="connsiteY225" fmla="*/ 172357 h 736847"/>
              <a:gd name="connsiteX226" fmla="*/ 219320 w 550059"/>
              <a:gd name="connsiteY226" fmla="*/ 167788 h 736847"/>
              <a:gd name="connsiteX227" fmla="*/ 208046 w 550059"/>
              <a:gd name="connsiteY227" fmla="*/ 163588 h 736847"/>
              <a:gd name="connsiteX228" fmla="*/ 207383 w 550059"/>
              <a:gd name="connsiteY228" fmla="*/ 160935 h 736847"/>
              <a:gd name="connsiteX229" fmla="*/ 231700 w 550059"/>
              <a:gd name="connsiteY229" fmla="*/ 146493 h 736847"/>
              <a:gd name="connsiteX230" fmla="*/ 238406 w 550059"/>
              <a:gd name="connsiteY230" fmla="*/ 142366 h 736847"/>
              <a:gd name="connsiteX231" fmla="*/ 231184 w 550059"/>
              <a:gd name="connsiteY231" fmla="*/ 139418 h 736847"/>
              <a:gd name="connsiteX232" fmla="*/ 195298 w 550059"/>
              <a:gd name="connsiteY232" fmla="*/ 154746 h 736847"/>
              <a:gd name="connsiteX233" fmla="*/ 189108 w 550059"/>
              <a:gd name="connsiteY233" fmla="*/ 159167 h 736847"/>
              <a:gd name="connsiteX234" fmla="*/ 181518 w 550059"/>
              <a:gd name="connsiteY234" fmla="*/ 160199 h 736847"/>
              <a:gd name="connsiteX235" fmla="*/ 170981 w 550059"/>
              <a:gd name="connsiteY235" fmla="*/ 160051 h 736847"/>
              <a:gd name="connsiteX236" fmla="*/ 168623 w 550059"/>
              <a:gd name="connsiteY236" fmla="*/ 157104 h 736847"/>
              <a:gd name="connsiteX237" fmla="*/ 187413 w 550059"/>
              <a:gd name="connsiteY237" fmla="*/ 134334 h 736847"/>
              <a:gd name="connsiteX238" fmla="*/ 192793 w 550059"/>
              <a:gd name="connsiteY238" fmla="*/ 129176 h 736847"/>
              <a:gd name="connsiteX239" fmla="*/ 185497 w 550059"/>
              <a:gd name="connsiteY239" fmla="*/ 127628 h 736847"/>
              <a:gd name="connsiteX240" fmla="*/ 165970 w 550059"/>
              <a:gd name="connsiteY240" fmla="*/ 137871 h 736847"/>
              <a:gd name="connsiteX241" fmla="*/ 155801 w 550059"/>
              <a:gd name="connsiteY241" fmla="*/ 152093 h 736847"/>
              <a:gd name="connsiteX242" fmla="*/ 143274 w 550059"/>
              <a:gd name="connsiteY242" fmla="*/ 162409 h 736847"/>
              <a:gd name="connsiteX243" fmla="*/ 128536 w 550059"/>
              <a:gd name="connsiteY243" fmla="*/ 165430 h 736847"/>
              <a:gd name="connsiteX244" fmla="*/ 125515 w 550059"/>
              <a:gd name="connsiteY244" fmla="*/ 163072 h 736847"/>
              <a:gd name="connsiteX245" fmla="*/ 135316 w 550059"/>
              <a:gd name="connsiteY245" fmla="*/ 139934 h 736847"/>
              <a:gd name="connsiteX246" fmla="*/ 139148 w 550059"/>
              <a:gd name="connsiteY246" fmla="*/ 133892 h 736847"/>
              <a:gd name="connsiteX247" fmla="*/ 131779 w 550059"/>
              <a:gd name="connsiteY247" fmla="*/ 133744 h 736847"/>
              <a:gd name="connsiteX248" fmla="*/ 119031 w 550059"/>
              <a:gd name="connsiteY248" fmla="*/ 144282 h 736847"/>
              <a:gd name="connsiteX249" fmla="*/ 112693 w 550059"/>
              <a:gd name="connsiteY249" fmla="*/ 159978 h 736847"/>
              <a:gd name="connsiteX250" fmla="*/ 102451 w 550059"/>
              <a:gd name="connsiteY250" fmla="*/ 172726 h 736847"/>
              <a:gd name="connsiteX251" fmla="*/ 89187 w 550059"/>
              <a:gd name="connsiteY251" fmla="*/ 177810 h 736847"/>
              <a:gd name="connsiteX252" fmla="*/ 85945 w 550059"/>
              <a:gd name="connsiteY252" fmla="*/ 175894 h 736847"/>
              <a:gd name="connsiteX253" fmla="*/ 90218 w 550059"/>
              <a:gd name="connsiteY253" fmla="*/ 154672 h 736847"/>
              <a:gd name="connsiteX254" fmla="*/ 93166 w 550059"/>
              <a:gd name="connsiteY254" fmla="*/ 148040 h 736847"/>
              <a:gd name="connsiteX255" fmla="*/ 85723 w 550059"/>
              <a:gd name="connsiteY255" fmla="*/ 148703 h 736847"/>
              <a:gd name="connsiteX256" fmla="*/ 73639 w 550059"/>
              <a:gd name="connsiteY256" fmla="*/ 172431 h 736847"/>
              <a:gd name="connsiteX257" fmla="*/ 72165 w 550059"/>
              <a:gd name="connsiteY257" fmla="*/ 182084 h 736847"/>
              <a:gd name="connsiteX258" fmla="*/ 67007 w 550059"/>
              <a:gd name="connsiteY258" fmla="*/ 187390 h 736847"/>
              <a:gd name="connsiteX259" fmla="*/ 58901 w 550059"/>
              <a:gd name="connsiteY259" fmla="*/ 191737 h 736847"/>
              <a:gd name="connsiteX260" fmla="*/ 57722 w 550059"/>
              <a:gd name="connsiteY260" fmla="*/ 191590 h 736847"/>
              <a:gd name="connsiteX261" fmla="*/ 46300 w 550059"/>
              <a:gd name="connsiteY261" fmla="*/ 189600 h 736847"/>
              <a:gd name="connsiteX262" fmla="*/ 42395 w 550059"/>
              <a:gd name="connsiteY262" fmla="*/ 201390 h 736847"/>
              <a:gd name="connsiteX263" fmla="*/ 42100 w 550059"/>
              <a:gd name="connsiteY263" fmla="*/ 202422 h 736847"/>
              <a:gd name="connsiteX264" fmla="*/ 39668 w 550059"/>
              <a:gd name="connsiteY264" fmla="*/ 215833 h 736847"/>
              <a:gd name="connsiteX265" fmla="*/ 52637 w 550059"/>
              <a:gd name="connsiteY265" fmla="*/ 218044 h 736847"/>
              <a:gd name="connsiteX266" fmla="*/ 549518 w 550059"/>
              <a:gd name="connsiteY266" fmla="*/ 153788 h 736847"/>
              <a:gd name="connsiteX267" fmla="*/ 546865 w 550059"/>
              <a:gd name="connsiteY267" fmla="*/ 282890 h 736847"/>
              <a:gd name="connsiteX268" fmla="*/ 534780 w 550059"/>
              <a:gd name="connsiteY268" fmla="*/ 429309 h 736847"/>
              <a:gd name="connsiteX269" fmla="*/ 449154 w 550059"/>
              <a:gd name="connsiteY269" fmla="*/ 609993 h 736847"/>
              <a:gd name="connsiteX270" fmla="*/ 282913 w 550059"/>
              <a:gd name="connsiteY270" fmla="*/ 734526 h 736847"/>
              <a:gd name="connsiteX271" fmla="*/ 267292 w 550059"/>
              <a:gd name="connsiteY271" fmla="*/ 734526 h 736847"/>
              <a:gd name="connsiteX272" fmla="*/ 101051 w 550059"/>
              <a:gd name="connsiteY272" fmla="*/ 609993 h 736847"/>
              <a:gd name="connsiteX273" fmla="*/ 15351 w 550059"/>
              <a:gd name="connsiteY273" fmla="*/ 429309 h 736847"/>
              <a:gd name="connsiteX274" fmla="*/ 3266 w 550059"/>
              <a:gd name="connsiteY274" fmla="*/ 282890 h 736847"/>
              <a:gd name="connsiteX275" fmla="*/ 613 w 550059"/>
              <a:gd name="connsiteY275" fmla="*/ 153788 h 736847"/>
              <a:gd name="connsiteX276" fmla="*/ 98 w 550059"/>
              <a:gd name="connsiteY276" fmla="*/ 66614 h 736847"/>
              <a:gd name="connsiteX277" fmla="*/ 12330 w 550059"/>
              <a:gd name="connsiteY277" fmla="*/ 48192 h 736847"/>
              <a:gd name="connsiteX278" fmla="*/ 129273 w 550059"/>
              <a:gd name="connsiteY278" fmla="*/ 13706 h 736847"/>
              <a:gd name="connsiteX279" fmla="*/ 275029 w 550059"/>
              <a:gd name="connsiteY279" fmla="*/ 0 h 736847"/>
              <a:gd name="connsiteX280" fmla="*/ 420784 w 550059"/>
              <a:gd name="connsiteY280" fmla="*/ 13706 h 736847"/>
              <a:gd name="connsiteX281" fmla="*/ 537728 w 550059"/>
              <a:gd name="connsiteY281" fmla="*/ 48192 h 736847"/>
              <a:gd name="connsiteX282" fmla="*/ 549960 w 550059"/>
              <a:gd name="connsiteY282" fmla="*/ 66614 h 736847"/>
              <a:gd name="connsiteX283" fmla="*/ 549518 w 550059"/>
              <a:gd name="connsiteY283" fmla="*/ 153788 h 736847"/>
              <a:gd name="connsiteX284" fmla="*/ 19846 w 550059"/>
              <a:gd name="connsiteY284" fmla="*/ 391801 h 736847"/>
              <a:gd name="connsiteX285" fmla="*/ 171055 w 550059"/>
              <a:gd name="connsiteY285" fmla="*/ 391875 h 736847"/>
              <a:gd name="connsiteX286" fmla="*/ 170244 w 550059"/>
              <a:gd name="connsiteY286" fmla="*/ 338672 h 736847"/>
              <a:gd name="connsiteX287" fmla="*/ 75702 w 550059"/>
              <a:gd name="connsiteY287" fmla="*/ 361073 h 736847"/>
              <a:gd name="connsiteX288" fmla="*/ 75407 w 550059"/>
              <a:gd name="connsiteY288" fmla="*/ 361663 h 736847"/>
              <a:gd name="connsiteX289" fmla="*/ 71059 w 550059"/>
              <a:gd name="connsiteY289" fmla="*/ 371758 h 736847"/>
              <a:gd name="connsiteX290" fmla="*/ 59564 w 550059"/>
              <a:gd name="connsiteY290" fmla="*/ 370358 h 736847"/>
              <a:gd name="connsiteX291" fmla="*/ 59048 w 550059"/>
              <a:gd name="connsiteY291" fmla="*/ 370284 h 736847"/>
              <a:gd name="connsiteX292" fmla="*/ 46890 w 550059"/>
              <a:gd name="connsiteY292" fmla="*/ 366895 h 736847"/>
              <a:gd name="connsiteX293" fmla="*/ 49469 w 550059"/>
              <a:gd name="connsiteY293" fmla="*/ 354294 h 736847"/>
              <a:gd name="connsiteX294" fmla="*/ 49616 w 550059"/>
              <a:gd name="connsiteY294" fmla="*/ 353778 h 736847"/>
              <a:gd name="connsiteX295" fmla="*/ 65385 w 550059"/>
              <a:gd name="connsiteY295" fmla="*/ 345525 h 736847"/>
              <a:gd name="connsiteX296" fmla="*/ 65975 w 550059"/>
              <a:gd name="connsiteY296" fmla="*/ 345599 h 736847"/>
              <a:gd name="connsiteX297" fmla="*/ 69880 w 550059"/>
              <a:gd name="connsiteY297" fmla="*/ 343830 h 736847"/>
              <a:gd name="connsiteX298" fmla="*/ 74081 w 550059"/>
              <a:gd name="connsiteY298" fmla="*/ 337051 h 736847"/>
              <a:gd name="connsiteX299" fmla="*/ 81081 w 550059"/>
              <a:gd name="connsiteY299" fmla="*/ 314797 h 736847"/>
              <a:gd name="connsiteX300" fmla="*/ 90218 w 550059"/>
              <a:gd name="connsiteY300" fmla="*/ 313618 h 736847"/>
              <a:gd name="connsiteX301" fmla="*/ 89555 w 550059"/>
              <a:gd name="connsiteY301" fmla="*/ 320545 h 736847"/>
              <a:gd name="connsiteX302" fmla="*/ 88376 w 550059"/>
              <a:gd name="connsiteY302" fmla="*/ 336314 h 736847"/>
              <a:gd name="connsiteX303" fmla="*/ 89113 w 550059"/>
              <a:gd name="connsiteY303" fmla="*/ 336682 h 736847"/>
              <a:gd name="connsiteX304" fmla="*/ 95524 w 550059"/>
              <a:gd name="connsiteY304" fmla="*/ 334398 h 736847"/>
              <a:gd name="connsiteX305" fmla="*/ 102524 w 550059"/>
              <a:gd name="connsiteY305" fmla="*/ 325040 h 736847"/>
              <a:gd name="connsiteX306" fmla="*/ 108346 w 550059"/>
              <a:gd name="connsiteY306" fmla="*/ 308975 h 736847"/>
              <a:gd name="connsiteX307" fmla="*/ 121536 w 550059"/>
              <a:gd name="connsiteY307" fmla="*/ 296964 h 736847"/>
              <a:gd name="connsiteX308" fmla="*/ 130673 w 550059"/>
              <a:gd name="connsiteY308" fmla="*/ 298364 h 736847"/>
              <a:gd name="connsiteX309" fmla="*/ 126694 w 550059"/>
              <a:gd name="connsiteY309" fmla="*/ 305291 h 736847"/>
              <a:gd name="connsiteX310" fmla="*/ 117704 w 550059"/>
              <a:gd name="connsiteY310" fmla="*/ 327766 h 736847"/>
              <a:gd name="connsiteX311" fmla="*/ 118367 w 550059"/>
              <a:gd name="connsiteY311" fmla="*/ 328282 h 736847"/>
              <a:gd name="connsiteX312" fmla="*/ 125147 w 550059"/>
              <a:gd name="connsiteY312" fmla="*/ 326734 h 736847"/>
              <a:gd name="connsiteX313" fmla="*/ 131189 w 550059"/>
              <a:gd name="connsiteY313" fmla="*/ 323861 h 736847"/>
              <a:gd name="connsiteX314" fmla="*/ 132958 w 550059"/>
              <a:gd name="connsiteY314" fmla="*/ 321281 h 736847"/>
              <a:gd name="connsiteX315" fmla="*/ 134284 w 550059"/>
              <a:gd name="connsiteY315" fmla="*/ 317965 h 736847"/>
              <a:gd name="connsiteX316" fmla="*/ 142095 w 550059"/>
              <a:gd name="connsiteY316" fmla="*/ 304480 h 736847"/>
              <a:gd name="connsiteX317" fmla="*/ 155359 w 550059"/>
              <a:gd name="connsiteY317" fmla="*/ 296670 h 736847"/>
              <a:gd name="connsiteX318" fmla="*/ 163170 w 550059"/>
              <a:gd name="connsiteY318" fmla="*/ 299175 h 736847"/>
              <a:gd name="connsiteX319" fmla="*/ 159043 w 550059"/>
              <a:gd name="connsiteY319" fmla="*/ 305512 h 736847"/>
              <a:gd name="connsiteX320" fmla="*/ 147695 w 550059"/>
              <a:gd name="connsiteY320" fmla="*/ 322903 h 736847"/>
              <a:gd name="connsiteX321" fmla="*/ 148285 w 550059"/>
              <a:gd name="connsiteY321" fmla="*/ 323492 h 736847"/>
              <a:gd name="connsiteX322" fmla="*/ 156022 w 550059"/>
              <a:gd name="connsiteY322" fmla="*/ 323124 h 736847"/>
              <a:gd name="connsiteX323" fmla="*/ 170244 w 550059"/>
              <a:gd name="connsiteY323" fmla="*/ 318850 h 736847"/>
              <a:gd name="connsiteX324" fmla="*/ 170391 w 550059"/>
              <a:gd name="connsiteY324" fmla="*/ 261373 h 736847"/>
              <a:gd name="connsiteX325" fmla="*/ 72975 w 550059"/>
              <a:gd name="connsiteY325" fmla="*/ 286058 h 736847"/>
              <a:gd name="connsiteX326" fmla="*/ 72681 w 550059"/>
              <a:gd name="connsiteY326" fmla="*/ 286648 h 736847"/>
              <a:gd name="connsiteX327" fmla="*/ 68038 w 550059"/>
              <a:gd name="connsiteY327" fmla="*/ 297996 h 736847"/>
              <a:gd name="connsiteX328" fmla="*/ 55364 w 550059"/>
              <a:gd name="connsiteY328" fmla="*/ 296227 h 736847"/>
              <a:gd name="connsiteX329" fmla="*/ 54848 w 550059"/>
              <a:gd name="connsiteY329" fmla="*/ 296154 h 736847"/>
              <a:gd name="connsiteX330" fmla="*/ 41437 w 550059"/>
              <a:gd name="connsiteY330" fmla="*/ 292396 h 736847"/>
              <a:gd name="connsiteX331" fmla="*/ 44237 w 550059"/>
              <a:gd name="connsiteY331" fmla="*/ 278542 h 736847"/>
              <a:gd name="connsiteX332" fmla="*/ 44384 w 550059"/>
              <a:gd name="connsiteY332" fmla="*/ 278026 h 736847"/>
              <a:gd name="connsiteX333" fmla="*/ 61554 w 550059"/>
              <a:gd name="connsiteY333" fmla="*/ 269036 h 736847"/>
              <a:gd name="connsiteX334" fmla="*/ 62143 w 550059"/>
              <a:gd name="connsiteY334" fmla="*/ 269110 h 736847"/>
              <a:gd name="connsiteX335" fmla="*/ 64796 w 550059"/>
              <a:gd name="connsiteY335" fmla="*/ 267784 h 736847"/>
              <a:gd name="connsiteX336" fmla="*/ 68333 w 550059"/>
              <a:gd name="connsiteY336" fmla="*/ 261078 h 736847"/>
              <a:gd name="connsiteX337" fmla="*/ 76144 w 550059"/>
              <a:gd name="connsiteY337" fmla="*/ 234403 h 736847"/>
              <a:gd name="connsiteX338" fmla="*/ 85429 w 550059"/>
              <a:gd name="connsiteY338" fmla="*/ 233003 h 736847"/>
              <a:gd name="connsiteX339" fmla="*/ 84618 w 550059"/>
              <a:gd name="connsiteY339" fmla="*/ 240224 h 736847"/>
              <a:gd name="connsiteX340" fmla="*/ 83144 w 550059"/>
              <a:gd name="connsiteY340" fmla="*/ 259162 h 736847"/>
              <a:gd name="connsiteX341" fmla="*/ 83881 w 550059"/>
              <a:gd name="connsiteY341" fmla="*/ 259531 h 736847"/>
              <a:gd name="connsiteX342" fmla="*/ 92798 w 550059"/>
              <a:gd name="connsiteY342" fmla="*/ 256141 h 736847"/>
              <a:gd name="connsiteX343" fmla="*/ 99135 w 550059"/>
              <a:gd name="connsiteY343" fmla="*/ 247446 h 736847"/>
              <a:gd name="connsiteX344" fmla="*/ 114978 w 550059"/>
              <a:gd name="connsiteY344" fmla="*/ 218486 h 736847"/>
              <a:gd name="connsiteX345" fmla="*/ 124852 w 550059"/>
              <a:gd name="connsiteY345" fmla="*/ 218412 h 736847"/>
              <a:gd name="connsiteX346" fmla="*/ 121168 w 550059"/>
              <a:gd name="connsiteY346" fmla="*/ 227181 h 736847"/>
              <a:gd name="connsiteX347" fmla="*/ 115272 w 550059"/>
              <a:gd name="connsiteY347" fmla="*/ 249067 h 736847"/>
              <a:gd name="connsiteX348" fmla="*/ 115936 w 550059"/>
              <a:gd name="connsiteY348" fmla="*/ 249509 h 736847"/>
              <a:gd name="connsiteX349" fmla="*/ 125220 w 550059"/>
              <a:gd name="connsiteY349" fmla="*/ 247446 h 736847"/>
              <a:gd name="connsiteX350" fmla="*/ 134063 w 550059"/>
              <a:gd name="connsiteY350" fmla="*/ 238308 h 736847"/>
              <a:gd name="connsiteX351" fmla="*/ 158380 w 550059"/>
              <a:gd name="connsiteY351" fmla="*/ 211707 h 736847"/>
              <a:gd name="connsiteX352" fmla="*/ 168254 w 550059"/>
              <a:gd name="connsiteY352" fmla="*/ 213844 h 736847"/>
              <a:gd name="connsiteX353" fmla="*/ 162359 w 550059"/>
              <a:gd name="connsiteY353" fmla="*/ 221213 h 736847"/>
              <a:gd name="connsiteX354" fmla="*/ 149832 w 550059"/>
              <a:gd name="connsiteY354" fmla="*/ 243909 h 736847"/>
              <a:gd name="connsiteX355" fmla="*/ 150422 w 550059"/>
              <a:gd name="connsiteY355" fmla="*/ 244498 h 736847"/>
              <a:gd name="connsiteX356" fmla="*/ 158012 w 550059"/>
              <a:gd name="connsiteY356" fmla="*/ 244277 h 736847"/>
              <a:gd name="connsiteX357" fmla="*/ 169654 w 550059"/>
              <a:gd name="connsiteY357" fmla="*/ 238529 h 736847"/>
              <a:gd name="connsiteX358" fmla="*/ 199498 w 550059"/>
              <a:gd name="connsiteY358" fmla="*/ 222686 h 736847"/>
              <a:gd name="connsiteX359" fmla="*/ 207604 w 550059"/>
              <a:gd name="connsiteY359" fmla="*/ 227402 h 736847"/>
              <a:gd name="connsiteX360" fmla="*/ 200825 w 550059"/>
              <a:gd name="connsiteY360" fmla="*/ 232561 h 736847"/>
              <a:gd name="connsiteX361" fmla="*/ 186013 w 550059"/>
              <a:gd name="connsiteY361" fmla="*/ 242582 h 736847"/>
              <a:gd name="connsiteX362" fmla="*/ 271197 w 550059"/>
              <a:gd name="connsiteY362" fmla="*/ 242582 h 736847"/>
              <a:gd name="connsiteX363" fmla="*/ 271197 w 550059"/>
              <a:gd name="connsiteY363" fmla="*/ 99700 h 736847"/>
              <a:gd name="connsiteX364" fmla="*/ 221826 w 550059"/>
              <a:gd name="connsiteY364" fmla="*/ 101543 h 736847"/>
              <a:gd name="connsiteX365" fmla="*/ 184318 w 550059"/>
              <a:gd name="connsiteY365" fmla="*/ 105080 h 736847"/>
              <a:gd name="connsiteX366" fmla="*/ 140842 w 550059"/>
              <a:gd name="connsiteY366" fmla="*/ 111564 h 736847"/>
              <a:gd name="connsiteX367" fmla="*/ 10856 w 550059"/>
              <a:gd name="connsiteY367" fmla="*/ 150914 h 736847"/>
              <a:gd name="connsiteX368" fmla="*/ 13509 w 550059"/>
              <a:gd name="connsiteY368" fmla="*/ 282669 h 736847"/>
              <a:gd name="connsiteX369" fmla="*/ 19846 w 550059"/>
              <a:gd name="connsiteY369" fmla="*/ 391801 h 736847"/>
              <a:gd name="connsiteX370" fmla="*/ 202519 w 550059"/>
              <a:gd name="connsiteY370" fmla="*/ 227623 h 736847"/>
              <a:gd name="connsiteX371" fmla="*/ 199719 w 550059"/>
              <a:gd name="connsiteY371" fmla="*/ 229024 h 736847"/>
              <a:gd name="connsiteX372" fmla="*/ 179823 w 550059"/>
              <a:gd name="connsiteY372" fmla="*/ 242951 h 736847"/>
              <a:gd name="connsiteX373" fmla="*/ 183434 w 550059"/>
              <a:gd name="connsiteY373" fmla="*/ 242951 h 736847"/>
              <a:gd name="connsiteX374" fmla="*/ 200014 w 550059"/>
              <a:gd name="connsiteY374" fmla="*/ 231161 h 736847"/>
              <a:gd name="connsiteX375" fmla="*/ 205246 w 550059"/>
              <a:gd name="connsiteY375" fmla="*/ 227476 h 736847"/>
              <a:gd name="connsiteX376" fmla="*/ 199204 w 550059"/>
              <a:gd name="connsiteY376" fmla="*/ 224823 h 736847"/>
              <a:gd name="connsiteX377" fmla="*/ 170760 w 550059"/>
              <a:gd name="connsiteY377" fmla="*/ 240003 h 736847"/>
              <a:gd name="connsiteX378" fmla="*/ 157864 w 550059"/>
              <a:gd name="connsiteY378" fmla="*/ 246414 h 736847"/>
              <a:gd name="connsiteX379" fmla="*/ 149611 w 550059"/>
              <a:gd name="connsiteY379" fmla="*/ 246635 h 736847"/>
              <a:gd name="connsiteX380" fmla="*/ 148064 w 550059"/>
              <a:gd name="connsiteY380" fmla="*/ 246267 h 736847"/>
              <a:gd name="connsiteX381" fmla="*/ 147695 w 550059"/>
              <a:gd name="connsiteY381" fmla="*/ 244719 h 736847"/>
              <a:gd name="connsiteX382" fmla="*/ 161107 w 550059"/>
              <a:gd name="connsiteY382" fmla="*/ 219960 h 736847"/>
              <a:gd name="connsiteX383" fmla="*/ 166044 w 550059"/>
              <a:gd name="connsiteY383" fmla="*/ 214581 h 736847"/>
              <a:gd name="connsiteX384" fmla="*/ 158675 w 550059"/>
              <a:gd name="connsiteY384" fmla="*/ 213770 h 736847"/>
              <a:gd name="connsiteX385" fmla="*/ 135684 w 550059"/>
              <a:gd name="connsiteY385" fmla="*/ 239119 h 736847"/>
              <a:gd name="connsiteX386" fmla="*/ 134358 w 550059"/>
              <a:gd name="connsiteY386" fmla="*/ 242730 h 736847"/>
              <a:gd name="connsiteX387" fmla="*/ 132368 w 550059"/>
              <a:gd name="connsiteY387" fmla="*/ 245898 h 736847"/>
              <a:gd name="connsiteX388" fmla="*/ 125589 w 550059"/>
              <a:gd name="connsiteY388" fmla="*/ 249435 h 736847"/>
              <a:gd name="connsiteX389" fmla="*/ 115641 w 550059"/>
              <a:gd name="connsiteY389" fmla="*/ 251646 h 736847"/>
              <a:gd name="connsiteX390" fmla="*/ 114093 w 550059"/>
              <a:gd name="connsiteY390" fmla="*/ 251572 h 736847"/>
              <a:gd name="connsiteX391" fmla="*/ 113430 w 550059"/>
              <a:gd name="connsiteY391" fmla="*/ 250098 h 736847"/>
              <a:gd name="connsiteX392" fmla="*/ 119694 w 550059"/>
              <a:gd name="connsiteY392" fmla="*/ 226150 h 736847"/>
              <a:gd name="connsiteX393" fmla="*/ 123157 w 550059"/>
              <a:gd name="connsiteY393" fmla="*/ 219665 h 736847"/>
              <a:gd name="connsiteX394" fmla="*/ 115862 w 550059"/>
              <a:gd name="connsiteY394" fmla="*/ 220255 h 736847"/>
              <a:gd name="connsiteX395" fmla="*/ 100977 w 550059"/>
              <a:gd name="connsiteY395" fmla="*/ 247814 h 736847"/>
              <a:gd name="connsiteX396" fmla="*/ 99061 w 550059"/>
              <a:gd name="connsiteY396" fmla="*/ 254299 h 736847"/>
              <a:gd name="connsiteX397" fmla="*/ 93534 w 550059"/>
              <a:gd name="connsiteY397" fmla="*/ 258057 h 736847"/>
              <a:gd name="connsiteX398" fmla="*/ 84029 w 550059"/>
              <a:gd name="connsiteY398" fmla="*/ 261668 h 736847"/>
              <a:gd name="connsiteX399" fmla="*/ 81597 w 550059"/>
              <a:gd name="connsiteY399" fmla="*/ 260489 h 736847"/>
              <a:gd name="connsiteX400" fmla="*/ 82923 w 550059"/>
              <a:gd name="connsiteY400" fmla="*/ 239635 h 736847"/>
              <a:gd name="connsiteX401" fmla="*/ 83660 w 550059"/>
              <a:gd name="connsiteY401" fmla="*/ 234182 h 736847"/>
              <a:gd name="connsiteX402" fmla="*/ 77397 w 550059"/>
              <a:gd name="connsiteY402" fmla="*/ 235803 h 736847"/>
              <a:gd name="connsiteX403" fmla="*/ 70175 w 550059"/>
              <a:gd name="connsiteY403" fmla="*/ 261004 h 736847"/>
              <a:gd name="connsiteX404" fmla="*/ 65680 w 550059"/>
              <a:gd name="connsiteY404" fmla="*/ 269479 h 736847"/>
              <a:gd name="connsiteX405" fmla="*/ 62069 w 550059"/>
              <a:gd name="connsiteY405" fmla="*/ 271321 h 736847"/>
              <a:gd name="connsiteX406" fmla="*/ 61038 w 550059"/>
              <a:gd name="connsiteY406" fmla="*/ 271173 h 736847"/>
              <a:gd name="connsiteX407" fmla="*/ 46448 w 550059"/>
              <a:gd name="connsiteY407" fmla="*/ 278616 h 736847"/>
              <a:gd name="connsiteX408" fmla="*/ 46153 w 550059"/>
              <a:gd name="connsiteY408" fmla="*/ 279500 h 736847"/>
              <a:gd name="connsiteX409" fmla="*/ 43058 w 550059"/>
              <a:gd name="connsiteY409" fmla="*/ 291585 h 736847"/>
              <a:gd name="connsiteX410" fmla="*/ 55069 w 550059"/>
              <a:gd name="connsiteY410" fmla="*/ 294311 h 736847"/>
              <a:gd name="connsiteX411" fmla="*/ 56027 w 550059"/>
              <a:gd name="connsiteY411" fmla="*/ 294533 h 736847"/>
              <a:gd name="connsiteX412" fmla="*/ 67301 w 550059"/>
              <a:gd name="connsiteY412" fmla="*/ 296596 h 736847"/>
              <a:gd name="connsiteX413" fmla="*/ 70617 w 550059"/>
              <a:gd name="connsiteY413" fmla="*/ 286279 h 736847"/>
              <a:gd name="connsiteX414" fmla="*/ 71059 w 550059"/>
              <a:gd name="connsiteY414" fmla="*/ 285248 h 736847"/>
              <a:gd name="connsiteX415" fmla="*/ 170465 w 550059"/>
              <a:gd name="connsiteY415" fmla="*/ 259752 h 736847"/>
              <a:gd name="connsiteX416" fmla="*/ 170465 w 550059"/>
              <a:gd name="connsiteY416" fmla="*/ 256804 h 736847"/>
              <a:gd name="connsiteX417" fmla="*/ 68407 w 550059"/>
              <a:gd name="connsiteY417" fmla="*/ 283332 h 736847"/>
              <a:gd name="connsiteX418" fmla="*/ 67228 w 550059"/>
              <a:gd name="connsiteY418" fmla="*/ 286353 h 736847"/>
              <a:gd name="connsiteX419" fmla="*/ 65312 w 550059"/>
              <a:gd name="connsiteY419" fmla="*/ 293869 h 736847"/>
              <a:gd name="connsiteX420" fmla="*/ 57648 w 550059"/>
              <a:gd name="connsiteY420" fmla="*/ 292175 h 736847"/>
              <a:gd name="connsiteX421" fmla="*/ 53890 w 550059"/>
              <a:gd name="connsiteY421" fmla="*/ 291438 h 736847"/>
              <a:gd name="connsiteX422" fmla="*/ 45490 w 550059"/>
              <a:gd name="connsiteY422" fmla="*/ 289890 h 736847"/>
              <a:gd name="connsiteX423" fmla="*/ 47995 w 550059"/>
              <a:gd name="connsiteY423" fmla="*/ 281932 h 736847"/>
              <a:gd name="connsiteX424" fmla="*/ 49248 w 550059"/>
              <a:gd name="connsiteY424" fmla="*/ 278100 h 736847"/>
              <a:gd name="connsiteX425" fmla="*/ 51679 w 550059"/>
              <a:gd name="connsiteY425" fmla="*/ 271837 h 736847"/>
              <a:gd name="connsiteX426" fmla="*/ 59196 w 550059"/>
              <a:gd name="connsiteY426" fmla="*/ 273900 h 736847"/>
              <a:gd name="connsiteX427" fmla="*/ 62364 w 550059"/>
              <a:gd name="connsiteY427" fmla="*/ 274563 h 736847"/>
              <a:gd name="connsiteX428" fmla="*/ 67154 w 550059"/>
              <a:gd name="connsiteY428" fmla="*/ 272205 h 736847"/>
              <a:gd name="connsiteX429" fmla="*/ 73196 w 550059"/>
              <a:gd name="connsiteY429" fmla="*/ 260931 h 736847"/>
              <a:gd name="connsiteX430" fmla="*/ 79239 w 550059"/>
              <a:gd name="connsiteY430" fmla="*/ 237350 h 736847"/>
              <a:gd name="connsiteX431" fmla="*/ 81523 w 550059"/>
              <a:gd name="connsiteY431" fmla="*/ 236319 h 736847"/>
              <a:gd name="connsiteX432" fmla="*/ 81007 w 550059"/>
              <a:gd name="connsiteY432" fmla="*/ 238603 h 736847"/>
              <a:gd name="connsiteX433" fmla="*/ 79018 w 550059"/>
              <a:gd name="connsiteY433" fmla="*/ 261741 h 736847"/>
              <a:gd name="connsiteX434" fmla="*/ 84765 w 550059"/>
              <a:gd name="connsiteY434" fmla="*/ 264541 h 736847"/>
              <a:gd name="connsiteX435" fmla="*/ 92798 w 550059"/>
              <a:gd name="connsiteY435" fmla="*/ 261594 h 736847"/>
              <a:gd name="connsiteX436" fmla="*/ 94640 w 550059"/>
              <a:gd name="connsiteY436" fmla="*/ 260857 h 736847"/>
              <a:gd name="connsiteX437" fmla="*/ 100608 w 550059"/>
              <a:gd name="connsiteY437" fmla="*/ 257394 h 736847"/>
              <a:gd name="connsiteX438" fmla="*/ 102967 w 550059"/>
              <a:gd name="connsiteY438" fmla="*/ 253562 h 736847"/>
              <a:gd name="connsiteX439" fmla="*/ 103998 w 550059"/>
              <a:gd name="connsiteY439" fmla="*/ 248330 h 736847"/>
              <a:gd name="connsiteX440" fmla="*/ 117188 w 550059"/>
              <a:gd name="connsiteY440" fmla="*/ 222244 h 736847"/>
              <a:gd name="connsiteX441" fmla="*/ 120578 w 550059"/>
              <a:gd name="connsiteY441" fmla="*/ 221434 h 736847"/>
              <a:gd name="connsiteX442" fmla="*/ 118515 w 550059"/>
              <a:gd name="connsiteY442" fmla="*/ 224381 h 736847"/>
              <a:gd name="connsiteX443" fmla="*/ 110777 w 550059"/>
              <a:gd name="connsiteY443" fmla="*/ 251056 h 736847"/>
              <a:gd name="connsiteX444" fmla="*/ 116009 w 550059"/>
              <a:gd name="connsiteY444" fmla="*/ 254667 h 736847"/>
              <a:gd name="connsiteX445" fmla="*/ 126547 w 550059"/>
              <a:gd name="connsiteY445" fmla="*/ 252309 h 736847"/>
              <a:gd name="connsiteX446" fmla="*/ 133474 w 550059"/>
              <a:gd name="connsiteY446" fmla="*/ 249288 h 736847"/>
              <a:gd name="connsiteX447" fmla="*/ 136642 w 550059"/>
              <a:gd name="connsiteY447" fmla="*/ 245530 h 736847"/>
              <a:gd name="connsiteX448" fmla="*/ 138779 w 550059"/>
              <a:gd name="connsiteY448" fmla="*/ 240150 h 736847"/>
              <a:gd name="connsiteX449" fmla="*/ 159780 w 550059"/>
              <a:gd name="connsiteY449" fmla="*/ 215612 h 736847"/>
              <a:gd name="connsiteX450" fmla="*/ 163612 w 550059"/>
              <a:gd name="connsiteY450" fmla="*/ 215318 h 736847"/>
              <a:gd name="connsiteX451" fmla="*/ 160738 w 550059"/>
              <a:gd name="connsiteY451" fmla="*/ 217897 h 736847"/>
              <a:gd name="connsiteX452" fmla="*/ 145116 w 550059"/>
              <a:gd name="connsiteY452" fmla="*/ 245161 h 736847"/>
              <a:gd name="connsiteX453" fmla="*/ 149611 w 550059"/>
              <a:gd name="connsiteY453" fmla="*/ 249730 h 736847"/>
              <a:gd name="connsiteX454" fmla="*/ 158380 w 550059"/>
              <a:gd name="connsiteY454" fmla="*/ 249435 h 736847"/>
              <a:gd name="connsiteX455" fmla="*/ 170760 w 550059"/>
              <a:gd name="connsiteY455" fmla="*/ 244940 h 736847"/>
              <a:gd name="connsiteX456" fmla="*/ 173413 w 550059"/>
              <a:gd name="connsiteY456" fmla="*/ 242066 h 736847"/>
              <a:gd name="connsiteX457" fmla="*/ 199793 w 550059"/>
              <a:gd name="connsiteY457" fmla="*/ 226887 h 736847"/>
              <a:gd name="connsiteX458" fmla="*/ 202519 w 550059"/>
              <a:gd name="connsiteY458" fmla="*/ 227623 h 736847"/>
              <a:gd name="connsiteX459" fmla="*/ 80713 w 550059"/>
              <a:gd name="connsiteY459" fmla="*/ 541610 h 736847"/>
              <a:gd name="connsiteX460" fmla="*/ 85576 w 550059"/>
              <a:gd name="connsiteY460" fmla="*/ 533651 h 736847"/>
              <a:gd name="connsiteX461" fmla="*/ 81302 w 550059"/>
              <a:gd name="connsiteY461" fmla="*/ 525693 h 736847"/>
              <a:gd name="connsiteX462" fmla="*/ 72386 w 550059"/>
              <a:gd name="connsiteY462" fmla="*/ 525693 h 736847"/>
              <a:gd name="connsiteX463" fmla="*/ 67522 w 550059"/>
              <a:gd name="connsiteY463" fmla="*/ 533799 h 736847"/>
              <a:gd name="connsiteX464" fmla="*/ 71649 w 550059"/>
              <a:gd name="connsiteY464" fmla="*/ 541683 h 736847"/>
              <a:gd name="connsiteX465" fmla="*/ 80713 w 550059"/>
              <a:gd name="connsiteY465" fmla="*/ 541610 h 736847"/>
              <a:gd name="connsiteX466" fmla="*/ 88745 w 550059"/>
              <a:gd name="connsiteY466" fmla="*/ 512724 h 736847"/>
              <a:gd name="connsiteX467" fmla="*/ 97587 w 550059"/>
              <a:gd name="connsiteY467" fmla="*/ 512724 h 736847"/>
              <a:gd name="connsiteX468" fmla="*/ 102009 w 550059"/>
              <a:gd name="connsiteY468" fmla="*/ 504766 h 736847"/>
              <a:gd name="connsiteX469" fmla="*/ 97514 w 550059"/>
              <a:gd name="connsiteY469" fmla="*/ 496734 h 736847"/>
              <a:gd name="connsiteX470" fmla="*/ 88671 w 550059"/>
              <a:gd name="connsiteY470" fmla="*/ 496734 h 736847"/>
              <a:gd name="connsiteX471" fmla="*/ 84250 w 550059"/>
              <a:gd name="connsiteY471" fmla="*/ 504692 h 736847"/>
              <a:gd name="connsiteX472" fmla="*/ 88745 w 550059"/>
              <a:gd name="connsiteY472" fmla="*/ 512724 h 736847"/>
              <a:gd name="connsiteX473" fmla="*/ 81597 w 550059"/>
              <a:gd name="connsiteY473" fmla="*/ 506313 h 736847"/>
              <a:gd name="connsiteX474" fmla="*/ 72754 w 550059"/>
              <a:gd name="connsiteY474" fmla="*/ 506313 h 736847"/>
              <a:gd name="connsiteX475" fmla="*/ 68186 w 550059"/>
              <a:gd name="connsiteY475" fmla="*/ 514271 h 736847"/>
              <a:gd name="connsiteX476" fmla="*/ 72460 w 550059"/>
              <a:gd name="connsiteY476" fmla="*/ 522230 h 736847"/>
              <a:gd name="connsiteX477" fmla="*/ 81376 w 550059"/>
              <a:gd name="connsiteY477" fmla="*/ 522230 h 736847"/>
              <a:gd name="connsiteX478" fmla="*/ 85945 w 550059"/>
              <a:gd name="connsiteY478" fmla="*/ 514271 h 736847"/>
              <a:gd name="connsiteX479" fmla="*/ 81597 w 550059"/>
              <a:gd name="connsiteY479" fmla="*/ 506313 h 736847"/>
              <a:gd name="connsiteX480" fmla="*/ 120357 w 550059"/>
              <a:gd name="connsiteY480" fmla="*/ 477427 h 736847"/>
              <a:gd name="connsiteX481" fmla="*/ 116083 w 550059"/>
              <a:gd name="connsiteY481" fmla="*/ 485386 h 736847"/>
              <a:gd name="connsiteX482" fmla="*/ 120652 w 550059"/>
              <a:gd name="connsiteY482" fmla="*/ 493418 h 736847"/>
              <a:gd name="connsiteX483" fmla="*/ 129494 w 550059"/>
              <a:gd name="connsiteY483" fmla="*/ 493418 h 736847"/>
              <a:gd name="connsiteX484" fmla="*/ 133768 w 550059"/>
              <a:gd name="connsiteY484" fmla="*/ 485459 h 736847"/>
              <a:gd name="connsiteX485" fmla="*/ 129200 w 550059"/>
              <a:gd name="connsiteY485" fmla="*/ 477427 h 736847"/>
              <a:gd name="connsiteX486" fmla="*/ 120357 w 550059"/>
              <a:gd name="connsiteY486" fmla="*/ 477427 h 736847"/>
              <a:gd name="connsiteX487" fmla="*/ 197509 w 550059"/>
              <a:gd name="connsiteY487" fmla="*/ 533651 h 736847"/>
              <a:gd name="connsiteX488" fmla="*/ 202077 w 550059"/>
              <a:gd name="connsiteY488" fmla="*/ 541610 h 736847"/>
              <a:gd name="connsiteX489" fmla="*/ 210994 w 550059"/>
              <a:gd name="connsiteY489" fmla="*/ 541610 h 736847"/>
              <a:gd name="connsiteX490" fmla="*/ 215341 w 550059"/>
              <a:gd name="connsiteY490" fmla="*/ 533651 h 736847"/>
              <a:gd name="connsiteX491" fmla="*/ 210773 w 550059"/>
              <a:gd name="connsiteY491" fmla="*/ 525693 h 736847"/>
              <a:gd name="connsiteX492" fmla="*/ 201856 w 550059"/>
              <a:gd name="connsiteY492" fmla="*/ 525693 h 736847"/>
              <a:gd name="connsiteX493" fmla="*/ 197509 w 550059"/>
              <a:gd name="connsiteY493" fmla="*/ 533651 h 736847"/>
              <a:gd name="connsiteX494" fmla="*/ 199056 w 550059"/>
              <a:gd name="connsiteY494" fmla="*/ 524072 h 736847"/>
              <a:gd name="connsiteX495" fmla="*/ 194487 w 550059"/>
              <a:gd name="connsiteY495" fmla="*/ 516114 h 736847"/>
              <a:gd name="connsiteX496" fmla="*/ 185571 w 550059"/>
              <a:gd name="connsiteY496" fmla="*/ 516114 h 736847"/>
              <a:gd name="connsiteX497" fmla="*/ 181224 w 550059"/>
              <a:gd name="connsiteY497" fmla="*/ 524072 h 736847"/>
              <a:gd name="connsiteX498" fmla="*/ 185792 w 550059"/>
              <a:gd name="connsiteY498" fmla="*/ 532030 h 736847"/>
              <a:gd name="connsiteX499" fmla="*/ 194709 w 550059"/>
              <a:gd name="connsiteY499" fmla="*/ 532030 h 736847"/>
              <a:gd name="connsiteX500" fmla="*/ 199056 w 550059"/>
              <a:gd name="connsiteY500" fmla="*/ 524072 h 736847"/>
              <a:gd name="connsiteX501" fmla="*/ 218068 w 550059"/>
              <a:gd name="connsiteY501" fmla="*/ 532030 h 736847"/>
              <a:gd name="connsiteX502" fmla="*/ 226984 w 550059"/>
              <a:gd name="connsiteY502" fmla="*/ 532030 h 736847"/>
              <a:gd name="connsiteX503" fmla="*/ 231332 w 550059"/>
              <a:gd name="connsiteY503" fmla="*/ 524072 h 736847"/>
              <a:gd name="connsiteX504" fmla="*/ 226763 w 550059"/>
              <a:gd name="connsiteY504" fmla="*/ 516114 h 736847"/>
              <a:gd name="connsiteX505" fmla="*/ 217847 w 550059"/>
              <a:gd name="connsiteY505" fmla="*/ 516114 h 736847"/>
              <a:gd name="connsiteX506" fmla="*/ 213499 w 550059"/>
              <a:gd name="connsiteY506" fmla="*/ 524072 h 736847"/>
              <a:gd name="connsiteX507" fmla="*/ 218068 w 550059"/>
              <a:gd name="connsiteY507" fmla="*/ 532030 h 736847"/>
              <a:gd name="connsiteX508" fmla="*/ 215120 w 550059"/>
              <a:gd name="connsiteY508" fmla="*/ 514419 h 736847"/>
              <a:gd name="connsiteX509" fmla="*/ 210552 w 550059"/>
              <a:gd name="connsiteY509" fmla="*/ 506460 h 736847"/>
              <a:gd name="connsiteX510" fmla="*/ 201562 w 550059"/>
              <a:gd name="connsiteY510" fmla="*/ 506460 h 736847"/>
              <a:gd name="connsiteX511" fmla="*/ 197214 w 550059"/>
              <a:gd name="connsiteY511" fmla="*/ 514419 h 736847"/>
              <a:gd name="connsiteX512" fmla="*/ 201783 w 550059"/>
              <a:gd name="connsiteY512" fmla="*/ 522377 h 736847"/>
              <a:gd name="connsiteX513" fmla="*/ 210699 w 550059"/>
              <a:gd name="connsiteY513" fmla="*/ 522377 h 736847"/>
              <a:gd name="connsiteX514" fmla="*/ 215120 w 550059"/>
              <a:gd name="connsiteY514" fmla="*/ 514419 h 736847"/>
              <a:gd name="connsiteX515" fmla="*/ 198761 w 550059"/>
              <a:gd name="connsiteY515" fmla="*/ 504766 h 736847"/>
              <a:gd name="connsiteX516" fmla="*/ 194119 w 550059"/>
              <a:gd name="connsiteY516" fmla="*/ 496807 h 736847"/>
              <a:gd name="connsiteX517" fmla="*/ 185129 w 550059"/>
              <a:gd name="connsiteY517" fmla="*/ 496807 h 736847"/>
              <a:gd name="connsiteX518" fmla="*/ 180781 w 550059"/>
              <a:gd name="connsiteY518" fmla="*/ 504766 h 736847"/>
              <a:gd name="connsiteX519" fmla="*/ 185424 w 550059"/>
              <a:gd name="connsiteY519" fmla="*/ 512724 h 736847"/>
              <a:gd name="connsiteX520" fmla="*/ 194340 w 550059"/>
              <a:gd name="connsiteY520" fmla="*/ 512724 h 736847"/>
              <a:gd name="connsiteX521" fmla="*/ 198761 w 550059"/>
              <a:gd name="connsiteY521" fmla="*/ 504766 h 736847"/>
              <a:gd name="connsiteX522" fmla="*/ 178129 w 550059"/>
              <a:gd name="connsiteY522" fmla="*/ 506387 h 736847"/>
              <a:gd name="connsiteX523" fmla="*/ 169212 w 550059"/>
              <a:gd name="connsiteY523" fmla="*/ 506387 h 736847"/>
              <a:gd name="connsiteX524" fmla="*/ 164865 w 550059"/>
              <a:gd name="connsiteY524" fmla="*/ 514345 h 736847"/>
              <a:gd name="connsiteX525" fmla="*/ 169433 w 550059"/>
              <a:gd name="connsiteY525" fmla="*/ 522303 h 736847"/>
              <a:gd name="connsiteX526" fmla="*/ 178350 w 550059"/>
              <a:gd name="connsiteY526" fmla="*/ 522303 h 736847"/>
              <a:gd name="connsiteX527" fmla="*/ 182697 w 550059"/>
              <a:gd name="connsiteY527" fmla="*/ 514345 h 736847"/>
              <a:gd name="connsiteX528" fmla="*/ 178129 w 550059"/>
              <a:gd name="connsiteY528" fmla="*/ 506387 h 736847"/>
              <a:gd name="connsiteX529" fmla="*/ 166412 w 550059"/>
              <a:gd name="connsiteY529" fmla="*/ 504766 h 736847"/>
              <a:gd name="connsiteX530" fmla="*/ 161770 w 550059"/>
              <a:gd name="connsiteY530" fmla="*/ 496807 h 736847"/>
              <a:gd name="connsiteX531" fmla="*/ 152854 w 550059"/>
              <a:gd name="connsiteY531" fmla="*/ 496807 h 736847"/>
              <a:gd name="connsiteX532" fmla="*/ 148506 w 550059"/>
              <a:gd name="connsiteY532" fmla="*/ 504766 h 736847"/>
              <a:gd name="connsiteX533" fmla="*/ 153075 w 550059"/>
              <a:gd name="connsiteY533" fmla="*/ 512724 h 736847"/>
              <a:gd name="connsiteX534" fmla="*/ 161991 w 550059"/>
              <a:gd name="connsiteY534" fmla="*/ 512724 h 736847"/>
              <a:gd name="connsiteX535" fmla="*/ 166412 w 550059"/>
              <a:gd name="connsiteY535" fmla="*/ 504766 h 736847"/>
              <a:gd name="connsiteX536" fmla="*/ 132589 w 550059"/>
              <a:gd name="connsiteY536" fmla="*/ 514345 h 736847"/>
              <a:gd name="connsiteX537" fmla="*/ 137158 w 550059"/>
              <a:gd name="connsiteY537" fmla="*/ 522303 h 736847"/>
              <a:gd name="connsiteX538" fmla="*/ 146074 w 550059"/>
              <a:gd name="connsiteY538" fmla="*/ 522303 h 736847"/>
              <a:gd name="connsiteX539" fmla="*/ 150422 w 550059"/>
              <a:gd name="connsiteY539" fmla="*/ 514345 h 736847"/>
              <a:gd name="connsiteX540" fmla="*/ 145853 w 550059"/>
              <a:gd name="connsiteY540" fmla="*/ 506387 h 736847"/>
              <a:gd name="connsiteX541" fmla="*/ 136937 w 550059"/>
              <a:gd name="connsiteY541" fmla="*/ 506387 h 736847"/>
              <a:gd name="connsiteX542" fmla="*/ 132589 w 550059"/>
              <a:gd name="connsiteY542" fmla="*/ 514345 h 736847"/>
              <a:gd name="connsiteX543" fmla="*/ 134137 w 550059"/>
              <a:gd name="connsiteY543" fmla="*/ 504766 h 736847"/>
              <a:gd name="connsiteX544" fmla="*/ 129568 w 550059"/>
              <a:gd name="connsiteY544" fmla="*/ 496807 h 736847"/>
              <a:gd name="connsiteX545" fmla="*/ 120725 w 550059"/>
              <a:gd name="connsiteY545" fmla="*/ 496807 h 736847"/>
              <a:gd name="connsiteX546" fmla="*/ 116378 w 550059"/>
              <a:gd name="connsiteY546" fmla="*/ 504766 h 736847"/>
              <a:gd name="connsiteX547" fmla="*/ 120873 w 550059"/>
              <a:gd name="connsiteY547" fmla="*/ 512724 h 736847"/>
              <a:gd name="connsiteX548" fmla="*/ 129789 w 550059"/>
              <a:gd name="connsiteY548" fmla="*/ 512724 h 736847"/>
              <a:gd name="connsiteX549" fmla="*/ 134137 w 550059"/>
              <a:gd name="connsiteY549" fmla="*/ 504766 h 736847"/>
              <a:gd name="connsiteX550" fmla="*/ 150053 w 550059"/>
              <a:gd name="connsiteY550" fmla="*/ 495112 h 736847"/>
              <a:gd name="connsiteX551" fmla="*/ 145485 w 550059"/>
              <a:gd name="connsiteY551" fmla="*/ 487154 h 736847"/>
              <a:gd name="connsiteX552" fmla="*/ 136568 w 550059"/>
              <a:gd name="connsiteY552" fmla="*/ 487154 h 736847"/>
              <a:gd name="connsiteX553" fmla="*/ 132294 w 550059"/>
              <a:gd name="connsiteY553" fmla="*/ 495112 h 736847"/>
              <a:gd name="connsiteX554" fmla="*/ 136863 w 550059"/>
              <a:gd name="connsiteY554" fmla="*/ 503071 h 736847"/>
              <a:gd name="connsiteX555" fmla="*/ 145779 w 550059"/>
              <a:gd name="connsiteY555" fmla="*/ 503071 h 736847"/>
              <a:gd name="connsiteX556" fmla="*/ 150053 w 550059"/>
              <a:gd name="connsiteY556" fmla="*/ 495112 h 736847"/>
              <a:gd name="connsiteX557" fmla="*/ 113357 w 550059"/>
              <a:gd name="connsiteY557" fmla="*/ 487080 h 736847"/>
              <a:gd name="connsiteX558" fmla="*/ 104514 w 550059"/>
              <a:gd name="connsiteY558" fmla="*/ 487080 h 736847"/>
              <a:gd name="connsiteX559" fmla="*/ 100166 w 550059"/>
              <a:gd name="connsiteY559" fmla="*/ 495039 h 736847"/>
              <a:gd name="connsiteX560" fmla="*/ 104661 w 550059"/>
              <a:gd name="connsiteY560" fmla="*/ 502997 h 736847"/>
              <a:gd name="connsiteX561" fmla="*/ 113504 w 550059"/>
              <a:gd name="connsiteY561" fmla="*/ 502997 h 736847"/>
              <a:gd name="connsiteX562" fmla="*/ 117852 w 550059"/>
              <a:gd name="connsiteY562" fmla="*/ 495039 h 736847"/>
              <a:gd name="connsiteX563" fmla="*/ 113357 w 550059"/>
              <a:gd name="connsiteY563" fmla="*/ 487080 h 736847"/>
              <a:gd name="connsiteX564" fmla="*/ 100314 w 550059"/>
              <a:gd name="connsiteY564" fmla="*/ 514345 h 736847"/>
              <a:gd name="connsiteX565" fmla="*/ 104735 w 550059"/>
              <a:gd name="connsiteY565" fmla="*/ 522303 h 736847"/>
              <a:gd name="connsiteX566" fmla="*/ 113651 w 550059"/>
              <a:gd name="connsiteY566" fmla="*/ 522303 h 736847"/>
              <a:gd name="connsiteX567" fmla="*/ 118073 w 550059"/>
              <a:gd name="connsiteY567" fmla="*/ 514345 h 736847"/>
              <a:gd name="connsiteX568" fmla="*/ 113578 w 550059"/>
              <a:gd name="connsiteY568" fmla="*/ 506387 h 736847"/>
              <a:gd name="connsiteX569" fmla="*/ 104735 w 550059"/>
              <a:gd name="connsiteY569" fmla="*/ 506387 h 736847"/>
              <a:gd name="connsiteX570" fmla="*/ 100314 w 550059"/>
              <a:gd name="connsiteY570" fmla="*/ 514345 h 736847"/>
              <a:gd name="connsiteX571" fmla="*/ 116525 w 550059"/>
              <a:gd name="connsiteY571" fmla="*/ 523998 h 736847"/>
              <a:gd name="connsiteX572" fmla="*/ 121020 w 550059"/>
              <a:gd name="connsiteY572" fmla="*/ 531957 h 736847"/>
              <a:gd name="connsiteX573" fmla="*/ 130010 w 550059"/>
              <a:gd name="connsiteY573" fmla="*/ 531957 h 736847"/>
              <a:gd name="connsiteX574" fmla="*/ 134431 w 550059"/>
              <a:gd name="connsiteY574" fmla="*/ 523998 h 736847"/>
              <a:gd name="connsiteX575" fmla="*/ 129863 w 550059"/>
              <a:gd name="connsiteY575" fmla="*/ 516040 h 736847"/>
              <a:gd name="connsiteX576" fmla="*/ 120946 w 550059"/>
              <a:gd name="connsiteY576" fmla="*/ 516040 h 736847"/>
              <a:gd name="connsiteX577" fmla="*/ 116525 w 550059"/>
              <a:gd name="connsiteY577" fmla="*/ 523998 h 736847"/>
              <a:gd name="connsiteX578" fmla="*/ 132737 w 550059"/>
              <a:gd name="connsiteY578" fmla="*/ 533651 h 736847"/>
              <a:gd name="connsiteX579" fmla="*/ 137232 w 550059"/>
              <a:gd name="connsiteY579" fmla="*/ 541610 h 736847"/>
              <a:gd name="connsiteX580" fmla="*/ 146222 w 550059"/>
              <a:gd name="connsiteY580" fmla="*/ 541610 h 736847"/>
              <a:gd name="connsiteX581" fmla="*/ 150643 w 550059"/>
              <a:gd name="connsiteY581" fmla="*/ 533651 h 736847"/>
              <a:gd name="connsiteX582" fmla="*/ 146074 w 550059"/>
              <a:gd name="connsiteY582" fmla="*/ 525693 h 736847"/>
              <a:gd name="connsiteX583" fmla="*/ 137158 w 550059"/>
              <a:gd name="connsiteY583" fmla="*/ 525693 h 736847"/>
              <a:gd name="connsiteX584" fmla="*/ 132737 w 550059"/>
              <a:gd name="connsiteY584" fmla="*/ 533651 h 736847"/>
              <a:gd name="connsiteX585" fmla="*/ 153443 w 550059"/>
              <a:gd name="connsiteY585" fmla="*/ 532030 h 736847"/>
              <a:gd name="connsiteX586" fmla="*/ 162359 w 550059"/>
              <a:gd name="connsiteY586" fmla="*/ 532030 h 736847"/>
              <a:gd name="connsiteX587" fmla="*/ 166707 w 550059"/>
              <a:gd name="connsiteY587" fmla="*/ 524072 h 736847"/>
              <a:gd name="connsiteX588" fmla="*/ 162138 w 550059"/>
              <a:gd name="connsiteY588" fmla="*/ 516114 h 736847"/>
              <a:gd name="connsiteX589" fmla="*/ 153222 w 550059"/>
              <a:gd name="connsiteY589" fmla="*/ 516114 h 736847"/>
              <a:gd name="connsiteX590" fmla="*/ 148874 w 550059"/>
              <a:gd name="connsiteY590" fmla="*/ 524072 h 736847"/>
              <a:gd name="connsiteX591" fmla="*/ 153443 w 550059"/>
              <a:gd name="connsiteY591" fmla="*/ 532030 h 736847"/>
              <a:gd name="connsiteX592" fmla="*/ 165159 w 550059"/>
              <a:gd name="connsiteY592" fmla="*/ 533651 h 736847"/>
              <a:gd name="connsiteX593" fmla="*/ 169728 w 550059"/>
              <a:gd name="connsiteY593" fmla="*/ 541610 h 736847"/>
              <a:gd name="connsiteX594" fmla="*/ 178644 w 550059"/>
              <a:gd name="connsiteY594" fmla="*/ 541610 h 736847"/>
              <a:gd name="connsiteX595" fmla="*/ 182992 w 550059"/>
              <a:gd name="connsiteY595" fmla="*/ 533651 h 736847"/>
              <a:gd name="connsiteX596" fmla="*/ 178423 w 550059"/>
              <a:gd name="connsiteY596" fmla="*/ 525693 h 736847"/>
              <a:gd name="connsiteX597" fmla="*/ 169507 w 550059"/>
              <a:gd name="connsiteY597" fmla="*/ 525693 h 736847"/>
              <a:gd name="connsiteX598" fmla="*/ 165159 w 550059"/>
              <a:gd name="connsiteY598" fmla="*/ 533651 h 736847"/>
              <a:gd name="connsiteX599" fmla="*/ 181445 w 550059"/>
              <a:gd name="connsiteY599" fmla="*/ 543378 h 736847"/>
              <a:gd name="connsiteX600" fmla="*/ 199351 w 550059"/>
              <a:gd name="connsiteY600" fmla="*/ 543378 h 736847"/>
              <a:gd name="connsiteX601" fmla="*/ 194709 w 550059"/>
              <a:gd name="connsiteY601" fmla="*/ 535346 h 736847"/>
              <a:gd name="connsiteX602" fmla="*/ 185792 w 550059"/>
              <a:gd name="connsiteY602" fmla="*/ 535346 h 736847"/>
              <a:gd name="connsiteX603" fmla="*/ 181445 w 550059"/>
              <a:gd name="connsiteY603" fmla="*/ 543378 h 736847"/>
              <a:gd name="connsiteX604" fmla="*/ 213278 w 550059"/>
              <a:gd name="connsiteY604" fmla="*/ 647353 h 736847"/>
              <a:gd name="connsiteX605" fmla="*/ 208562 w 550059"/>
              <a:gd name="connsiteY605" fmla="*/ 639173 h 736847"/>
              <a:gd name="connsiteX606" fmla="*/ 199277 w 550059"/>
              <a:gd name="connsiteY606" fmla="*/ 639173 h 736847"/>
              <a:gd name="connsiteX607" fmla="*/ 194709 w 550059"/>
              <a:gd name="connsiteY607" fmla="*/ 647353 h 736847"/>
              <a:gd name="connsiteX608" fmla="*/ 199425 w 550059"/>
              <a:gd name="connsiteY608" fmla="*/ 655532 h 736847"/>
              <a:gd name="connsiteX609" fmla="*/ 208709 w 550059"/>
              <a:gd name="connsiteY609" fmla="*/ 655532 h 736847"/>
              <a:gd name="connsiteX610" fmla="*/ 213278 w 550059"/>
              <a:gd name="connsiteY610" fmla="*/ 647353 h 736847"/>
              <a:gd name="connsiteX611" fmla="*/ 211509 w 550059"/>
              <a:gd name="connsiteY611" fmla="*/ 657153 h 736847"/>
              <a:gd name="connsiteX612" fmla="*/ 216152 w 550059"/>
              <a:gd name="connsiteY612" fmla="*/ 665333 h 736847"/>
              <a:gd name="connsiteX613" fmla="*/ 225437 w 550059"/>
              <a:gd name="connsiteY613" fmla="*/ 665333 h 736847"/>
              <a:gd name="connsiteX614" fmla="*/ 230005 w 550059"/>
              <a:gd name="connsiteY614" fmla="*/ 657153 h 736847"/>
              <a:gd name="connsiteX615" fmla="*/ 225363 w 550059"/>
              <a:gd name="connsiteY615" fmla="*/ 648974 h 736847"/>
              <a:gd name="connsiteX616" fmla="*/ 216078 w 550059"/>
              <a:gd name="connsiteY616" fmla="*/ 648974 h 736847"/>
              <a:gd name="connsiteX617" fmla="*/ 211509 w 550059"/>
              <a:gd name="connsiteY617" fmla="*/ 657153 h 736847"/>
              <a:gd name="connsiteX618" fmla="*/ 196403 w 550059"/>
              <a:gd name="connsiteY618" fmla="*/ 637478 h 736847"/>
              <a:gd name="connsiteX619" fmla="*/ 191687 w 550059"/>
              <a:gd name="connsiteY619" fmla="*/ 629299 h 736847"/>
              <a:gd name="connsiteX620" fmla="*/ 182403 w 550059"/>
              <a:gd name="connsiteY620" fmla="*/ 629299 h 736847"/>
              <a:gd name="connsiteX621" fmla="*/ 177834 w 550059"/>
              <a:gd name="connsiteY621" fmla="*/ 637478 h 736847"/>
              <a:gd name="connsiteX622" fmla="*/ 182550 w 550059"/>
              <a:gd name="connsiteY622" fmla="*/ 645658 h 736847"/>
              <a:gd name="connsiteX623" fmla="*/ 191835 w 550059"/>
              <a:gd name="connsiteY623" fmla="*/ 645658 h 736847"/>
              <a:gd name="connsiteX624" fmla="*/ 196403 w 550059"/>
              <a:gd name="connsiteY624" fmla="*/ 637478 h 736847"/>
              <a:gd name="connsiteX625" fmla="*/ 175034 w 550059"/>
              <a:gd name="connsiteY625" fmla="*/ 639173 h 736847"/>
              <a:gd name="connsiteX626" fmla="*/ 165749 w 550059"/>
              <a:gd name="connsiteY626" fmla="*/ 639173 h 736847"/>
              <a:gd name="connsiteX627" fmla="*/ 161180 w 550059"/>
              <a:gd name="connsiteY627" fmla="*/ 647353 h 736847"/>
              <a:gd name="connsiteX628" fmla="*/ 165896 w 550059"/>
              <a:gd name="connsiteY628" fmla="*/ 655532 h 736847"/>
              <a:gd name="connsiteX629" fmla="*/ 175181 w 550059"/>
              <a:gd name="connsiteY629" fmla="*/ 655532 h 736847"/>
              <a:gd name="connsiteX630" fmla="*/ 179750 w 550059"/>
              <a:gd name="connsiteY630" fmla="*/ 647353 h 736847"/>
              <a:gd name="connsiteX631" fmla="*/ 175034 w 550059"/>
              <a:gd name="connsiteY631" fmla="*/ 639173 h 736847"/>
              <a:gd name="connsiteX632" fmla="*/ 177981 w 550059"/>
              <a:gd name="connsiteY632" fmla="*/ 657153 h 736847"/>
              <a:gd name="connsiteX633" fmla="*/ 182697 w 550059"/>
              <a:gd name="connsiteY633" fmla="*/ 665333 h 736847"/>
              <a:gd name="connsiteX634" fmla="*/ 191982 w 550059"/>
              <a:gd name="connsiteY634" fmla="*/ 665333 h 736847"/>
              <a:gd name="connsiteX635" fmla="*/ 196551 w 550059"/>
              <a:gd name="connsiteY635" fmla="*/ 657153 h 736847"/>
              <a:gd name="connsiteX636" fmla="*/ 191835 w 550059"/>
              <a:gd name="connsiteY636" fmla="*/ 648974 h 736847"/>
              <a:gd name="connsiteX637" fmla="*/ 182550 w 550059"/>
              <a:gd name="connsiteY637" fmla="*/ 648974 h 736847"/>
              <a:gd name="connsiteX638" fmla="*/ 177981 w 550059"/>
              <a:gd name="connsiteY638" fmla="*/ 657153 h 736847"/>
              <a:gd name="connsiteX639" fmla="*/ 194782 w 550059"/>
              <a:gd name="connsiteY639" fmla="*/ 667027 h 736847"/>
              <a:gd name="connsiteX640" fmla="*/ 199425 w 550059"/>
              <a:gd name="connsiteY640" fmla="*/ 675207 h 736847"/>
              <a:gd name="connsiteX641" fmla="*/ 208709 w 550059"/>
              <a:gd name="connsiteY641" fmla="*/ 675207 h 736847"/>
              <a:gd name="connsiteX642" fmla="*/ 213278 w 550059"/>
              <a:gd name="connsiteY642" fmla="*/ 667027 h 736847"/>
              <a:gd name="connsiteX643" fmla="*/ 208636 w 550059"/>
              <a:gd name="connsiteY643" fmla="*/ 658848 h 736847"/>
              <a:gd name="connsiteX644" fmla="*/ 199351 w 550059"/>
              <a:gd name="connsiteY644" fmla="*/ 658848 h 736847"/>
              <a:gd name="connsiteX645" fmla="*/ 194782 w 550059"/>
              <a:gd name="connsiteY645" fmla="*/ 667027 h 736847"/>
              <a:gd name="connsiteX646" fmla="*/ 211657 w 550059"/>
              <a:gd name="connsiteY646" fmla="*/ 676902 h 736847"/>
              <a:gd name="connsiteX647" fmla="*/ 216299 w 550059"/>
              <a:gd name="connsiteY647" fmla="*/ 685081 h 736847"/>
              <a:gd name="connsiteX648" fmla="*/ 225584 w 550059"/>
              <a:gd name="connsiteY648" fmla="*/ 685081 h 736847"/>
              <a:gd name="connsiteX649" fmla="*/ 230153 w 550059"/>
              <a:gd name="connsiteY649" fmla="*/ 676902 h 736847"/>
              <a:gd name="connsiteX650" fmla="*/ 225510 w 550059"/>
              <a:gd name="connsiteY650" fmla="*/ 668722 h 736847"/>
              <a:gd name="connsiteX651" fmla="*/ 216226 w 550059"/>
              <a:gd name="connsiteY651" fmla="*/ 668722 h 736847"/>
              <a:gd name="connsiteX652" fmla="*/ 211657 w 550059"/>
              <a:gd name="connsiteY652" fmla="*/ 676902 h 736847"/>
              <a:gd name="connsiteX653" fmla="*/ 228458 w 550059"/>
              <a:gd name="connsiteY653" fmla="*/ 686702 h 736847"/>
              <a:gd name="connsiteX654" fmla="*/ 233100 w 550059"/>
              <a:gd name="connsiteY654" fmla="*/ 694882 h 736847"/>
              <a:gd name="connsiteX655" fmla="*/ 242385 w 550059"/>
              <a:gd name="connsiteY655" fmla="*/ 694882 h 736847"/>
              <a:gd name="connsiteX656" fmla="*/ 246954 w 550059"/>
              <a:gd name="connsiteY656" fmla="*/ 686702 h 736847"/>
              <a:gd name="connsiteX657" fmla="*/ 242311 w 550059"/>
              <a:gd name="connsiteY657" fmla="*/ 678523 h 736847"/>
              <a:gd name="connsiteX658" fmla="*/ 233026 w 550059"/>
              <a:gd name="connsiteY658" fmla="*/ 678523 h 736847"/>
              <a:gd name="connsiteX659" fmla="*/ 228458 w 550059"/>
              <a:gd name="connsiteY659" fmla="*/ 686702 h 736847"/>
              <a:gd name="connsiteX660" fmla="*/ 246880 w 550059"/>
              <a:gd name="connsiteY660" fmla="*/ 667027 h 736847"/>
              <a:gd name="connsiteX661" fmla="*/ 242238 w 550059"/>
              <a:gd name="connsiteY661" fmla="*/ 658848 h 736847"/>
              <a:gd name="connsiteX662" fmla="*/ 232953 w 550059"/>
              <a:gd name="connsiteY662" fmla="*/ 658848 h 736847"/>
              <a:gd name="connsiteX663" fmla="*/ 228384 w 550059"/>
              <a:gd name="connsiteY663" fmla="*/ 667027 h 736847"/>
              <a:gd name="connsiteX664" fmla="*/ 233026 w 550059"/>
              <a:gd name="connsiteY664" fmla="*/ 675207 h 736847"/>
              <a:gd name="connsiteX665" fmla="*/ 242311 w 550059"/>
              <a:gd name="connsiteY665" fmla="*/ 675207 h 736847"/>
              <a:gd name="connsiteX666" fmla="*/ 246880 w 550059"/>
              <a:gd name="connsiteY666" fmla="*/ 667027 h 736847"/>
              <a:gd name="connsiteX667" fmla="*/ 246732 w 550059"/>
              <a:gd name="connsiteY667" fmla="*/ 647353 h 736847"/>
              <a:gd name="connsiteX668" fmla="*/ 242016 w 550059"/>
              <a:gd name="connsiteY668" fmla="*/ 639173 h 736847"/>
              <a:gd name="connsiteX669" fmla="*/ 232732 w 550059"/>
              <a:gd name="connsiteY669" fmla="*/ 639173 h 736847"/>
              <a:gd name="connsiteX670" fmla="*/ 228163 w 550059"/>
              <a:gd name="connsiteY670" fmla="*/ 647353 h 736847"/>
              <a:gd name="connsiteX671" fmla="*/ 232805 w 550059"/>
              <a:gd name="connsiteY671" fmla="*/ 655532 h 736847"/>
              <a:gd name="connsiteX672" fmla="*/ 242090 w 550059"/>
              <a:gd name="connsiteY672" fmla="*/ 655532 h 736847"/>
              <a:gd name="connsiteX673" fmla="*/ 246732 w 550059"/>
              <a:gd name="connsiteY673" fmla="*/ 647353 h 736847"/>
              <a:gd name="connsiteX674" fmla="*/ 229932 w 550059"/>
              <a:gd name="connsiteY674" fmla="*/ 637478 h 736847"/>
              <a:gd name="connsiteX675" fmla="*/ 225216 w 550059"/>
              <a:gd name="connsiteY675" fmla="*/ 629299 h 736847"/>
              <a:gd name="connsiteX676" fmla="*/ 215931 w 550059"/>
              <a:gd name="connsiteY676" fmla="*/ 629299 h 736847"/>
              <a:gd name="connsiteX677" fmla="*/ 211362 w 550059"/>
              <a:gd name="connsiteY677" fmla="*/ 637478 h 736847"/>
              <a:gd name="connsiteX678" fmla="*/ 216078 w 550059"/>
              <a:gd name="connsiteY678" fmla="*/ 645658 h 736847"/>
              <a:gd name="connsiteX679" fmla="*/ 225363 w 550059"/>
              <a:gd name="connsiteY679" fmla="*/ 645658 h 736847"/>
              <a:gd name="connsiteX680" fmla="*/ 229932 w 550059"/>
              <a:gd name="connsiteY680" fmla="*/ 637478 h 736847"/>
              <a:gd name="connsiteX681" fmla="*/ 213425 w 550059"/>
              <a:gd name="connsiteY681" fmla="*/ 627088 h 736847"/>
              <a:gd name="connsiteX682" fmla="*/ 194266 w 550059"/>
              <a:gd name="connsiteY682" fmla="*/ 627088 h 736847"/>
              <a:gd name="connsiteX683" fmla="*/ 199277 w 550059"/>
              <a:gd name="connsiteY683" fmla="*/ 635784 h 736847"/>
              <a:gd name="connsiteX684" fmla="*/ 208562 w 550059"/>
              <a:gd name="connsiteY684" fmla="*/ 635784 h 736847"/>
              <a:gd name="connsiteX685" fmla="*/ 213425 w 550059"/>
              <a:gd name="connsiteY685" fmla="*/ 627088 h 736847"/>
              <a:gd name="connsiteX686" fmla="*/ 231626 w 550059"/>
              <a:gd name="connsiteY686" fmla="*/ 543378 h 736847"/>
              <a:gd name="connsiteX687" fmla="*/ 227058 w 550059"/>
              <a:gd name="connsiteY687" fmla="*/ 535346 h 736847"/>
              <a:gd name="connsiteX688" fmla="*/ 218141 w 550059"/>
              <a:gd name="connsiteY688" fmla="*/ 535346 h 736847"/>
              <a:gd name="connsiteX689" fmla="*/ 213794 w 550059"/>
              <a:gd name="connsiteY689" fmla="*/ 543378 h 736847"/>
              <a:gd name="connsiteX690" fmla="*/ 231626 w 550059"/>
              <a:gd name="connsiteY690" fmla="*/ 543378 h 736847"/>
              <a:gd name="connsiteX691" fmla="*/ 234353 w 550059"/>
              <a:gd name="connsiteY691" fmla="*/ 541683 h 736847"/>
              <a:gd name="connsiteX692" fmla="*/ 243269 w 550059"/>
              <a:gd name="connsiteY692" fmla="*/ 541683 h 736847"/>
              <a:gd name="connsiteX693" fmla="*/ 247690 w 550059"/>
              <a:gd name="connsiteY693" fmla="*/ 533725 h 736847"/>
              <a:gd name="connsiteX694" fmla="*/ 243195 w 550059"/>
              <a:gd name="connsiteY694" fmla="*/ 525767 h 736847"/>
              <a:gd name="connsiteX695" fmla="*/ 234279 w 550059"/>
              <a:gd name="connsiteY695" fmla="*/ 525767 h 736847"/>
              <a:gd name="connsiteX696" fmla="*/ 229932 w 550059"/>
              <a:gd name="connsiteY696" fmla="*/ 533725 h 736847"/>
              <a:gd name="connsiteX697" fmla="*/ 234353 w 550059"/>
              <a:gd name="connsiteY697" fmla="*/ 541683 h 736847"/>
              <a:gd name="connsiteX698" fmla="*/ 247469 w 550059"/>
              <a:gd name="connsiteY698" fmla="*/ 514419 h 736847"/>
              <a:gd name="connsiteX699" fmla="*/ 242901 w 550059"/>
              <a:gd name="connsiteY699" fmla="*/ 506460 h 736847"/>
              <a:gd name="connsiteX700" fmla="*/ 233911 w 550059"/>
              <a:gd name="connsiteY700" fmla="*/ 506460 h 736847"/>
              <a:gd name="connsiteX701" fmla="*/ 229489 w 550059"/>
              <a:gd name="connsiteY701" fmla="*/ 514419 h 736847"/>
              <a:gd name="connsiteX702" fmla="*/ 234058 w 550059"/>
              <a:gd name="connsiteY702" fmla="*/ 522377 h 736847"/>
              <a:gd name="connsiteX703" fmla="*/ 242974 w 550059"/>
              <a:gd name="connsiteY703" fmla="*/ 522377 h 736847"/>
              <a:gd name="connsiteX704" fmla="*/ 247469 w 550059"/>
              <a:gd name="connsiteY704" fmla="*/ 514419 h 736847"/>
              <a:gd name="connsiteX705" fmla="*/ 231184 w 550059"/>
              <a:gd name="connsiteY705" fmla="*/ 504766 h 736847"/>
              <a:gd name="connsiteX706" fmla="*/ 226616 w 550059"/>
              <a:gd name="connsiteY706" fmla="*/ 496807 h 736847"/>
              <a:gd name="connsiteX707" fmla="*/ 217626 w 550059"/>
              <a:gd name="connsiteY707" fmla="*/ 496807 h 736847"/>
              <a:gd name="connsiteX708" fmla="*/ 213278 w 550059"/>
              <a:gd name="connsiteY708" fmla="*/ 504766 h 736847"/>
              <a:gd name="connsiteX709" fmla="*/ 217847 w 550059"/>
              <a:gd name="connsiteY709" fmla="*/ 512724 h 736847"/>
              <a:gd name="connsiteX710" fmla="*/ 226837 w 550059"/>
              <a:gd name="connsiteY710" fmla="*/ 512724 h 736847"/>
              <a:gd name="connsiteX711" fmla="*/ 231184 w 550059"/>
              <a:gd name="connsiteY711" fmla="*/ 504766 h 736847"/>
              <a:gd name="connsiteX712" fmla="*/ 214825 w 550059"/>
              <a:gd name="connsiteY712" fmla="*/ 495112 h 736847"/>
              <a:gd name="connsiteX713" fmla="*/ 210183 w 550059"/>
              <a:gd name="connsiteY713" fmla="*/ 487154 h 736847"/>
              <a:gd name="connsiteX714" fmla="*/ 201193 w 550059"/>
              <a:gd name="connsiteY714" fmla="*/ 487154 h 736847"/>
              <a:gd name="connsiteX715" fmla="*/ 196845 w 550059"/>
              <a:gd name="connsiteY715" fmla="*/ 495112 h 736847"/>
              <a:gd name="connsiteX716" fmla="*/ 201488 w 550059"/>
              <a:gd name="connsiteY716" fmla="*/ 503071 h 736847"/>
              <a:gd name="connsiteX717" fmla="*/ 210478 w 550059"/>
              <a:gd name="connsiteY717" fmla="*/ 503071 h 736847"/>
              <a:gd name="connsiteX718" fmla="*/ 214825 w 550059"/>
              <a:gd name="connsiteY718" fmla="*/ 495112 h 736847"/>
              <a:gd name="connsiteX719" fmla="*/ 198393 w 550059"/>
              <a:gd name="connsiteY719" fmla="*/ 485459 h 736847"/>
              <a:gd name="connsiteX720" fmla="*/ 193751 w 550059"/>
              <a:gd name="connsiteY720" fmla="*/ 477501 h 736847"/>
              <a:gd name="connsiteX721" fmla="*/ 184761 w 550059"/>
              <a:gd name="connsiteY721" fmla="*/ 477501 h 736847"/>
              <a:gd name="connsiteX722" fmla="*/ 180413 w 550059"/>
              <a:gd name="connsiteY722" fmla="*/ 485459 h 736847"/>
              <a:gd name="connsiteX723" fmla="*/ 185055 w 550059"/>
              <a:gd name="connsiteY723" fmla="*/ 493418 h 736847"/>
              <a:gd name="connsiteX724" fmla="*/ 194045 w 550059"/>
              <a:gd name="connsiteY724" fmla="*/ 493418 h 736847"/>
              <a:gd name="connsiteX725" fmla="*/ 198393 w 550059"/>
              <a:gd name="connsiteY725" fmla="*/ 485459 h 736847"/>
              <a:gd name="connsiteX726" fmla="*/ 177760 w 550059"/>
              <a:gd name="connsiteY726" fmla="*/ 487154 h 736847"/>
              <a:gd name="connsiteX727" fmla="*/ 168844 w 550059"/>
              <a:gd name="connsiteY727" fmla="*/ 487154 h 736847"/>
              <a:gd name="connsiteX728" fmla="*/ 164496 w 550059"/>
              <a:gd name="connsiteY728" fmla="*/ 495112 h 736847"/>
              <a:gd name="connsiteX729" fmla="*/ 169139 w 550059"/>
              <a:gd name="connsiteY729" fmla="*/ 503071 h 736847"/>
              <a:gd name="connsiteX730" fmla="*/ 178055 w 550059"/>
              <a:gd name="connsiteY730" fmla="*/ 503071 h 736847"/>
              <a:gd name="connsiteX731" fmla="*/ 182403 w 550059"/>
              <a:gd name="connsiteY731" fmla="*/ 495112 h 736847"/>
              <a:gd name="connsiteX732" fmla="*/ 177760 w 550059"/>
              <a:gd name="connsiteY732" fmla="*/ 487154 h 736847"/>
              <a:gd name="connsiteX733" fmla="*/ 166044 w 550059"/>
              <a:gd name="connsiteY733" fmla="*/ 485459 h 736847"/>
              <a:gd name="connsiteX734" fmla="*/ 161401 w 550059"/>
              <a:gd name="connsiteY734" fmla="*/ 477501 h 736847"/>
              <a:gd name="connsiteX735" fmla="*/ 152485 w 550059"/>
              <a:gd name="connsiteY735" fmla="*/ 477501 h 736847"/>
              <a:gd name="connsiteX736" fmla="*/ 148211 w 550059"/>
              <a:gd name="connsiteY736" fmla="*/ 485459 h 736847"/>
              <a:gd name="connsiteX737" fmla="*/ 152854 w 550059"/>
              <a:gd name="connsiteY737" fmla="*/ 493418 h 736847"/>
              <a:gd name="connsiteX738" fmla="*/ 161770 w 550059"/>
              <a:gd name="connsiteY738" fmla="*/ 493418 h 736847"/>
              <a:gd name="connsiteX739" fmla="*/ 166044 w 550059"/>
              <a:gd name="connsiteY739" fmla="*/ 485459 h 736847"/>
              <a:gd name="connsiteX740" fmla="*/ 149685 w 550059"/>
              <a:gd name="connsiteY740" fmla="*/ 475732 h 736847"/>
              <a:gd name="connsiteX741" fmla="*/ 131852 w 550059"/>
              <a:gd name="connsiteY741" fmla="*/ 475732 h 736847"/>
              <a:gd name="connsiteX742" fmla="*/ 136495 w 550059"/>
              <a:gd name="connsiteY742" fmla="*/ 483764 h 736847"/>
              <a:gd name="connsiteX743" fmla="*/ 145411 w 550059"/>
              <a:gd name="connsiteY743" fmla="*/ 483764 h 736847"/>
              <a:gd name="connsiteX744" fmla="*/ 149685 w 550059"/>
              <a:gd name="connsiteY744" fmla="*/ 475732 h 736847"/>
              <a:gd name="connsiteX745" fmla="*/ 117631 w 550059"/>
              <a:gd name="connsiteY745" fmla="*/ 475732 h 736847"/>
              <a:gd name="connsiteX746" fmla="*/ 99945 w 550059"/>
              <a:gd name="connsiteY746" fmla="*/ 475732 h 736847"/>
              <a:gd name="connsiteX747" fmla="*/ 104440 w 550059"/>
              <a:gd name="connsiteY747" fmla="*/ 483764 h 736847"/>
              <a:gd name="connsiteX748" fmla="*/ 113283 w 550059"/>
              <a:gd name="connsiteY748" fmla="*/ 483764 h 736847"/>
              <a:gd name="connsiteX749" fmla="*/ 117631 w 550059"/>
              <a:gd name="connsiteY749" fmla="*/ 475732 h 736847"/>
              <a:gd name="connsiteX750" fmla="*/ 88597 w 550059"/>
              <a:gd name="connsiteY750" fmla="*/ 477427 h 736847"/>
              <a:gd name="connsiteX751" fmla="*/ 84323 w 550059"/>
              <a:gd name="connsiteY751" fmla="*/ 485386 h 736847"/>
              <a:gd name="connsiteX752" fmla="*/ 88745 w 550059"/>
              <a:gd name="connsiteY752" fmla="*/ 493418 h 736847"/>
              <a:gd name="connsiteX753" fmla="*/ 97514 w 550059"/>
              <a:gd name="connsiteY753" fmla="*/ 493418 h 736847"/>
              <a:gd name="connsiteX754" fmla="*/ 101861 w 550059"/>
              <a:gd name="connsiteY754" fmla="*/ 485459 h 736847"/>
              <a:gd name="connsiteX755" fmla="*/ 97366 w 550059"/>
              <a:gd name="connsiteY755" fmla="*/ 477427 h 736847"/>
              <a:gd name="connsiteX756" fmla="*/ 88597 w 550059"/>
              <a:gd name="connsiteY756" fmla="*/ 477427 h 736847"/>
              <a:gd name="connsiteX757" fmla="*/ 81597 w 550059"/>
              <a:gd name="connsiteY757" fmla="*/ 487080 h 736847"/>
              <a:gd name="connsiteX758" fmla="*/ 72902 w 550059"/>
              <a:gd name="connsiteY758" fmla="*/ 487080 h 736847"/>
              <a:gd name="connsiteX759" fmla="*/ 68480 w 550059"/>
              <a:gd name="connsiteY759" fmla="*/ 495039 h 736847"/>
              <a:gd name="connsiteX760" fmla="*/ 72828 w 550059"/>
              <a:gd name="connsiteY760" fmla="*/ 503071 h 736847"/>
              <a:gd name="connsiteX761" fmla="*/ 81597 w 550059"/>
              <a:gd name="connsiteY761" fmla="*/ 503071 h 736847"/>
              <a:gd name="connsiteX762" fmla="*/ 86018 w 550059"/>
              <a:gd name="connsiteY762" fmla="*/ 495112 h 736847"/>
              <a:gd name="connsiteX763" fmla="*/ 81597 w 550059"/>
              <a:gd name="connsiteY763" fmla="*/ 487080 h 736847"/>
              <a:gd name="connsiteX764" fmla="*/ 70396 w 550059"/>
              <a:gd name="connsiteY764" fmla="*/ 485386 h 736847"/>
              <a:gd name="connsiteX765" fmla="*/ 66122 w 550059"/>
              <a:gd name="connsiteY765" fmla="*/ 477353 h 736847"/>
              <a:gd name="connsiteX766" fmla="*/ 57501 w 550059"/>
              <a:gd name="connsiteY766" fmla="*/ 477353 h 736847"/>
              <a:gd name="connsiteX767" fmla="*/ 53080 w 550059"/>
              <a:gd name="connsiteY767" fmla="*/ 485312 h 736847"/>
              <a:gd name="connsiteX768" fmla="*/ 57280 w 550059"/>
              <a:gd name="connsiteY768" fmla="*/ 493344 h 736847"/>
              <a:gd name="connsiteX769" fmla="*/ 65975 w 550059"/>
              <a:gd name="connsiteY769" fmla="*/ 493344 h 736847"/>
              <a:gd name="connsiteX770" fmla="*/ 70396 w 550059"/>
              <a:gd name="connsiteY770" fmla="*/ 485386 h 736847"/>
              <a:gd name="connsiteX771" fmla="*/ 57132 w 550059"/>
              <a:gd name="connsiteY771" fmla="*/ 496660 h 736847"/>
              <a:gd name="connsiteX772" fmla="*/ 52564 w 550059"/>
              <a:gd name="connsiteY772" fmla="*/ 504618 h 736847"/>
              <a:gd name="connsiteX773" fmla="*/ 56690 w 550059"/>
              <a:gd name="connsiteY773" fmla="*/ 512650 h 736847"/>
              <a:gd name="connsiteX774" fmla="*/ 65533 w 550059"/>
              <a:gd name="connsiteY774" fmla="*/ 512650 h 736847"/>
              <a:gd name="connsiteX775" fmla="*/ 70102 w 550059"/>
              <a:gd name="connsiteY775" fmla="*/ 504692 h 736847"/>
              <a:gd name="connsiteX776" fmla="*/ 65828 w 550059"/>
              <a:gd name="connsiteY776" fmla="*/ 496660 h 736847"/>
              <a:gd name="connsiteX777" fmla="*/ 57132 w 550059"/>
              <a:gd name="connsiteY777" fmla="*/ 496660 h 736847"/>
              <a:gd name="connsiteX778" fmla="*/ 64796 w 550059"/>
              <a:gd name="connsiteY778" fmla="*/ 531957 h 736847"/>
              <a:gd name="connsiteX779" fmla="*/ 69659 w 550059"/>
              <a:gd name="connsiteY779" fmla="*/ 523998 h 736847"/>
              <a:gd name="connsiteX780" fmla="*/ 65459 w 550059"/>
              <a:gd name="connsiteY780" fmla="*/ 516040 h 736847"/>
              <a:gd name="connsiteX781" fmla="*/ 56690 w 550059"/>
              <a:gd name="connsiteY781" fmla="*/ 516040 h 736847"/>
              <a:gd name="connsiteX782" fmla="*/ 55585 w 550059"/>
              <a:gd name="connsiteY782" fmla="*/ 517956 h 736847"/>
              <a:gd name="connsiteX783" fmla="*/ 62512 w 550059"/>
              <a:gd name="connsiteY783" fmla="*/ 532030 h 736847"/>
              <a:gd name="connsiteX784" fmla="*/ 64796 w 550059"/>
              <a:gd name="connsiteY784" fmla="*/ 531957 h 736847"/>
              <a:gd name="connsiteX785" fmla="*/ 88524 w 550059"/>
              <a:gd name="connsiteY785" fmla="*/ 531957 h 736847"/>
              <a:gd name="connsiteX786" fmla="*/ 97514 w 550059"/>
              <a:gd name="connsiteY786" fmla="*/ 531957 h 736847"/>
              <a:gd name="connsiteX787" fmla="*/ 102082 w 550059"/>
              <a:gd name="connsiteY787" fmla="*/ 523998 h 736847"/>
              <a:gd name="connsiteX788" fmla="*/ 97661 w 550059"/>
              <a:gd name="connsiteY788" fmla="*/ 516040 h 736847"/>
              <a:gd name="connsiteX789" fmla="*/ 88745 w 550059"/>
              <a:gd name="connsiteY789" fmla="*/ 516040 h 736847"/>
              <a:gd name="connsiteX790" fmla="*/ 84176 w 550059"/>
              <a:gd name="connsiteY790" fmla="*/ 523998 h 736847"/>
              <a:gd name="connsiteX791" fmla="*/ 88524 w 550059"/>
              <a:gd name="connsiteY791" fmla="*/ 531957 h 736847"/>
              <a:gd name="connsiteX792" fmla="*/ 100240 w 550059"/>
              <a:gd name="connsiteY792" fmla="*/ 533651 h 736847"/>
              <a:gd name="connsiteX793" fmla="*/ 104661 w 550059"/>
              <a:gd name="connsiteY793" fmla="*/ 541610 h 736847"/>
              <a:gd name="connsiteX794" fmla="*/ 113725 w 550059"/>
              <a:gd name="connsiteY794" fmla="*/ 541610 h 736847"/>
              <a:gd name="connsiteX795" fmla="*/ 118294 w 550059"/>
              <a:gd name="connsiteY795" fmla="*/ 533651 h 736847"/>
              <a:gd name="connsiteX796" fmla="*/ 113799 w 550059"/>
              <a:gd name="connsiteY796" fmla="*/ 525693 h 736847"/>
              <a:gd name="connsiteX797" fmla="*/ 104882 w 550059"/>
              <a:gd name="connsiteY797" fmla="*/ 525693 h 736847"/>
              <a:gd name="connsiteX798" fmla="*/ 100240 w 550059"/>
              <a:gd name="connsiteY798" fmla="*/ 533651 h 736847"/>
              <a:gd name="connsiteX799" fmla="*/ 167002 w 550059"/>
              <a:gd name="connsiteY799" fmla="*/ 543378 h 736847"/>
              <a:gd name="connsiteX800" fmla="*/ 162359 w 550059"/>
              <a:gd name="connsiteY800" fmla="*/ 535346 h 736847"/>
              <a:gd name="connsiteX801" fmla="*/ 153369 w 550059"/>
              <a:gd name="connsiteY801" fmla="*/ 535346 h 736847"/>
              <a:gd name="connsiteX802" fmla="*/ 148948 w 550059"/>
              <a:gd name="connsiteY802" fmla="*/ 543378 h 736847"/>
              <a:gd name="connsiteX803" fmla="*/ 167002 w 550059"/>
              <a:gd name="connsiteY803" fmla="*/ 543378 h 736847"/>
              <a:gd name="connsiteX804" fmla="*/ 134505 w 550059"/>
              <a:gd name="connsiteY804" fmla="*/ 543305 h 736847"/>
              <a:gd name="connsiteX805" fmla="*/ 129936 w 550059"/>
              <a:gd name="connsiteY805" fmla="*/ 535273 h 736847"/>
              <a:gd name="connsiteX806" fmla="*/ 120946 w 550059"/>
              <a:gd name="connsiteY806" fmla="*/ 535273 h 736847"/>
              <a:gd name="connsiteX807" fmla="*/ 116378 w 550059"/>
              <a:gd name="connsiteY807" fmla="*/ 543305 h 736847"/>
              <a:gd name="connsiteX808" fmla="*/ 134505 w 550059"/>
              <a:gd name="connsiteY808" fmla="*/ 543305 h 736847"/>
              <a:gd name="connsiteX809" fmla="*/ 160738 w 550059"/>
              <a:gd name="connsiteY809" fmla="*/ 627088 h 736847"/>
              <a:gd name="connsiteX810" fmla="*/ 165749 w 550059"/>
              <a:gd name="connsiteY810" fmla="*/ 635784 h 736847"/>
              <a:gd name="connsiteX811" fmla="*/ 175034 w 550059"/>
              <a:gd name="connsiteY811" fmla="*/ 635784 h 736847"/>
              <a:gd name="connsiteX812" fmla="*/ 179897 w 550059"/>
              <a:gd name="connsiteY812" fmla="*/ 627088 h 736847"/>
              <a:gd name="connsiteX813" fmla="*/ 160738 w 550059"/>
              <a:gd name="connsiteY813" fmla="*/ 627088 h 736847"/>
              <a:gd name="connsiteX814" fmla="*/ 148874 w 550059"/>
              <a:gd name="connsiteY814" fmla="*/ 629299 h 736847"/>
              <a:gd name="connsiteX815" fmla="*/ 144306 w 550059"/>
              <a:gd name="connsiteY815" fmla="*/ 637478 h 736847"/>
              <a:gd name="connsiteX816" fmla="*/ 149022 w 550059"/>
              <a:gd name="connsiteY816" fmla="*/ 645658 h 736847"/>
              <a:gd name="connsiteX817" fmla="*/ 158306 w 550059"/>
              <a:gd name="connsiteY817" fmla="*/ 645658 h 736847"/>
              <a:gd name="connsiteX818" fmla="*/ 162875 w 550059"/>
              <a:gd name="connsiteY818" fmla="*/ 637478 h 736847"/>
              <a:gd name="connsiteX819" fmla="*/ 158159 w 550059"/>
              <a:gd name="connsiteY819" fmla="*/ 629299 h 736847"/>
              <a:gd name="connsiteX820" fmla="*/ 148874 w 550059"/>
              <a:gd name="connsiteY820" fmla="*/ 629299 h 736847"/>
              <a:gd name="connsiteX821" fmla="*/ 162138 w 550059"/>
              <a:gd name="connsiteY821" fmla="*/ 658627 h 736847"/>
              <a:gd name="connsiteX822" fmla="*/ 162949 w 550059"/>
              <a:gd name="connsiteY822" fmla="*/ 657153 h 736847"/>
              <a:gd name="connsiteX823" fmla="*/ 158233 w 550059"/>
              <a:gd name="connsiteY823" fmla="*/ 648974 h 736847"/>
              <a:gd name="connsiteX824" fmla="*/ 151232 w 550059"/>
              <a:gd name="connsiteY824" fmla="*/ 648974 h 736847"/>
              <a:gd name="connsiteX825" fmla="*/ 162138 w 550059"/>
              <a:gd name="connsiteY825" fmla="*/ 658627 h 736847"/>
              <a:gd name="connsiteX826" fmla="*/ 179750 w 550059"/>
              <a:gd name="connsiteY826" fmla="*/ 667027 h 736847"/>
              <a:gd name="connsiteX827" fmla="*/ 175034 w 550059"/>
              <a:gd name="connsiteY827" fmla="*/ 658848 h 736847"/>
              <a:gd name="connsiteX828" fmla="*/ 165749 w 550059"/>
              <a:gd name="connsiteY828" fmla="*/ 658848 h 736847"/>
              <a:gd name="connsiteX829" fmla="*/ 164644 w 550059"/>
              <a:gd name="connsiteY829" fmla="*/ 660838 h 736847"/>
              <a:gd name="connsiteX830" fmla="*/ 177392 w 550059"/>
              <a:gd name="connsiteY830" fmla="*/ 671154 h 736847"/>
              <a:gd name="connsiteX831" fmla="*/ 179750 w 550059"/>
              <a:gd name="connsiteY831" fmla="*/ 667027 h 736847"/>
              <a:gd name="connsiteX832" fmla="*/ 193235 w 550059"/>
              <a:gd name="connsiteY832" fmla="*/ 682870 h 736847"/>
              <a:gd name="connsiteX833" fmla="*/ 196624 w 550059"/>
              <a:gd name="connsiteY833" fmla="*/ 676902 h 736847"/>
              <a:gd name="connsiteX834" fmla="*/ 191982 w 550059"/>
              <a:gd name="connsiteY834" fmla="*/ 668722 h 736847"/>
              <a:gd name="connsiteX835" fmla="*/ 182697 w 550059"/>
              <a:gd name="connsiteY835" fmla="*/ 668722 h 736847"/>
              <a:gd name="connsiteX836" fmla="*/ 180118 w 550059"/>
              <a:gd name="connsiteY836" fmla="*/ 673217 h 736847"/>
              <a:gd name="connsiteX837" fmla="*/ 193235 w 550059"/>
              <a:gd name="connsiteY837" fmla="*/ 682870 h 736847"/>
              <a:gd name="connsiteX838" fmla="*/ 195961 w 550059"/>
              <a:gd name="connsiteY838" fmla="*/ 684786 h 736847"/>
              <a:gd name="connsiteX839" fmla="*/ 209520 w 550059"/>
              <a:gd name="connsiteY839" fmla="*/ 693703 h 736847"/>
              <a:gd name="connsiteX840" fmla="*/ 213425 w 550059"/>
              <a:gd name="connsiteY840" fmla="*/ 686776 h 736847"/>
              <a:gd name="connsiteX841" fmla="*/ 208783 w 550059"/>
              <a:gd name="connsiteY841" fmla="*/ 678597 h 736847"/>
              <a:gd name="connsiteX842" fmla="*/ 199498 w 550059"/>
              <a:gd name="connsiteY842" fmla="*/ 678597 h 736847"/>
              <a:gd name="connsiteX843" fmla="*/ 195961 w 550059"/>
              <a:gd name="connsiteY843" fmla="*/ 684786 h 736847"/>
              <a:gd name="connsiteX844" fmla="*/ 212320 w 550059"/>
              <a:gd name="connsiteY844" fmla="*/ 695397 h 736847"/>
              <a:gd name="connsiteX845" fmla="*/ 226247 w 550059"/>
              <a:gd name="connsiteY845" fmla="*/ 703577 h 736847"/>
              <a:gd name="connsiteX846" fmla="*/ 230226 w 550059"/>
              <a:gd name="connsiteY846" fmla="*/ 696576 h 736847"/>
              <a:gd name="connsiteX847" fmla="*/ 225584 w 550059"/>
              <a:gd name="connsiteY847" fmla="*/ 688397 h 736847"/>
              <a:gd name="connsiteX848" fmla="*/ 216299 w 550059"/>
              <a:gd name="connsiteY848" fmla="*/ 688397 h 736847"/>
              <a:gd name="connsiteX849" fmla="*/ 212320 w 550059"/>
              <a:gd name="connsiteY849" fmla="*/ 695397 h 736847"/>
              <a:gd name="connsiteX850" fmla="*/ 229195 w 550059"/>
              <a:gd name="connsiteY850" fmla="*/ 705198 h 736847"/>
              <a:gd name="connsiteX851" fmla="*/ 243490 w 550059"/>
              <a:gd name="connsiteY851" fmla="*/ 712714 h 736847"/>
              <a:gd name="connsiteX852" fmla="*/ 247027 w 550059"/>
              <a:gd name="connsiteY852" fmla="*/ 706451 h 736847"/>
              <a:gd name="connsiteX853" fmla="*/ 242385 w 550059"/>
              <a:gd name="connsiteY853" fmla="*/ 698271 h 736847"/>
              <a:gd name="connsiteX854" fmla="*/ 233100 w 550059"/>
              <a:gd name="connsiteY854" fmla="*/ 698271 h 736847"/>
              <a:gd name="connsiteX855" fmla="*/ 229195 w 550059"/>
              <a:gd name="connsiteY855" fmla="*/ 705198 h 736847"/>
              <a:gd name="connsiteX856" fmla="*/ 246511 w 550059"/>
              <a:gd name="connsiteY856" fmla="*/ 714188 h 736847"/>
              <a:gd name="connsiteX857" fmla="*/ 261249 w 550059"/>
              <a:gd name="connsiteY857" fmla="*/ 720967 h 736847"/>
              <a:gd name="connsiteX858" fmla="*/ 263902 w 550059"/>
              <a:gd name="connsiteY858" fmla="*/ 716325 h 736847"/>
              <a:gd name="connsiteX859" fmla="*/ 259260 w 550059"/>
              <a:gd name="connsiteY859" fmla="*/ 708146 h 736847"/>
              <a:gd name="connsiteX860" fmla="*/ 249975 w 550059"/>
              <a:gd name="connsiteY860" fmla="*/ 708146 h 736847"/>
              <a:gd name="connsiteX861" fmla="*/ 246511 w 550059"/>
              <a:gd name="connsiteY861" fmla="*/ 714188 h 736847"/>
              <a:gd name="connsiteX862" fmla="*/ 263755 w 550059"/>
              <a:gd name="connsiteY862" fmla="*/ 696576 h 736847"/>
              <a:gd name="connsiteX863" fmla="*/ 259112 w 550059"/>
              <a:gd name="connsiteY863" fmla="*/ 688397 h 736847"/>
              <a:gd name="connsiteX864" fmla="*/ 249827 w 550059"/>
              <a:gd name="connsiteY864" fmla="*/ 688397 h 736847"/>
              <a:gd name="connsiteX865" fmla="*/ 245259 w 550059"/>
              <a:gd name="connsiteY865" fmla="*/ 696576 h 736847"/>
              <a:gd name="connsiteX866" fmla="*/ 249901 w 550059"/>
              <a:gd name="connsiteY866" fmla="*/ 704756 h 736847"/>
              <a:gd name="connsiteX867" fmla="*/ 259186 w 550059"/>
              <a:gd name="connsiteY867" fmla="*/ 704756 h 736847"/>
              <a:gd name="connsiteX868" fmla="*/ 263755 w 550059"/>
              <a:gd name="connsiteY868" fmla="*/ 696576 h 736847"/>
              <a:gd name="connsiteX869" fmla="*/ 263681 w 550059"/>
              <a:gd name="connsiteY869" fmla="*/ 676902 h 736847"/>
              <a:gd name="connsiteX870" fmla="*/ 259038 w 550059"/>
              <a:gd name="connsiteY870" fmla="*/ 668722 h 736847"/>
              <a:gd name="connsiteX871" fmla="*/ 249754 w 550059"/>
              <a:gd name="connsiteY871" fmla="*/ 668722 h 736847"/>
              <a:gd name="connsiteX872" fmla="*/ 245185 w 550059"/>
              <a:gd name="connsiteY872" fmla="*/ 676902 h 736847"/>
              <a:gd name="connsiteX873" fmla="*/ 249827 w 550059"/>
              <a:gd name="connsiteY873" fmla="*/ 685081 h 736847"/>
              <a:gd name="connsiteX874" fmla="*/ 259112 w 550059"/>
              <a:gd name="connsiteY874" fmla="*/ 685081 h 736847"/>
              <a:gd name="connsiteX875" fmla="*/ 263681 w 550059"/>
              <a:gd name="connsiteY875" fmla="*/ 676902 h 736847"/>
              <a:gd name="connsiteX876" fmla="*/ 263533 w 550059"/>
              <a:gd name="connsiteY876" fmla="*/ 657227 h 736847"/>
              <a:gd name="connsiteX877" fmla="*/ 258891 w 550059"/>
              <a:gd name="connsiteY877" fmla="*/ 649047 h 736847"/>
              <a:gd name="connsiteX878" fmla="*/ 249606 w 550059"/>
              <a:gd name="connsiteY878" fmla="*/ 649047 h 736847"/>
              <a:gd name="connsiteX879" fmla="*/ 245038 w 550059"/>
              <a:gd name="connsiteY879" fmla="*/ 657227 h 736847"/>
              <a:gd name="connsiteX880" fmla="*/ 249680 w 550059"/>
              <a:gd name="connsiteY880" fmla="*/ 665406 h 736847"/>
              <a:gd name="connsiteX881" fmla="*/ 258965 w 550059"/>
              <a:gd name="connsiteY881" fmla="*/ 665406 h 736847"/>
              <a:gd name="connsiteX882" fmla="*/ 263533 w 550059"/>
              <a:gd name="connsiteY882" fmla="*/ 657227 h 736847"/>
              <a:gd name="connsiteX883" fmla="*/ 263460 w 550059"/>
              <a:gd name="connsiteY883" fmla="*/ 637478 h 736847"/>
              <a:gd name="connsiteX884" fmla="*/ 258744 w 550059"/>
              <a:gd name="connsiteY884" fmla="*/ 629299 h 736847"/>
              <a:gd name="connsiteX885" fmla="*/ 249459 w 550059"/>
              <a:gd name="connsiteY885" fmla="*/ 629299 h 736847"/>
              <a:gd name="connsiteX886" fmla="*/ 244890 w 550059"/>
              <a:gd name="connsiteY886" fmla="*/ 637478 h 736847"/>
              <a:gd name="connsiteX887" fmla="*/ 249606 w 550059"/>
              <a:gd name="connsiteY887" fmla="*/ 645658 h 736847"/>
              <a:gd name="connsiteX888" fmla="*/ 258891 w 550059"/>
              <a:gd name="connsiteY888" fmla="*/ 645658 h 736847"/>
              <a:gd name="connsiteX889" fmla="*/ 263460 w 550059"/>
              <a:gd name="connsiteY889" fmla="*/ 637478 h 736847"/>
              <a:gd name="connsiteX890" fmla="*/ 227795 w 550059"/>
              <a:gd name="connsiteY890" fmla="*/ 627088 h 736847"/>
              <a:gd name="connsiteX891" fmla="*/ 232805 w 550059"/>
              <a:gd name="connsiteY891" fmla="*/ 635784 h 736847"/>
              <a:gd name="connsiteX892" fmla="*/ 242090 w 550059"/>
              <a:gd name="connsiteY892" fmla="*/ 635784 h 736847"/>
              <a:gd name="connsiteX893" fmla="*/ 246954 w 550059"/>
              <a:gd name="connsiteY893" fmla="*/ 627088 h 736847"/>
              <a:gd name="connsiteX894" fmla="*/ 227795 w 550059"/>
              <a:gd name="connsiteY894" fmla="*/ 627088 h 736847"/>
              <a:gd name="connsiteX895" fmla="*/ 263828 w 550059"/>
              <a:gd name="connsiteY895" fmla="*/ 543378 h 736847"/>
              <a:gd name="connsiteX896" fmla="*/ 259333 w 550059"/>
              <a:gd name="connsiteY896" fmla="*/ 535346 h 736847"/>
              <a:gd name="connsiteX897" fmla="*/ 250417 w 550059"/>
              <a:gd name="connsiteY897" fmla="*/ 535346 h 736847"/>
              <a:gd name="connsiteX898" fmla="*/ 245996 w 550059"/>
              <a:gd name="connsiteY898" fmla="*/ 543378 h 736847"/>
              <a:gd name="connsiteX899" fmla="*/ 263828 w 550059"/>
              <a:gd name="connsiteY899" fmla="*/ 543378 h 736847"/>
              <a:gd name="connsiteX900" fmla="*/ 263755 w 550059"/>
              <a:gd name="connsiteY900" fmla="*/ 524072 h 736847"/>
              <a:gd name="connsiteX901" fmla="*/ 259260 w 550059"/>
              <a:gd name="connsiteY901" fmla="*/ 516114 h 736847"/>
              <a:gd name="connsiteX902" fmla="*/ 250270 w 550059"/>
              <a:gd name="connsiteY902" fmla="*/ 516114 h 736847"/>
              <a:gd name="connsiteX903" fmla="*/ 245848 w 550059"/>
              <a:gd name="connsiteY903" fmla="*/ 524072 h 736847"/>
              <a:gd name="connsiteX904" fmla="*/ 250343 w 550059"/>
              <a:gd name="connsiteY904" fmla="*/ 532030 h 736847"/>
              <a:gd name="connsiteX905" fmla="*/ 259260 w 550059"/>
              <a:gd name="connsiteY905" fmla="*/ 532030 h 736847"/>
              <a:gd name="connsiteX906" fmla="*/ 263755 w 550059"/>
              <a:gd name="connsiteY906" fmla="*/ 524072 h 736847"/>
              <a:gd name="connsiteX907" fmla="*/ 247469 w 550059"/>
              <a:gd name="connsiteY907" fmla="*/ 501597 h 736847"/>
              <a:gd name="connsiteX908" fmla="*/ 245701 w 550059"/>
              <a:gd name="connsiteY908" fmla="*/ 504766 h 736847"/>
              <a:gd name="connsiteX909" fmla="*/ 250270 w 550059"/>
              <a:gd name="connsiteY909" fmla="*/ 512724 h 736847"/>
              <a:gd name="connsiteX910" fmla="*/ 259260 w 550059"/>
              <a:gd name="connsiteY910" fmla="*/ 512724 h 736847"/>
              <a:gd name="connsiteX911" fmla="*/ 263755 w 550059"/>
              <a:gd name="connsiteY911" fmla="*/ 504618 h 736847"/>
              <a:gd name="connsiteX912" fmla="*/ 247469 w 550059"/>
              <a:gd name="connsiteY912" fmla="*/ 501597 h 736847"/>
              <a:gd name="connsiteX913" fmla="*/ 244301 w 550059"/>
              <a:gd name="connsiteY913" fmla="*/ 500713 h 736847"/>
              <a:gd name="connsiteX914" fmla="*/ 229563 w 550059"/>
              <a:gd name="connsiteY914" fmla="*/ 494891 h 736847"/>
              <a:gd name="connsiteX915" fmla="*/ 229416 w 550059"/>
              <a:gd name="connsiteY915" fmla="*/ 495186 h 736847"/>
              <a:gd name="connsiteX916" fmla="*/ 233984 w 550059"/>
              <a:gd name="connsiteY916" fmla="*/ 503144 h 736847"/>
              <a:gd name="connsiteX917" fmla="*/ 242974 w 550059"/>
              <a:gd name="connsiteY917" fmla="*/ 503144 h 736847"/>
              <a:gd name="connsiteX918" fmla="*/ 244301 w 550059"/>
              <a:gd name="connsiteY918" fmla="*/ 500713 h 736847"/>
              <a:gd name="connsiteX919" fmla="*/ 226616 w 550059"/>
              <a:gd name="connsiteY919" fmla="*/ 493418 h 736847"/>
              <a:gd name="connsiteX920" fmla="*/ 213278 w 550059"/>
              <a:gd name="connsiteY920" fmla="*/ 485017 h 736847"/>
              <a:gd name="connsiteX921" fmla="*/ 212983 w 550059"/>
              <a:gd name="connsiteY921" fmla="*/ 485533 h 736847"/>
              <a:gd name="connsiteX922" fmla="*/ 217626 w 550059"/>
              <a:gd name="connsiteY922" fmla="*/ 493491 h 736847"/>
              <a:gd name="connsiteX923" fmla="*/ 226616 w 550059"/>
              <a:gd name="connsiteY923" fmla="*/ 493491 h 736847"/>
              <a:gd name="connsiteX924" fmla="*/ 226616 w 550059"/>
              <a:gd name="connsiteY924" fmla="*/ 493418 h 736847"/>
              <a:gd name="connsiteX925" fmla="*/ 210625 w 550059"/>
              <a:gd name="connsiteY925" fmla="*/ 483027 h 736847"/>
              <a:gd name="connsiteX926" fmla="*/ 202446 w 550059"/>
              <a:gd name="connsiteY926" fmla="*/ 475806 h 736847"/>
              <a:gd name="connsiteX927" fmla="*/ 196477 w 550059"/>
              <a:gd name="connsiteY927" fmla="*/ 475806 h 736847"/>
              <a:gd name="connsiteX928" fmla="*/ 201119 w 550059"/>
              <a:gd name="connsiteY928" fmla="*/ 483838 h 736847"/>
              <a:gd name="connsiteX929" fmla="*/ 210109 w 550059"/>
              <a:gd name="connsiteY929" fmla="*/ 483838 h 736847"/>
              <a:gd name="connsiteX930" fmla="*/ 210625 w 550059"/>
              <a:gd name="connsiteY930" fmla="*/ 483027 h 736847"/>
              <a:gd name="connsiteX931" fmla="*/ 182034 w 550059"/>
              <a:gd name="connsiteY931" fmla="*/ 475732 h 736847"/>
              <a:gd name="connsiteX932" fmla="*/ 164054 w 550059"/>
              <a:gd name="connsiteY932" fmla="*/ 475732 h 736847"/>
              <a:gd name="connsiteX933" fmla="*/ 168697 w 550059"/>
              <a:gd name="connsiteY933" fmla="*/ 483764 h 736847"/>
              <a:gd name="connsiteX934" fmla="*/ 177613 w 550059"/>
              <a:gd name="connsiteY934" fmla="*/ 483764 h 736847"/>
              <a:gd name="connsiteX935" fmla="*/ 182034 w 550059"/>
              <a:gd name="connsiteY935" fmla="*/ 475732 h 736847"/>
              <a:gd name="connsiteX936" fmla="*/ 73712 w 550059"/>
              <a:gd name="connsiteY936" fmla="*/ 360042 h 736847"/>
              <a:gd name="connsiteX937" fmla="*/ 170244 w 550059"/>
              <a:gd name="connsiteY937" fmla="*/ 336830 h 736847"/>
              <a:gd name="connsiteX938" fmla="*/ 170244 w 550059"/>
              <a:gd name="connsiteY938" fmla="*/ 334177 h 736847"/>
              <a:gd name="connsiteX939" fmla="*/ 71575 w 550059"/>
              <a:gd name="connsiteY939" fmla="*/ 358126 h 736847"/>
              <a:gd name="connsiteX940" fmla="*/ 70470 w 550059"/>
              <a:gd name="connsiteY940" fmla="*/ 360852 h 736847"/>
              <a:gd name="connsiteX941" fmla="*/ 68775 w 550059"/>
              <a:gd name="connsiteY941" fmla="*/ 367853 h 736847"/>
              <a:gd name="connsiteX942" fmla="*/ 61775 w 550059"/>
              <a:gd name="connsiteY942" fmla="*/ 366379 h 736847"/>
              <a:gd name="connsiteX943" fmla="*/ 58311 w 550059"/>
              <a:gd name="connsiteY943" fmla="*/ 365716 h 736847"/>
              <a:gd name="connsiteX944" fmla="*/ 50648 w 550059"/>
              <a:gd name="connsiteY944" fmla="*/ 364389 h 736847"/>
              <a:gd name="connsiteX945" fmla="*/ 53006 w 550059"/>
              <a:gd name="connsiteY945" fmla="*/ 357168 h 736847"/>
              <a:gd name="connsiteX946" fmla="*/ 54185 w 550059"/>
              <a:gd name="connsiteY946" fmla="*/ 353704 h 736847"/>
              <a:gd name="connsiteX947" fmla="*/ 56469 w 550059"/>
              <a:gd name="connsiteY947" fmla="*/ 348030 h 736847"/>
              <a:gd name="connsiteX948" fmla="*/ 63322 w 550059"/>
              <a:gd name="connsiteY948" fmla="*/ 349873 h 736847"/>
              <a:gd name="connsiteX949" fmla="*/ 66196 w 550059"/>
              <a:gd name="connsiteY949" fmla="*/ 350536 h 736847"/>
              <a:gd name="connsiteX950" fmla="*/ 71870 w 550059"/>
              <a:gd name="connsiteY950" fmla="*/ 348030 h 736847"/>
              <a:gd name="connsiteX951" fmla="*/ 78649 w 550059"/>
              <a:gd name="connsiteY951" fmla="*/ 337346 h 736847"/>
              <a:gd name="connsiteX952" fmla="*/ 84102 w 550059"/>
              <a:gd name="connsiteY952" fmla="*/ 317671 h 736847"/>
              <a:gd name="connsiteX953" fmla="*/ 86387 w 550059"/>
              <a:gd name="connsiteY953" fmla="*/ 316123 h 736847"/>
              <a:gd name="connsiteX954" fmla="*/ 86092 w 550059"/>
              <a:gd name="connsiteY954" fmla="*/ 318997 h 736847"/>
              <a:gd name="connsiteX955" fmla="*/ 84471 w 550059"/>
              <a:gd name="connsiteY955" fmla="*/ 338967 h 736847"/>
              <a:gd name="connsiteX956" fmla="*/ 89260 w 550059"/>
              <a:gd name="connsiteY956" fmla="*/ 341546 h 736847"/>
              <a:gd name="connsiteX957" fmla="*/ 97219 w 550059"/>
              <a:gd name="connsiteY957" fmla="*/ 338819 h 736847"/>
              <a:gd name="connsiteX958" fmla="*/ 106946 w 550059"/>
              <a:gd name="connsiteY958" fmla="*/ 326145 h 736847"/>
              <a:gd name="connsiteX959" fmla="*/ 112325 w 550059"/>
              <a:gd name="connsiteY959" fmla="*/ 311039 h 736847"/>
              <a:gd name="connsiteX960" fmla="*/ 123305 w 550059"/>
              <a:gd name="connsiteY960" fmla="*/ 300575 h 736847"/>
              <a:gd name="connsiteX961" fmla="*/ 126547 w 550059"/>
              <a:gd name="connsiteY961" fmla="*/ 300428 h 736847"/>
              <a:gd name="connsiteX962" fmla="*/ 124484 w 550059"/>
              <a:gd name="connsiteY962" fmla="*/ 302565 h 736847"/>
              <a:gd name="connsiteX963" fmla="*/ 113430 w 550059"/>
              <a:gd name="connsiteY963" fmla="*/ 329977 h 736847"/>
              <a:gd name="connsiteX964" fmla="*/ 117704 w 550059"/>
              <a:gd name="connsiteY964" fmla="*/ 333293 h 736847"/>
              <a:gd name="connsiteX965" fmla="*/ 126326 w 550059"/>
              <a:gd name="connsiteY965" fmla="*/ 331377 h 736847"/>
              <a:gd name="connsiteX966" fmla="*/ 133179 w 550059"/>
              <a:gd name="connsiteY966" fmla="*/ 328577 h 736847"/>
              <a:gd name="connsiteX967" fmla="*/ 136347 w 550059"/>
              <a:gd name="connsiteY967" fmla="*/ 325040 h 736847"/>
              <a:gd name="connsiteX968" fmla="*/ 138484 w 550059"/>
              <a:gd name="connsiteY968" fmla="*/ 319808 h 736847"/>
              <a:gd name="connsiteX969" fmla="*/ 156391 w 550059"/>
              <a:gd name="connsiteY969" fmla="*/ 300649 h 736847"/>
              <a:gd name="connsiteX970" fmla="*/ 159043 w 550059"/>
              <a:gd name="connsiteY970" fmla="*/ 300943 h 736847"/>
              <a:gd name="connsiteX971" fmla="*/ 157201 w 550059"/>
              <a:gd name="connsiteY971" fmla="*/ 302491 h 736847"/>
              <a:gd name="connsiteX972" fmla="*/ 143127 w 550059"/>
              <a:gd name="connsiteY972" fmla="*/ 324671 h 736847"/>
              <a:gd name="connsiteX973" fmla="*/ 147106 w 550059"/>
              <a:gd name="connsiteY973" fmla="*/ 328356 h 736847"/>
              <a:gd name="connsiteX974" fmla="*/ 156096 w 550059"/>
              <a:gd name="connsiteY974" fmla="*/ 327913 h 736847"/>
              <a:gd name="connsiteX975" fmla="*/ 164791 w 550059"/>
              <a:gd name="connsiteY975" fmla="*/ 327103 h 736847"/>
              <a:gd name="connsiteX976" fmla="*/ 170244 w 550059"/>
              <a:gd name="connsiteY976" fmla="*/ 324597 h 736847"/>
              <a:gd name="connsiteX977" fmla="*/ 170244 w 550059"/>
              <a:gd name="connsiteY977" fmla="*/ 321650 h 736847"/>
              <a:gd name="connsiteX978" fmla="*/ 156022 w 550059"/>
              <a:gd name="connsiteY978" fmla="*/ 325261 h 736847"/>
              <a:gd name="connsiteX979" fmla="*/ 147327 w 550059"/>
              <a:gd name="connsiteY979" fmla="*/ 325703 h 736847"/>
              <a:gd name="connsiteX980" fmla="*/ 145779 w 550059"/>
              <a:gd name="connsiteY980" fmla="*/ 324229 h 736847"/>
              <a:gd name="connsiteX981" fmla="*/ 158012 w 550059"/>
              <a:gd name="connsiteY981" fmla="*/ 304259 h 736847"/>
              <a:gd name="connsiteX982" fmla="*/ 161254 w 550059"/>
              <a:gd name="connsiteY982" fmla="*/ 300059 h 736847"/>
              <a:gd name="connsiteX983" fmla="*/ 155801 w 550059"/>
              <a:gd name="connsiteY983" fmla="*/ 298733 h 736847"/>
              <a:gd name="connsiteX984" fmla="*/ 143421 w 550059"/>
              <a:gd name="connsiteY984" fmla="*/ 306028 h 736847"/>
              <a:gd name="connsiteX985" fmla="*/ 136053 w 550059"/>
              <a:gd name="connsiteY985" fmla="*/ 318850 h 736847"/>
              <a:gd name="connsiteX986" fmla="*/ 125663 w 550059"/>
              <a:gd name="connsiteY986" fmla="*/ 328798 h 736847"/>
              <a:gd name="connsiteX987" fmla="*/ 117704 w 550059"/>
              <a:gd name="connsiteY987" fmla="*/ 330566 h 736847"/>
              <a:gd name="connsiteX988" fmla="*/ 116009 w 550059"/>
              <a:gd name="connsiteY988" fmla="*/ 329240 h 736847"/>
              <a:gd name="connsiteX989" fmla="*/ 125589 w 550059"/>
              <a:gd name="connsiteY989" fmla="*/ 304112 h 736847"/>
              <a:gd name="connsiteX990" fmla="*/ 128905 w 550059"/>
              <a:gd name="connsiteY990" fmla="*/ 299322 h 736847"/>
              <a:gd name="connsiteX991" fmla="*/ 128905 w 550059"/>
              <a:gd name="connsiteY991" fmla="*/ 299322 h 736847"/>
              <a:gd name="connsiteX992" fmla="*/ 122347 w 550059"/>
              <a:gd name="connsiteY992" fmla="*/ 298880 h 736847"/>
              <a:gd name="connsiteX993" fmla="*/ 111293 w 550059"/>
              <a:gd name="connsiteY993" fmla="*/ 308165 h 736847"/>
              <a:gd name="connsiteX994" fmla="*/ 104440 w 550059"/>
              <a:gd name="connsiteY994" fmla="*/ 325555 h 736847"/>
              <a:gd name="connsiteX995" fmla="*/ 96335 w 550059"/>
              <a:gd name="connsiteY995" fmla="*/ 336314 h 736847"/>
              <a:gd name="connsiteX996" fmla="*/ 88892 w 550059"/>
              <a:gd name="connsiteY996" fmla="*/ 338893 h 736847"/>
              <a:gd name="connsiteX997" fmla="*/ 86976 w 550059"/>
              <a:gd name="connsiteY997" fmla="*/ 337861 h 736847"/>
              <a:gd name="connsiteX998" fmla="*/ 88008 w 550059"/>
              <a:gd name="connsiteY998" fmla="*/ 319881 h 736847"/>
              <a:gd name="connsiteX999" fmla="*/ 88818 w 550059"/>
              <a:gd name="connsiteY999" fmla="*/ 314944 h 736847"/>
              <a:gd name="connsiteX1000" fmla="*/ 82629 w 550059"/>
              <a:gd name="connsiteY1000" fmla="*/ 316271 h 736847"/>
              <a:gd name="connsiteX1001" fmla="*/ 76144 w 550059"/>
              <a:gd name="connsiteY1001" fmla="*/ 337272 h 736847"/>
              <a:gd name="connsiteX1002" fmla="*/ 70838 w 550059"/>
              <a:gd name="connsiteY1002" fmla="*/ 345672 h 736847"/>
              <a:gd name="connsiteX1003" fmla="*/ 65975 w 550059"/>
              <a:gd name="connsiteY1003" fmla="*/ 347883 h 736847"/>
              <a:gd name="connsiteX1004" fmla="*/ 64943 w 550059"/>
              <a:gd name="connsiteY1004" fmla="*/ 347662 h 736847"/>
              <a:gd name="connsiteX1005" fmla="*/ 51753 w 550059"/>
              <a:gd name="connsiteY1005" fmla="*/ 354441 h 736847"/>
              <a:gd name="connsiteX1006" fmla="*/ 51458 w 550059"/>
              <a:gd name="connsiteY1006" fmla="*/ 355252 h 736847"/>
              <a:gd name="connsiteX1007" fmla="*/ 48585 w 550059"/>
              <a:gd name="connsiteY1007" fmla="*/ 366010 h 736847"/>
              <a:gd name="connsiteX1008" fmla="*/ 59343 w 550059"/>
              <a:gd name="connsiteY1008" fmla="*/ 368368 h 736847"/>
              <a:gd name="connsiteX1009" fmla="*/ 60227 w 550059"/>
              <a:gd name="connsiteY1009" fmla="*/ 368516 h 736847"/>
              <a:gd name="connsiteX1010" fmla="*/ 71354 w 550059"/>
              <a:gd name="connsiteY1010" fmla="*/ 369547 h 736847"/>
              <a:gd name="connsiteX1011" fmla="*/ 73491 w 550059"/>
              <a:gd name="connsiteY1011" fmla="*/ 361073 h 736847"/>
              <a:gd name="connsiteX1012" fmla="*/ 73712 w 550059"/>
              <a:gd name="connsiteY1012" fmla="*/ 360042 h 736847"/>
              <a:gd name="connsiteX1013" fmla="*/ 68480 w 550059"/>
              <a:gd name="connsiteY1013" fmla="*/ 475732 h 736847"/>
              <a:gd name="connsiteX1014" fmla="*/ 72828 w 550059"/>
              <a:gd name="connsiteY1014" fmla="*/ 483764 h 736847"/>
              <a:gd name="connsiteX1015" fmla="*/ 81523 w 550059"/>
              <a:gd name="connsiteY1015" fmla="*/ 483764 h 736847"/>
              <a:gd name="connsiteX1016" fmla="*/ 85871 w 550059"/>
              <a:gd name="connsiteY1016" fmla="*/ 475732 h 736847"/>
              <a:gd name="connsiteX1017" fmla="*/ 68480 w 550059"/>
              <a:gd name="connsiteY1017" fmla="*/ 475732 h 736847"/>
              <a:gd name="connsiteX1018" fmla="*/ 49395 w 550059"/>
              <a:gd name="connsiteY1018" fmla="*/ 503955 h 736847"/>
              <a:gd name="connsiteX1019" fmla="*/ 54480 w 550059"/>
              <a:gd name="connsiteY1019" fmla="*/ 495039 h 736847"/>
              <a:gd name="connsiteX1020" fmla="*/ 50279 w 550059"/>
              <a:gd name="connsiteY1020" fmla="*/ 487007 h 736847"/>
              <a:gd name="connsiteX1021" fmla="*/ 42542 w 550059"/>
              <a:gd name="connsiteY1021" fmla="*/ 487007 h 736847"/>
              <a:gd name="connsiteX1022" fmla="*/ 49395 w 550059"/>
              <a:gd name="connsiteY1022" fmla="*/ 503955 h 736847"/>
              <a:gd name="connsiteX1023" fmla="*/ 50353 w 550059"/>
              <a:gd name="connsiteY1023" fmla="*/ 483764 h 736847"/>
              <a:gd name="connsiteX1024" fmla="*/ 54774 w 550059"/>
              <a:gd name="connsiteY1024" fmla="*/ 475732 h 736847"/>
              <a:gd name="connsiteX1025" fmla="*/ 38489 w 550059"/>
              <a:gd name="connsiteY1025" fmla="*/ 475732 h 736847"/>
              <a:gd name="connsiteX1026" fmla="*/ 41289 w 550059"/>
              <a:gd name="connsiteY1026" fmla="*/ 483764 h 736847"/>
              <a:gd name="connsiteX1027" fmla="*/ 50353 w 550059"/>
              <a:gd name="connsiteY1027" fmla="*/ 483764 h 736847"/>
              <a:gd name="connsiteX1028" fmla="*/ 101861 w 550059"/>
              <a:gd name="connsiteY1028" fmla="*/ 543305 h 736847"/>
              <a:gd name="connsiteX1029" fmla="*/ 97440 w 550059"/>
              <a:gd name="connsiteY1029" fmla="*/ 535273 h 736847"/>
              <a:gd name="connsiteX1030" fmla="*/ 88450 w 550059"/>
              <a:gd name="connsiteY1030" fmla="*/ 535273 h 736847"/>
              <a:gd name="connsiteX1031" fmla="*/ 83660 w 550059"/>
              <a:gd name="connsiteY1031" fmla="*/ 543305 h 736847"/>
              <a:gd name="connsiteX1032" fmla="*/ 101861 w 550059"/>
              <a:gd name="connsiteY1032" fmla="*/ 543305 h 736847"/>
              <a:gd name="connsiteX1033" fmla="*/ 141432 w 550059"/>
              <a:gd name="connsiteY1033" fmla="*/ 635784 h 736847"/>
              <a:gd name="connsiteX1034" fmla="*/ 146369 w 550059"/>
              <a:gd name="connsiteY1034" fmla="*/ 627088 h 736847"/>
              <a:gd name="connsiteX1035" fmla="*/ 129347 w 550059"/>
              <a:gd name="connsiteY1035" fmla="*/ 627088 h 736847"/>
              <a:gd name="connsiteX1036" fmla="*/ 137674 w 550059"/>
              <a:gd name="connsiteY1036" fmla="*/ 635784 h 736847"/>
              <a:gd name="connsiteX1037" fmla="*/ 141432 w 550059"/>
              <a:gd name="connsiteY1037" fmla="*/ 635784 h 736847"/>
              <a:gd name="connsiteX1038" fmla="*/ 270976 w 550059"/>
              <a:gd name="connsiteY1038" fmla="*/ 717946 h 736847"/>
              <a:gd name="connsiteX1039" fmla="*/ 266702 w 550059"/>
              <a:gd name="connsiteY1039" fmla="*/ 717946 h 736847"/>
              <a:gd name="connsiteX1040" fmla="*/ 264270 w 550059"/>
              <a:gd name="connsiteY1040" fmla="*/ 722220 h 736847"/>
              <a:gd name="connsiteX1041" fmla="*/ 270902 w 550059"/>
              <a:gd name="connsiteY1041" fmla="*/ 724947 h 736847"/>
              <a:gd name="connsiteX1042" fmla="*/ 270976 w 550059"/>
              <a:gd name="connsiteY1042" fmla="*/ 725020 h 736847"/>
              <a:gd name="connsiteX1043" fmla="*/ 270976 w 550059"/>
              <a:gd name="connsiteY1043" fmla="*/ 717946 h 736847"/>
              <a:gd name="connsiteX1044" fmla="*/ 270976 w 550059"/>
              <a:gd name="connsiteY1044" fmla="*/ 698271 h 736847"/>
              <a:gd name="connsiteX1045" fmla="*/ 266555 w 550059"/>
              <a:gd name="connsiteY1045" fmla="*/ 698271 h 736847"/>
              <a:gd name="connsiteX1046" fmla="*/ 261986 w 550059"/>
              <a:gd name="connsiteY1046" fmla="*/ 706451 h 736847"/>
              <a:gd name="connsiteX1047" fmla="*/ 266628 w 550059"/>
              <a:gd name="connsiteY1047" fmla="*/ 714630 h 736847"/>
              <a:gd name="connsiteX1048" fmla="*/ 270976 w 550059"/>
              <a:gd name="connsiteY1048" fmla="*/ 714630 h 736847"/>
              <a:gd name="connsiteX1049" fmla="*/ 270976 w 550059"/>
              <a:gd name="connsiteY1049" fmla="*/ 698271 h 736847"/>
              <a:gd name="connsiteX1050" fmla="*/ 270976 w 550059"/>
              <a:gd name="connsiteY1050" fmla="*/ 698271 h 736847"/>
              <a:gd name="connsiteX1051" fmla="*/ 270976 w 550059"/>
              <a:gd name="connsiteY1051" fmla="*/ 678597 h 736847"/>
              <a:gd name="connsiteX1052" fmla="*/ 266481 w 550059"/>
              <a:gd name="connsiteY1052" fmla="*/ 678597 h 736847"/>
              <a:gd name="connsiteX1053" fmla="*/ 261912 w 550059"/>
              <a:gd name="connsiteY1053" fmla="*/ 686776 h 736847"/>
              <a:gd name="connsiteX1054" fmla="*/ 266555 w 550059"/>
              <a:gd name="connsiteY1054" fmla="*/ 694955 h 736847"/>
              <a:gd name="connsiteX1055" fmla="*/ 270976 w 550059"/>
              <a:gd name="connsiteY1055" fmla="*/ 694955 h 736847"/>
              <a:gd name="connsiteX1056" fmla="*/ 270976 w 550059"/>
              <a:gd name="connsiteY1056" fmla="*/ 678597 h 736847"/>
              <a:gd name="connsiteX1057" fmla="*/ 270976 w 550059"/>
              <a:gd name="connsiteY1057" fmla="*/ 658848 h 736847"/>
              <a:gd name="connsiteX1058" fmla="*/ 266407 w 550059"/>
              <a:gd name="connsiteY1058" fmla="*/ 658848 h 736847"/>
              <a:gd name="connsiteX1059" fmla="*/ 261839 w 550059"/>
              <a:gd name="connsiteY1059" fmla="*/ 667027 h 736847"/>
              <a:gd name="connsiteX1060" fmla="*/ 266481 w 550059"/>
              <a:gd name="connsiteY1060" fmla="*/ 675207 h 736847"/>
              <a:gd name="connsiteX1061" fmla="*/ 270976 w 550059"/>
              <a:gd name="connsiteY1061" fmla="*/ 675207 h 736847"/>
              <a:gd name="connsiteX1062" fmla="*/ 270976 w 550059"/>
              <a:gd name="connsiteY1062" fmla="*/ 658848 h 736847"/>
              <a:gd name="connsiteX1063" fmla="*/ 270976 w 550059"/>
              <a:gd name="connsiteY1063" fmla="*/ 658848 h 736847"/>
              <a:gd name="connsiteX1064" fmla="*/ 270976 w 550059"/>
              <a:gd name="connsiteY1064" fmla="*/ 639173 h 736847"/>
              <a:gd name="connsiteX1065" fmla="*/ 266334 w 550059"/>
              <a:gd name="connsiteY1065" fmla="*/ 639173 h 736847"/>
              <a:gd name="connsiteX1066" fmla="*/ 261765 w 550059"/>
              <a:gd name="connsiteY1066" fmla="*/ 647353 h 736847"/>
              <a:gd name="connsiteX1067" fmla="*/ 266407 w 550059"/>
              <a:gd name="connsiteY1067" fmla="*/ 655532 h 736847"/>
              <a:gd name="connsiteX1068" fmla="*/ 270976 w 550059"/>
              <a:gd name="connsiteY1068" fmla="*/ 655532 h 736847"/>
              <a:gd name="connsiteX1069" fmla="*/ 270976 w 550059"/>
              <a:gd name="connsiteY1069" fmla="*/ 639173 h 736847"/>
              <a:gd name="connsiteX1070" fmla="*/ 270976 w 550059"/>
              <a:gd name="connsiteY1070" fmla="*/ 639173 h 736847"/>
              <a:gd name="connsiteX1071" fmla="*/ 270976 w 550059"/>
              <a:gd name="connsiteY1071" fmla="*/ 627088 h 736847"/>
              <a:gd name="connsiteX1072" fmla="*/ 261249 w 550059"/>
              <a:gd name="connsiteY1072" fmla="*/ 627088 h 736847"/>
              <a:gd name="connsiteX1073" fmla="*/ 266260 w 550059"/>
              <a:gd name="connsiteY1073" fmla="*/ 635784 h 736847"/>
              <a:gd name="connsiteX1074" fmla="*/ 270976 w 550059"/>
              <a:gd name="connsiteY1074" fmla="*/ 635784 h 736847"/>
              <a:gd name="connsiteX1075" fmla="*/ 270976 w 550059"/>
              <a:gd name="connsiteY1075" fmla="*/ 627088 h 736847"/>
              <a:gd name="connsiteX1076" fmla="*/ 270976 w 550059"/>
              <a:gd name="connsiteY1076" fmla="*/ 525693 h 736847"/>
              <a:gd name="connsiteX1077" fmla="*/ 266481 w 550059"/>
              <a:gd name="connsiteY1077" fmla="*/ 525693 h 736847"/>
              <a:gd name="connsiteX1078" fmla="*/ 262060 w 550059"/>
              <a:gd name="connsiteY1078" fmla="*/ 533651 h 736847"/>
              <a:gd name="connsiteX1079" fmla="*/ 266555 w 550059"/>
              <a:gd name="connsiteY1079" fmla="*/ 541610 h 736847"/>
              <a:gd name="connsiteX1080" fmla="*/ 270976 w 550059"/>
              <a:gd name="connsiteY1080" fmla="*/ 541610 h 736847"/>
              <a:gd name="connsiteX1081" fmla="*/ 270976 w 550059"/>
              <a:gd name="connsiteY1081" fmla="*/ 525693 h 736847"/>
              <a:gd name="connsiteX1082" fmla="*/ 270976 w 550059"/>
              <a:gd name="connsiteY1082" fmla="*/ 525693 h 736847"/>
              <a:gd name="connsiteX1083" fmla="*/ 270976 w 550059"/>
              <a:gd name="connsiteY1083" fmla="*/ 506460 h 736847"/>
              <a:gd name="connsiteX1084" fmla="*/ 266407 w 550059"/>
              <a:gd name="connsiteY1084" fmla="*/ 506460 h 736847"/>
              <a:gd name="connsiteX1085" fmla="*/ 261986 w 550059"/>
              <a:gd name="connsiteY1085" fmla="*/ 514419 h 736847"/>
              <a:gd name="connsiteX1086" fmla="*/ 266481 w 550059"/>
              <a:gd name="connsiteY1086" fmla="*/ 522377 h 736847"/>
              <a:gd name="connsiteX1087" fmla="*/ 270976 w 550059"/>
              <a:gd name="connsiteY1087" fmla="*/ 522377 h 736847"/>
              <a:gd name="connsiteX1088" fmla="*/ 270976 w 550059"/>
              <a:gd name="connsiteY1088" fmla="*/ 506460 h 736847"/>
              <a:gd name="connsiteX1089" fmla="*/ 270976 w 550059"/>
              <a:gd name="connsiteY1089" fmla="*/ 506460 h 736847"/>
              <a:gd name="connsiteX1090" fmla="*/ 275029 w 550059"/>
              <a:gd name="connsiteY1090" fmla="*/ 497986 h 736847"/>
              <a:gd name="connsiteX1091" fmla="*/ 342969 w 550059"/>
              <a:gd name="connsiteY1091" fmla="*/ 469543 h 736847"/>
              <a:gd name="connsiteX1092" fmla="*/ 370455 w 550059"/>
              <a:gd name="connsiteY1092" fmla="*/ 400791 h 736847"/>
              <a:gd name="connsiteX1093" fmla="*/ 371708 w 550059"/>
              <a:gd name="connsiteY1093" fmla="*/ 340735 h 736847"/>
              <a:gd name="connsiteX1094" fmla="*/ 371634 w 550059"/>
              <a:gd name="connsiteY1094" fmla="*/ 250909 h 736847"/>
              <a:gd name="connsiteX1095" fmla="*/ 178571 w 550059"/>
              <a:gd name="connsiteY1095" fmla="*/ 250909 h 736847"/>
              <a:gd name="connsiteX1096" fmla="*/ 178497 w 550059"/>
              <a:gd name="connsiteY1096" fmla="*/ 340735 h 736847"/>
              <a:gd name="connsiteX1097" fmla="*/ 179750 w 550059"/>
              <a:gd name="connsiteY1097" fmla="*/ 400791 h 736847"/>
              <a:gd name="connsiteX1098" fmla="*/ 207236 w 550059"/>
              <a:gd name="connsiteY1098" fmla="*/ 469543 h 736847"/>
              <a:gd name="connsiteX1099" fmla="*/ 275029 w 550059"/>
              <a:gd name="connsiteY1099" fmla="*/ 497986 h 736847"/>
              <a:gd name="connsiteX1100" fmla="*/ 418132 w 550059"/>
              <a:gd name="connsiteY1100" fmla="*/ 390180 h 736847"/>
              <a:gd name="connsiteX1101" fmla="*/ 422848 w 550059"/>
              <a:gd name="connsiteY1101" fmla="*/ 381485 h 736847"/>
              <a:gd name="connsiteX1102" fmla="*/ 418205 w 550059"/>
              <a:gd name="connsiteY1102" fmla="*/ 373969 h 736847"/>
              <a:gd name="connsiteX1103" fmla="*/ 408847 w 550059"/>
              <a:gd name="connsiteY1103" fmla="*/ 373969 h 736847"/>
              <a:gd name="connsiteX1104" fmla="*/ 404131 w 550059"/>
              <a:gd name="connsiteY1104" fmla="*/ 381485 h 736847"/>
              <a:gd name="connsiteX1105" fmla="*/ 408773 w 550059"/>
              <a:gd name="connsiteY1105" fmla="*/ 390180 h 736847"/>
              <a:gd name="connsiteX1106" fmla="*/ 418132 w 550059"/>
              <a:gd name="connsiteY1106" fmla="*/ 390180 h 736847"/>
              <a:gd name="connsiteX1107" fmla="*/ 379814 w 550059"/>
              <a:gd name="connsiteY1107" fmla="*/ 352083 h 736847"/>
              <a:gd name="connsiteX1108" fmla="*/ 384530 w 550059"/>
              <a:gd name="connsiteY1108" fmla="*/ 352083 h 736847"/>
              <a:gd name="connsiteX1109" fmla="*/ 389393 w 550059"/>
              <a:gd name="connsiteY1109" fmla="*/ 344346 h 736847"/>
              <a:gd name="connsiteX1110" fmla="*/ 384751 w 550059"/>
              <a:gd name="connsiteY1110" fmla="*/ 336609 h 736847"/>
              <a:gd name="connsiteX1111" fmla="*/ 379887 w 550059"/>
              <a:gd name="connsiteY1111" fmla="*/ 336609 h 736847"/>
              <a:gd name="connsiteX1112" fmla="*/ 379814 w 550059"/>
              <a:gd name="connsiteY1112" fmla="*/ 352083 h 736847"/>
              <a:gd name="connsiteX1113" fmla="*/ 404278 w 550059"/>
              <a:gd name="connsiteY1113" fmla="*/ 362989 h 736847"/>
              <a:gd name="connsiteX1114" fmla="*/ 408921 w 550059"/>
              <a:gd name="connsiteY1114" fmla="*/ 370726 h 736847"/>
              <a:gd name="connsiteX1115" fmla="*/ 418279 w 550059"/>
              <a:gd name="connsiteY1115" fmla="*/ 370726 h 736847"/>
              <a:gd name="connsiteX1116" fmla="*/ 423069 w 550059"/>
              <a:gd name="connsiteY1116" fmla="*/ 362989 h 736847"/>
              <a:gd name="connsiteX1117" fmla="*/ 418426 w 550059"/>
              <a:gd name="connsiteY1117" fmla="*/ 355252 h 736847"/>
              <a:gd name="connsiteX1118" fmla="*/ 408994 w 550059"/>
              <a:gd name="connsiteY1118" fmla="*/ 355252 h 736847"/>
              <a:gd name="connsiteX1119" fmla="*/ 404278 w 550059"/>
              <a:gd name="connsiteY1119" fmla="*/ 362989 h 736847"/>
              <a:gd name="connsiteX1120" fmla="*/ 406120 w 550059"/>
              <a:gd name="connsiteY1120" fmla="*/ 353704 h 736847"/>
              <a:gd name="connsiteX1121" fmla="*/ 401404 w 550059"/>
              <a:gd name="connsiteY1121" fmla="*/ 345967 h 736847"/>
              <a:gd name="connsiteX1122" fmla="*/ 391899 w 550059"/>
              <a:gd name="connsiteY1122" fmla="*/ 345967 h 736847"/>
              <a:gd name="connsiteX1123" fmla="*/ 387183 w 550059"/>
              <a:gd name="connsiteY1123" fmla="*/ 353704 h 736847"/>
              <a:gd name="connsiteX1124" fmla="*/ 391899 w 550059"/>
              <a:gd name="connsiteY1124" fmla="*/ 361442 h 736847"/>
              <a:gd name="connsiteX1125" fmla="*/ 401331 w 550059"/>
              <a:gd name="connsiteY1125" fmla="*/ 361442 h 736847"/>
              <a:gd name="connsiteX1126" fmla="*/ 406120 w 550059"/>
              <a:gd name="connsiteY1126" fmla="*/ 353704 h 736847"/>
              <a:gd name="connsiteX1127" fmla="*/ 426016 w 550059"/>
              <a:gd name="connsiteY1127" fmla="*/ 361442 h 736847"/>
              <a:gd name="connsiteX1128" fmla="*/ 435448 w 550059"/>
              <a:gd name="connsiteY1128" fmla="*/ 361442 h 736847"/>
              <a:gd name="connsiteX1129" fmla="*/ 440238 w 550059"/>
              <a:gd name="connsiteY1129" fmla="*/ 353704 h 736847"/>
              <a:gd name="connsiteX1130" fmla="*/ 435669 w 550059"/>
              <a:gd name="connsiteY1130" fmla="*/ 345967 h 736847"/>
              <a:gd name="connsiteX1131" fmla="*/ 426237 w 550059"/>
              <a:gd name="connsiteY1131" fmla="*/ 345967 h 736847"/>
              <a:gd name="connsiteX1132" fmla="*/ 421448 w 550059"/>
              <a:gd name="connsiteY1132" fmla="*/ 353704 h 736847"/>
              <a:gd name="connsiteX1133" fmla="*/ 426016 w 550059"/>
              <a:gd name="connsiteY1133" fmla="*/ 361442 h 736847"/>
              <a:gd name="connsiteX1134" fmla="*/ 438249 w 550059"/>
              <a:gd name="connsiteY1134" fmla="*/ 362989 h 736847"/>
              <a:gd name="connsiteX1135" fmla="*/ 442817 w 550059"/>
              <a:gd name="connsiteY1135" fmla="*/ 370726 h 736847"/>
              <a:gd name="connsiteX1136" fmla="*/ 452176 w 550059"/>
              <a:gd name="connsiteY1136" fmla="*/ 370726 h 736847"/>
              <a:gd name="connsiteX1137" fmla="*/ 457039 w 550059"/>
              <a:gd name="connsiteY1137" fmla="*/ 362989 h 736847"/>
              <a:gd name="connsiteX1138" fmla="*/ 452470 w 550059"/>
              <a:gd name="connsiteY1138" fmla="*/ 355252 h 736847"/>
              <a:gd name="connsiteX1139" fmla="*/ 443038 w 550059"/>
              <a:gd name="connsiteY1139" fmla="*/ 355252 h 736847"/>
              <a:gd name="connsiteX1140" fmla="*/ 438249 w 550059"/>
              <a:gd name="connsiteY1140" fmla="*/ 362989 h 736847"/>
              <a:gd name="connsiteX1141" fmla="*/ 460060 w 550059"/>
              <a:gd name="connsiteY1141" fmla="*/ 361368 h 736847"/>
              <a:gd name="connsiteX1142" fmla="*/ 469492 w 550059"/>
              <a:gd name="connsiteY1142" fmla="*/ 361368 h 736847"/>
              <a:gd name="connsiteX1143" fmla="*/ 474430 w 550059"/>
              <a:gd name="connsiteY1143" fmla="*/ 353631 h 736847"/>
              <a:gd name="connsiteX1144" fmla="*/ 469861 w 550059"/>
              <a:gd name="connsiteY1144" fmla="*/ 345893 h 736847"/>
              <a:gd name="connsiteX1145" fmla="*/ 460355 w 550059"/>
              <a:gd name="connsiteY1145" fmla="*/ 345893 h 736847"/>
              <a:gd name="connsiteX1146" fmla="*/ 455418 w 550059"/>
              <a:gd name="connsiteY1146" fmla="*/ 353631 h 736847"/>
              <a:gd name="connsiteX1147" fmla="*/ 460060 w 550059"/>
              <a:gd name="connsiteY1147" fmla="*/ 361368 h 736847"/>
              <a:gd name="connsiteX1148" fmla="*/ 477451 w 550059"/>
              <a:gd name="connsiteY1148" fmla="*/ 352083 h 736847"/>
              <a:gd name="connsiteX1149" fmla="*/ 486957 w 550059"/>
              <a:gd name="connsiteY1149" fmla="*/ 352083 h 736847"/>
              <a:gd name="connsiteX1150" fmla="*/ 491894 w 550059"/>
              <a:gd name="connsiteY1150" fmla="*/ 344346 h 736847"/>
              <a:gd name="connsiteX1151" fmla="*/ 487325 w 550059"/>
              <a:gd name="connsiteY1151" fmla="*/ 336609 h 736847"/>
              <a:gd name="connsiteX1152" fmla="*/ 477819 w 550059"/>
              <a:gd name="connsiteY1152" fmla="*/ 336609 h 736847"/>
              <a:gd name="connsiteX1153" fmla="*/ 472882 w 550059"/>
              <a:gd name="connsiteY1153" fmla="*/ 344346 h 736847"/>
              <a:gd name="connsiteX1154" fmla="*/ 477451 w 550059"/>
              <a:gd name="connsiteY1154" fmla="*/ 352083 h 736847"/>
              <a:gd name="connsiteX1155" fmla="*/ 474872 w 550059"/>
              <a:gd name="connsiteY1155" fmla="*/ 334987 h 736847"/>
              <a:gd name="connsiteX1156" fmla="*/ 470303 w 550059"/>
              <a:gd name="connsiteY1156" fmla="*/ 327250 h 736847"/>
              <a:gd name="connsiteX1157" fmla="*/ 460797 w 550059"/>
              <a:gd name="connsiteY1157" fmla="*/ 327250 h 736847"/>
              <a:gd name="connsiteX1158" fmla="*/ 455860 w 550059"/>
              <a:gd name="connsiteY1158" fmla="*/ 334987 h 736847"/>
              <a:gd name="connsiteX1159" fmla="*/ 460429 w 550059"/>
              <a:gd name="connsiteY1159" fmla="*/ 342725 h 736847"/>
              <a:gd name="connsiteX1160" fmla="*/ 469935 w 550059"/>
              <a:gd name="connsiteY1160" fmla="*/ 342725 h 736847"/>
              <a:gd name="connsiteX1161" fmla="*/ 474872 w 550059"/>
              <a:gd name="connsiteY1161" fmla="*/ 334987 h 736847"/>
              <a:gd name="connsiteX1162" fmla="*/ 452913 w 550059"/>
              <a:gd name="connsiteY1162" fmla="*/ 336609 h 736847"/>
              <a:gd name="connsiteX1163" fmla="*/ 443407 w 550059"/>
              <a:gd name="connsiteY1163" fmla="*/ 336609 h 736847"/>
              <a:gd name="connsiteX1164" fmla="*/ 438543 w 550059"/>
              <a:gd name="connsiteY1164" fmla="*/ 344346 h 736847"/>
              <a:gd name="connsiteX1165" fmla="*/ 443112 w 550059"/>
              <a:gd name="connsiteY1165" fmla="*/ 352083 h 736847"/>
              <a:gd name="connsiteX1166" fmla="*/ 452544 w 550059"/>
              <a:gd name="connsiteY1166" fmla="*/ 352083 h 736847"/>
              <a:gd name="connsiteX1167" fmla="*/ 457408 w 550059"/>
              <a:gd name="connsiteY1167" fmla="*/ 344346 h 736847"/>
              <a:gd name="connsiteX1168" fmla="*/ 452913 w 550059"/>
              <a:gd name="connsiteY1168" fmla="*/ 336609 h 736847"/>
              <a:gd name="connsiteX1169" fmla="*/ 440533 w 550059"/>
              <a:gd name="connsiteY1169" fmla="*/ 334987 h 736847"/>
              <a:gd name="connsiteX1170" fmla="*/ 435891 w 550059"/>
              <a:gd name="connsiteY1170" fmla="*/ 327250 h 736847"/>
              <a:gd name="connsiteX1171" fmla="*/ 426385 w 550059"/>
              <a:gd name="connsiteY1171" fmla="*/ 327250 h 736847"/>
              <a:gd name="connsiteX1172" fmla="*/ 421521 w 550059"/>
              <a:gd name="connsiteY1172" fmla="*/ 334987 h 736847"/>
              <a:gd name="connsiteX1173" fmla="*/ 426164 w 550059"/>
              <a:gd name="connsiteY1173" fmla="*/ 342725 h 736847"/>
              <a:gd name="connsiteX1174" fmla="*/ 435596 w 550059"/>
              <a:gd name="connsiteY1174" fmla="*/ 342725 h 736847"/>
              <a:gd name="connsiteX1175" fmla="*/ 440533 w 550059"/>
              <a:gd name="connsiteY1175" fmla="*/ 334987 h 736847"/>
              <a:gd name="connsiteX1176" fmla="*/ 418574 w 550059"/>
              <a:gd name="connsiteY1176" fmla="*/ 336609 h 736847"/>
              <a:gd name="connsiteX1177" fmla="*/ 409068 w 550059"/>
              <a:gd name="connsiteY1177" fmla="*/ 336609 h 736847"/>
              <a:gd name="connsiteX1178" fmla="*/ 404278 w 550059"/>
              <a:gd name="connsiteY1178" fmla="*/ 344346 h 736847"/>
              <a:gd name="connsiteX1179" fmla="*/ 408994 w 550059"/>
              <a:gd name="connsiteY1179" fmla="*/ 352083 h 736847"/>
              <a:gd name="connsiteX1180" fmla="*/ 418426 w 550059"/>
              <a:gd name="connsiteY1180" fmla="*/ 352083 h 736847"/>
              <a:gd name="connsiteX1181" fmla="*/ 423216 w 550059"/>
              <a:gd name="connsiteY1181" fmla="*/ 344346 h 736847"/>
              <a:gd name="connsiteX1182" fmla="*/ 418574 w 550059"/>
              <a:gd name="connsiteY1182" fmla="*/ 336609 h 736847"/>
              <a:gd name="connsiteX1183" fmla="*/ 406194 w 550059"/>
              <a:gd name="connsiteY1183" fmla="*/ 335061 h 736847"/>
              <a:gd name="connsiteX1184" fmla="*/ 401478 w 550059"/>
              <a:gd name="connsiteY1184" fmla="*/ 327324 h 736847"/>
              <a:gd name="connsiteX1185" fmla="*/ 391972 w 550059"/>
              <a:gd name="connsiteY1185" fmla="*/ 327324 h 736847"/>
              <a:gd name="connsiteX1186" fmla="*/ 387183 w 550059"/>
              <a:gd name="connsiteY1186" fmla="*/ 335061 h 736847"/>
              <a:gd name="connsiteX1187" fmla="*/ 391899 w 550059"/>
              <a:gd name="connsiteY1187" fmla="*/ 342798 h 736847"/>
              <a:gd name="connsiteX1188" fmla="*/ 401404 w 550059"/>
              <a:gd name="connsiteY1188" fmla="*/ 342798 h 736847"/>
              <a:gd name="connsiteX1189" fmla="*/ 406194 w 550059"/>
              <a:gd name="connsiteY1189" fmla="*/ 335061 h 736847"/>
              <a:gd name="connsiteX1190" fmla="*/ 379740 w 550059"/>
              <a:gd name="connsiteY1190" fmla="*/ 355252 h 736847"/>
              <a:gd name="connsiteX1191" fmla="*/ 379519 w 550059"/>
              <a:gd name="connsiteY1191" fmla="*/ 370726 h 736847"/>
              <a:gd name="connsiteX1192" fmla="*/ 384161 w 550059"/>
              <a:gd name="connsiteY1192" fmla="*/ 370726 h 736847"/>
              <a:gd name="connsiteX1193" fmla="*/ 389025 w 550059"/>
              <a:gd name="connsiteY1193" fmla="*/ 362989 h 736847"/>
              <a:gd name="connsiteX1194" fmla="*/ 384456 w 550059"/>
              <a:gd name="connsiteY1194" fmla="*/ 355252 h 736847"/>
              <a:gd name="connsiteX1195" fmla="*/ 379740 w 550059"/>
              <a:gd name="connsiteY1195" fmla="*/ 355252 h 736847"/>
              <a:gd name="connsiteX1196" fmla="*/ 379150 w 550059"/>
              <a:gd name="connsiteY1196" fmla="*/ 390254 h 736847"/>
              <a:gd name="connsiteX1197" fmla="*/ 383940 w 550059"/>
              <a:gd name="connsiteY1197" fmla="*/ 390180 h 736847"/>
              <a:gd name="connsiteX1198" fmla="*/ 388730 w 550059"/>
              <a:gd name="connsiteY1198" fmla="*/ 381485 h 736847"/>
              <a:gd name="connsiteX1199" fmla="*/ 384161 w 550059"/>
              <a:gd name="connsiteY1199" fmla="*/ 373969 h 736847"/>
              <a:gd name="connsiteX1200" fmla="*/ 379519 w 550059"/>
              <a:gd name="connsiteY1200" fmla="*/ 373969 h 736847"/>
              <a:gd name="connsiteX1201" fmla="*/ 379150 w 550059"/>
              <a:gd name="connsiteY1201" fmla="*/ 390254 h 736847"/>
              <a:gd name="connsiteX1202" fmla="*/ 391899 w 550059"/>
              <a:gd name="connsiteY1202" fmla="*/ 379643 h 736847"/>
              <a:gd name="connsiteX1203" fmla="*/ 401257 w 550059"/>
              <a:gd name="connsiteY1203" fmla="*/ 379643 h 736847"/>
              <a:gd name="connsiteX1204" fmla="*/ 405973 w 550059"/>
              <a:gd name="connsiteY1204" fmla="*/ 372347 h 736847"/>
              <a:gd name="connsiteX1205" fmla="*/ 401331 w 550059"/>
              <a:gd name="connsiteY1205" fmla="*/ 364610 h 736847"/>
              <a:gd name="connsiteX1206" fmla="*/ 391899 w 550059"/>
              <a:gd name="connsiteY1206" fmla="*/ 364610 h 736847"/>
              <a:gd name="connsiteX1207" fmla="*/ 387183 w 550059"/>
              <a:gd name="connsiteY1207" fmla="*/ 372347 h 736847"/>
              <a:gd name="connsiteX1208" fmla="*/ 391899 w 550059"/>
              <a:gd name="connsiteY1208" fmla="*/ 379643 h 736847"/>
              <a:gd name="connsiteX1209" fmla="*/ 425795 w 550059"/>
              <a:gd name="connsiteY1209" fmla="*/ 379643 h 736847"/>
              <a:gd name="connsiteX1210" fmla="*/ 435154 w 550059"/>
              <a:gd name="connsiteY1210" fmla="*/ 379643 h 736847"/>
              <a:gd name="connsiteX1211" fmla="*/ 439943 w 550059"/>
              <a:gd name="connsiteY1211" fmla="*/ 372347 h 736847"/>
              <a:gd name="connsiteX1212" fmla="*/ 435375 w 550059"/>
              <a:gd name="connsiteY1212" fmla="*/ 364610 h 736847"/>
              <a:gd name="connsiteX1213" fmla="*/ 426016 w 550059"/>
              <a:gd name="connsiteY1213" fmla="*/ 364610 h 736847"/>
              <a:gd name="connsiteX1214" fmla="*/ 421227 w 550059"/>
              <a:gd name="connsiteY1214" fmla="*/ 372347 h 736847"/>
              <a:gd name="connsiteX1215" fmla="*/ 425795 w 550059"/>
              <a:gd name="connsiteY1215" fmla="*/ 379643 h 736847"/>
              <a:gd name="connsiteX1216" fmla="*/ 438027 w 550059"/>
              <a:gd name="connsiteY1216" fmla="*/ 381411 h 736847"/>
              <a:gd name="connsiteX1217" fmla="*/ 442596 w 550059"/>
              <a:gd name="connsiteY1217" fmla="*/ 390106 h 736847"/>
              <a:gd name="connsiteX1218" fmla="*/ 451955 w 550059"/>
              <a:gd name="connsiteY1218" fmla="*/ 390106 h 736847"/>
              <a:gd name="connsiteX1219" fmla="*/ 456744 w 550059"/>
              <a:gd name="connsiteY1219" fmla="*/ 381411 h 736847"/>
              <a:gd name="connsiteX1220" fmla="*/ 452176 w 550059"/>
              <a:gd name="connsiteY1220" fmla="*/ 373895 h 736847"/>
              <a:gd name="connsiteX1221" fmla="*/ 442817 w 550059"/>
              <a:gd name="connsiteY1221" fmla="*/ 373895 h 736847"/>
              <a:gd name="connsiteX1222" fmla="*/ 438027 w 550059"/>
              <a:gd name="connsiteY1222" fmla="*/ 381411 h 736847"/>
              <a:gd name="connsiteX1223" fmla="*/ 459618 w 550059"/>
              <a:gd name="connsiteY1223" fmla="*/ 379643 h 736847"/>
              <a:gd name="connsiteX1224" fmla="*/ 468977 w 550059"/>
              <a:gd name="connsiteY1224" fmla="*/ 379643 h 736847"/>
              <a:gd name="connsiteX1225" fmla="*/ 473914 w 550059"/>
              <a:gd name="connsiteY1225" fmla="*/ 372347 h 736847"/>
              <a:gd name="connsiteX1226" fmla="*/ 469419 w 550059"/>
              <a:gd name="connsiteY1226" fmla="*/ 364610 h 736847"/>
              <a:gd name="connsiteX1227" fmla="*/ 459987 w 550059"/>
              <a:gd name="connsiteY1227" fmla="*/ 364610 h 736847"/>
              <a:gd name="connsiteX1228" fmla="*/ 455123 w 550059"/>
              <a:gd name="connsiteY1228" fmla="*/ 372347 h 736847"/>
              <a:gd name="connsiteX1229" fmla="*/ 459618 w 550059"/>
              <a:gd name="connsiteY1229" fmla="*/ 379643 h 736847"/>
              <a:gd name="connsiteX1230" fmla="*/ 476935 w 550059"/>
              <a:gd name="connsiteY1230" fmla="*/ 370726 h 736847"/>
              <a:gd name="connsiteX1231" fmla="*/ 486367 w 550059"/>
              <a:gd name="connsiteY1231" fmla="*/ 370726 h 736847"/>
              <a:gd name="connsiteX1232" fmla="*/ 491378 w 550059"/>
              <a:gd name="connsiteY1232" fmla="*/ 362989 h 736847"/>
              <a:gd name="connsiteX1233" fmla="*/ 486883 w 550059"/>
              <a:gd name="connsiteY1233" fmla="*/ 355252 h 736847"/>
              <a:gd name="connsiteX1234" fmla="*/ 477377 w 550059"/>
              <a:gd name="connsiteY1234" fmla="*/ 355252 h 736847"/>
              <a:gd name="connsiteX1235" fmla="*/ 472440 w 550059"/>
              <a:gd name="connsiteY1235" fmla="*/ 362989 h 736847"/>
              <a:gd name="connsiteX1236" fmla="*/ 476935 w 550059"/>
              <a:gd name="connsiteY1236" fmla="*/ 370726 h 736847"/>
              <a:gd name="connsiteX1237" fmla="*/ 494399 w 550059"/>
              <a:gd name="connsiteY1237" fmla="*/ 361368 h 736847"/>
              <a:gd name="connsiteX1238" fmla="*/ 503905 w 550059"/>
              <a:gd name="connsiteY1238" fmla="*/ 361368 h 736847"/>
              <a:gd name="connsiteX1239" fmla="*/ 508916 w 550059"/>
              <a:gd name="connsiteY1239" fmla="*/ 353631 h 736847"/>
              <a:gd name="connsiteX1240" fmla="*/ 504347 w 550059"/>
              <a:gd name="connsiteY1240" fmla="*/ 345893 h 736847"/>
              <a:gd name="connsiteX1241" fmla="*/ 494841 w 550059"/>
              <a:gd name="connsiteY1241" fmla="*/ 345893 h 736847"/>
              <a:gd name="connsiteX1242" fmla="*/ 489830 w 550059"/>
              <a:gd name="connsiteY1242" fmla="*/ 353631 h 736847"/>
              <a:gd name="connsiteX1243" fmla="*/ 494399 w 550059"/>
              <a:gd name="connsiteY1243" fmla="*/ 361368 h 736847"/>
              <a:gd name="connsiteX1244" fmla="*/ 504421 w 550059"/>
              <a:gd name="connsiteY1244" fmla="*/ 342725 h 736847"/>
              <a:gd name="connsiteX1245" fmla="*/ 509358 w 550059"/>
              <a:gd name="connsiteY1245" fmla="*/ 334987 h 736847"/>
              <a:gd name="connsiteX1246" fmla="*/ 504715 w 550059"/>
              <a:gd name="connsiteY1246" fmla="*/ 327250 h 736847"/>
              <a:gd name="connsiteX1247" fmla="*/ 495210 w 550059"/>
              <a:gd name="connsiteY1247" fmla="*/ 327250 h 736847"/>
              <a:gd name="connsiteX1248" fmla="*/ 490273 w 550059"/>
              <a:gd name="connsiteY1248" fmla="*/ 334987 h 736847"/>
              <a:gd name="connsiteX1249" fmla="*/ 494841 w 550059"/>
              <a:gd name="connsiteY1249" fmla="*/ 342725 h 736847"/>
              <a:gd name="connsiteX1250" fmla="*/ 504421 w 550059"/>
              <a:gd name="connsiteY1250" fmla="*/ 342725 h 736847"/>
              <a:gd name="connsiteX1251" fmla="*/ 473251 w 550059"/>
              <a:gd name="connsiteY1251" fmla="*/ 325555 h 736847"/>
              <a:gd name="connsiteX1252" fmla="*/ 477893 w 550059"/>
              <a:gd name="connsiteY1252" fmla="*/ 333366 h 736847"/>
              <a:gd name="connsiteX1253" fmla="*/ 487399 w 550059"/>
              <a:gd name="connsiteY1253" fmla="*/ 333366 h 736847"/>
              <a:gd name="connsiteX1254" fmla="*/ 492409 w 550059"/>
              <a:gd name="connsiteY1254" fmla="*/ 325555 h 736847"/>
              <a:gd name="connsiteX1255" fmla="*/ 473251 w 550059"/>
              <a:gd name="connsiteY1255" fmla="*/ 325555 h 736847"/>
              <a:gd name="connsiteX1256" fmla="*/ 404352 w 550059"/>
              <a:gd name="connsiteY1256" fmla="*/ 325629 h 736847"/>
              <a:gd name="connsiteX1257" fmla="*/ 409142 w 550059"/>
              <a:gd name="connsiteY1257" fmla="*/ 333440 h 736847"/>
              <a:gd name="connsiteX1258" fmla="*/ 418647 w 550059"/>
              <a:gd name="connsiteY1258" fmla="*/ 333440 h 736847"/>
              <a:gd name="connsiteX1259" fmla="*/ 423511 w 550059"/>
              <a:gd name="connsiteY1259" fmla="*/ 325629 h 736847"/>
              <a:gd name="connsiteX1260" fmla="*/ 404352 w 550059"/>
              <a:gd name="connsiteY1260" fmla="*/ 325629 h 736847"/>
              <a:gd name="connsiteX1261" fmla="*/ 438838 w 550059"/>
              <a:gd name="connsiteY1261" fmla="*/ 325555 h 736847"/>
              <a:gd name="connsiteX1262" fmla="*/ 443554 w 550059"/>
              <a:gd name="connsiteY1262" fmla="*/ 333366 h 736847"/>
              <a:gd name="connsiteX1263" fmla="*/ 453060 w 550059"/>
              <a:gd name="connsiteY1263" fmla="*/ 333366 h 736847"/>
              <a:gd name="connsiteX1264" fmla="*/ 458071 w 550059"/>
              <a:gd name="connsiteY1264" fmla="*/ 325555 h 736847"/>
              <a:gd name="connsiteX1265" fmla="*/ 438838 w 550059"/>
              <a:gd name="connsiteY1265" fmla="*/ 325555 h 736847"/>
              <a:gd name="connsiteX1266" fmla="*/ 379961 w 550059"/>
              <a:gd name="connsiteY1266" fmla="*/ 325629 h 736847"/>
              <a:gd name="connsiteX1267" fmla="*/ 379961 w 550059"/>
              <a:gd name="connsiteY1267" fmla="*/ 333440 h 736847"/>
              <a:gd name="connsiteX1268" fmla="*/ 384824 w 550059"/>
              <a:gd name="connsiteY1268" fmla="*/ 333440 h 736847"/>
              <a:gd name="connsiteX1269" fmla="*/ 389762 w 550059"/>
              <a:gd name="connsiteY1269" fmla="*/ 325629 h 736847"/>
              <a:gd name="connsiteX1270" fmla="*/ 379961 w 550059"/>
              <a:gd name="connsiteY1270" fmla="*/ 325629 h 736847"/>
              <a:gd name="connsiteX1271" fmla="*/ 498084 w 550059"/>
              <a:gd name="connsiteY1271" fmla="*/ 205591 h 736847"/>
              <a:gd name="connsiteX1272" fmla="*/ 493736 w 550059"/>
              <a:gd name="connsiteY1272" fmla="*/ 197927 h 736847"/>
              <a:gd name="connsiteX1273" fmla="*/ 484820 w 550059"/>
              <a:gd name="connsiteY1273" fmla="*/ 197927 h 736847"/>
              <a:gd name="connsiteX1274" fmla="*/ 480251 w 550059"/>
              <a:gd name="connsiteY1274" fmla="*/ 205591 h 736847"/>
              <a:gd name="connsiteX1275" fmla="*/ 484598 w 550059"/>
              <a:gd name="connsiteY1275" fmla="*/ 213254 h 736847"/>
              <a:gd name="connsiteX1276" fmla="*/ 493515 w 550059"/>
              <a:gd name="connsiteY1276" fmla="*/ 213254 h 736847"/>
              <a:gd name="connsiteX1277" fmla="*/ 498084 w 550059"/>
              <a:gd name="connsiteY1277" fmla="*/ 205591 h 736847"/>
              <a:gd name="connsiteX1278" fmla="*/ 496241 w 550059"/>
              <a:gd name="connsiteY1278" fmla="*/ 214875 h 736847"/>
              <a:gd name="connsiteX1279" fmla="*/ 500589 w 550059"/>
              <a:gd name="connsiteY1279" fmla="*/ 222539 h 736847"/>
              <a:gd name="connsiteX1280" fmla="*/ 509505 w 550059"/>
              <a:gd name="connsiteY1280" fmla="*/ 222539 h 736847"/>
              <a:gd name="connsiteX1281" fmla="*/ 514074 w 550059"/>
              <a:gd name="connsiteY1281" fmla="*/ 214875 h 736847"/>
              <a:gd name="connsiteX1282" fmla="*/ 509726 w 550059"/>
              <a:gd name="connsiteY1282" fmla="*/ 207212 h 736847"/>
              <a:gd name="connsiteX1283" fmla="*/ 500810 w 550059"/>
              <a:gd name="connsiteY1283" fmla="*/ 207212 h 736847"/>
              <a:gd name="connsiteX1284" fmla="*/ 496241 w 550059"/>
              <a:gd name="connsiteY1284" fmla="*/ 214875 h 736847"/>
              <a:gd name="connsiteX1285" fmla="*/ 477451 w 550059"/>
              <a:gd name="connsiteY1285" fmla="*/ 207212 h 736847"/>
              <a:gd name="connsiteX1286" fmla="*/ 468534 w 550059"/>
              <a:gd name="connsiteY1286" fmla="*/ 207212 h 736847"/>
              <a:gd name="connsiteX1287" fmla="*/ 463966 w 550059"/>
              <a:gd name="connsiteY1287" fmla="*/ 214875 h 736847"/>
              <a:gd name="connsiteX1288" fmla="*/ 468313 w 550059"/>
              <a:gd name="connsiteY1288" fmla="*/ 222539 h 736847"/>
              <a:gd name="connsiteX1289" fmla="*/ 477230 w 550059"/>
              <a:gd name="connsiteY1289" fmla="*/ 222539 h 736847"/>
              <a:gd name="connsiteX1290" fmla="*/ 481798 w 550059"/>
              <a:gd name="connsiteY1290" fmla="*/ 214875 h 736847"/>
              <a:gd name="connsiteX1291" fmla="*/ 477451 w 550059"/>
              <a:gd name="connsiteY1291" fmla="*/ 207212 h 736847"/>
              <a:gd name="connsiteX1292" fmla="*/ 465808 w 550059"/>
              <a:gd name="connsiteY1292" fmla="*/ 205664 h 736847"/>
              <a:gd name="connsiteX1293" fmla="*/ 461460 w 550059"/>
              <a:gd name="connsiteY1293" fmla="*/ 198001 h 736847"/>
              <a:gd name="connsiteX1294" fmla="*/ 452544 w 550059"/>
              <a:gd name="connsiteY1294" fmla="*/ 198001 h 736847"/>
              <a:gd name="connsiteX1295" fmla="*/ 447975 w 550059"/>
              <a:gd name="connsiteY1295" fmla="*/ 205664 h 736847"/>
              <a:gd name="connsiteX1296" fmla="*/ 452323 w 550059"/>
              <a:gd name="connsiteY1296" fmla="*/ 213328 h 736847"/>
              <a:gd name="connsiteX1297" fmla="*/ 461239 w 550059"/>
              <a:gd name="connsiteY1297" fmla="*/ 213328 h 736847"/>
              <a:gd name="connsiteX1298" fmla="*/ 465808 w 550059"/>
              <a:gd name="connsiteY1298" fmla="*/ 205664 h 736847"/>
              <a:gd name="connsiteX1299" fmla="*/ 445175 w 550059"/>
              <a:gd name="connsiteY1299" fmla="*/ 207212 h 736847"/>
              <a:gd name="connsiteX1300" fmla="*/ 436259 w 550059"/>
              <a:gd name="connsiteY1300" fmla="*/ 207212 h 736847"/>
              <a:gd name="connsiteX1301" fmla="*/ 431690 w 550059"/>
              <a:gd name="connsiteY1301" fmla="*/ 214875 h 736847"/>
              <a:gd name="connsiteX1302" fmla="*/ 436038 w 550059"/>
              <a:gd name="connsiteY1302" fmla="*/ 222539 h 736847"/>
              <a:gd name="connsiteX1303" fmla="*/ 444954 w 550059"/>
              <a:gd name="connsiteY1303" fmla="*/ 222539 h 736847"/>
              <a:gd name="connsiteX1304" fmla="*/ 449523 w 550059"/>
              <a:gd name="connsiteY1304" fmla="*/ 214875 h 736847"/>
              <a:gd name="connsiteX1305" fmla="*/ 445175 w 550059"/>
              <a:gd name="connsiteY1305" fmla="*/ 207212 h 736847"/>
              <a:gd name="connsiteX1306" fmla="*/ 433532 w 550059"/>
              <a:gd name="connsiteY1306" fmla="*/ 205664 h 736847"/>
              <a:gd name="connsiteX1307" fmla="*/ 429185 w 550059"/>
              <a:gd name="connsiteY1307" fmla="*/ 198001 h 736847"/>
              <a:gd name="connsiteX1308" fmla="*/ 420269 w 550059"/>
              <a:gd name="connsiteY1308" fmla="*/ 198001 h 736847"/>
              <a:gd name="connsiteX1309" fmla="*/ 415700 w 550059"/>
              <a:gd name="connsiteY1309" fmla="*/ 205664 h 736847"/>
              <a:gd name="connsiteX1310" fmla="*/ 420121 w 550059"/>
              <a:gd name="connsiteY1310" fmla="*/ 213328 h 736847"/>
              <a:gd name="connsiteX1311" fmla="*/ 429038 w 550059"/>
              <a:gd name="connsiteY1311" fmla="*/ 213328 h 736847"/>
              <a:gd name="connsiteX1312" fmla="*/ 433532 w 550059"/>
              <a:gd name="connsiteY1312" fmla="*/ 205664 h 736847"/>
              <a:gd name="connsiteX1313" fmla="*/ 412900 w 550059"/>
              <a:gd name="connsiteY1313" fmla="*/ 207212 h 736847"/>
              <a:gd name="connsiteX1314" fmla="*/ 403983 w 550059"/>
              <a:gd name="connsiteY1314" fmla="*/ 207212 h 736847"/>
              <a:gd name="connsiteX1315" fmla="*/ 399488 w 550059"/>
              <a:gd name="connsiteY1315" fmla="*/ 214875 h 736847"/>
              <a:gd name="connsiteX1316" fmla="*/ 403910 w 550059"/>
              <a:gd name="connsiteY1316" fmla="*/ 222539 h 736847"/>
              <a:gd name="connsiteX1317" fmla="*/ 412826 w 550059"/>
              <a:gd name="connsiteY1317" fmla="*/ 222539 h 736847"/>
              <a:gd name="connsiteX1318" fmla="*/ 417395 w 550059"/>
              <a:gd name="connsiteY1318" fmla="*/ 214875 h 736847"/>
              <a:gd name="connsiteX1319" fmla="*/ 412900 w 550059"/>
              <a:gd name="connsiteY1319" fmla="*/ 207212 h 736847"/>
              <a:gd name="connsiteX1320" fmla="*/ 396688 w 550059"/>
              <a:gd name="connsiteY1320" fmla="*/ 216497 h 736847"/>
              <a:gd name="connsiteX1321" fmla="*/ 387772 w 550059"/>
              <a:gd name="connsiteY1321" fmla="*/ 216497 h 736847"/>
              <a:gd name="connsiteX1322" fmla="*/ 383277 w 550059"/>
              <a:gd name="connsiteY1322" fmla="*/ 224160 h 736847"/>
              <a:gd name="connsiteX1323" fmla="*/ 387698 w 550059"/>
              <a:gd name="connsiteY1323" fmla="*/ 231824 h 736847"/>
              <a:gd name="connsiteX1324" fmla="*/ 396615 w 550059"/>
              <a:gd name="connsiteY1324" fmla="*/ 231824 h 736847"/>
              <a:gd name="connsiteX1325" fmla="*/ 401110 w 550059"/>
              <a:gd name="connsiteY1325" fmla="*/ 224160 h 736847"/>
              <a:gd name="connsiteX1326" fmla="*/ 396688 w 550059"/>
              <a:gd name="connsiteY1326" fmla="*/ 216497 h 736847"/>
              <a:gd name="connsiteX1327" fmla="*/ 401183 w 550059"/>
              <a:gd name="connsiteY1327" fmla="*/ 205664 h 736847"/>
              <a:gd name="connsiteX1328" fmla="*/ 396762 w 550059"/>
              <a:gd name="connsiteY1328" fmla="*/ 198001 h 736847"/>
              <a:gd name="connsiteX1329" fmla="*/ 387846 w 550059"/>
              <a:gd name="connsiteY1329" fmla="*/ 198001 h 736847"/>
              <a:gd name="connsiteX1330" fmla="*/ 383351 w 550059"/>
              <a:gd name="connsiteY1330" fmla="*/ 205664 h 736847"/>
              <a:gd name="connsiteX1331" fmla="*/ 387772 w 550059"/>
              <a:gd name="connsiteY1331" fmla="*/ 213328 h 736847"/>
              <a:gd name="connsiteX1332" fmla="*/ 396688 w 550059"/>
              <a:gd name="connsiteY1332" fmla="*/ 213328 h 736847"/>
              <a:gd name="connsiteX1333" fmla="*/ 401183 w 550059"/>
              <a:gd name="connsiteY1333" fmla="*/ 205664 h 736847"/>
              <a:gd name="connsiteX1334" fmla="*/ 380624 w 550059"/>
              <a:gd name="connsiteY1334" fmla="*/ 207285 h 736847"/>
              <a:gd name="connsiteX1335" fmla="*/ 371708 w 550059"/>
              <a:gd name="connsiteY1335" fmla="*/ 207285 h 736847"/>
              <a:gd name="connsiteX1336" fmla="*/ 367213 w 550059"/>
              <a:gd name="connsiteY1336" fmla="*/ 214949 h 736847"/>
              <a:gd name="connsiteX1337" fmla="*/ 371634 w 550059"/>
              <a:gd name="connsiteY1337" fmla="*/ 222613 h 736847"/>
              <a:gd name="connsiteX1338" fmla="*/ 380551 w 550059"/>
              <a:gd name="connsiteY1338" fmla="*/ 222613 h 736847"/>
              <a:gd name="connsiteX1339" fmla="*/ 385046 w 550059"/>
              <a:gd name="connsiteY1339" fmla="*/ 214949 h 736847"/>
              <a:gd name="connsiteX1340" fmla="*/ 380624 w 550059"/>
              <a:gd name="connsiteY1340" fmla="*/ 207285 h 736847"/>
              <a:gd name="connsiteX1341" fmla="*/ 368908 w 550059"/>
              <a:gd name="connsiteY1341" fmla="*/ 205664 h 736847"/>
              <a:gd name="connsiteX1342" fmla="*/ 364487 w 550059"/>
              <a:gd name="connsiteY1342" fmla="*/ 198001 h 736847"/>
              <a:gd name="connsiteX1343" fmla="*/ 355570 w 550059"/>
              <a:gd name="connsiteY1343" fmla="*/ 198001 h 736847"/>
              <a:gd name="connsiteX1344" fmla="*/ 351075 w 550059"/>
              <a:gd name="connsiteY1344" fmla="*/ 205664 h 736847"/>
              <a:gd name="connsiteX1345" fmla="*/ 355497 w 550059"/>
              <a:gd name="connsiteY1345" fmla="*/ 213328 h 736847"/>
              <a:gd name="connsiteX1346" fmla="*/ 364413 w 550059"/>
              <a:gd name="connsiteY1346" fmla="*/ 213328 h 736847"/>
              <a:gd name="connsiteX1347" fmla="*/ 368908 w 550059"/>
              <a:gd name="connsiteY1347" fmla="*/ 205664 h 736847"/>
              <a:gd name="connsiteX1348" fmla="*/ 348275 w 550059"/>
              <a:gd name="connsiteY1348" fmla="*/ 207285 h 736847"/>
              <a:gd name="connsiteX1349" fmla="*/ 339359 w 550059"/>
              <a:gd name="connsiteY1349" fmla="*/ 207285 h 736847"/>
              <a:gd name="connsiteX1350" fmla="*/ 334864 w 550059"/>
              <a:gd name="connsiteY1350" fmla="*/ 214949 h 736847"/>
              <a:gd name="connsiteX1351" fmla="*/ 339285 w 550059"/>
              <a:gd name="connsiteY1351" fmla="*/ 222613 h 736847"/>
              <a:gd name="connsiteX1352" fmla="*/ 348201 w 550059"/>
              <a:gd name="connsiteY1352" fmla="*/ 222613 h 736847"/>
              <a:gd name="connsiteX1353" fmla="*/ 352696 w 550059"/>
              <a:gd name="connsiteY1353" fmla="*/ 214949 h 736847"/>
              <a:gd name="connsiteX1354" fmla="*/ 348275 w 550059"/>
              <a:gd name="connsiteY1354" fmla="*/ 207285 h 736847"/>
              <a:gd name="connsiteX1355" fmla="*/ 336632 w 550059"/>
              <a:gd name="connsiteY1355" fmla="*/ 205664 h 736847"/>
              <a:gd name="connsiteX1356" fmla="*/ 332211 w 550059"/>
              <a:gd name="connsiteY1356" fmla="*/ 198001 h 736847"/>
              <a:gd name="connsiteX1357" fmla="*/ 323295 w 550059"/>
              <a:gd name="connsiteY1357" fmla="*/ 198001 h 736847"/>
              <a:gd name="connsiteX1358" fmla="*/ 318800 w 550059"/>
              <a:gd name="connsiteY1358" fmla="*/ 205664 h 736847"/>
              <a:gd name="connsiteX1359" fmla="*/ 323221 w 550059"/>
              <a:gd name="connsiteY1359" fmla="*/ 213328 h 736847"/>
              <a:gd name="connsiteX1360" fmla="*/ 332137 w 550059"/>
              <a:gd name="connsiteY1360" fmla="*/ 213328 h 736847"/>
              <a:gd name="connsiteX1361" fmla="*/ 336632 w 550059"/>
              <a:gd name="connsiteY1361" fmla="*/ 205664 h 736847"/>
              <a:gd name="connsiteX1362" fmla="*/ 316000 w 550059"/>
              <a:gd name="connsiteY1362" fmla="*/ 207285 h 736847"/>
              <a:gd name="connsiteX1363" fmla="*/ 307083 w 550059"/>
              <a:gd name="connsiteY1363" fmla="*/ 207285 h 736847"/>
              <a:gd name="connsiteX1364" fmla="*/ 302588 w 550059"/>
              <a:gd name="connsiteY1364" fmla="*/ 214949 h 736847"/>
              <a:gd name="connsiteX1365" fmla="*/ 307010 w 550059"/>
              <a:gd name="connsiteY1365" fmla="*/ 222613 h 736847"/>
              <a:gd name="connsiteX1366" fmla="*/ 315926 w 550059"/>
              <a:gd name="connsiteY1366" fmla="*/ 222613 h 736847"/>
              <a:gd name="connsiteX1367" fmla="*/ 320421 w 550059"/>
              <a:gd name="connsiteY1367" fmla="*/ 214949 h 736847"/>
              <a:gd name="connsiteX1368" fmla="*/ 316000 w 550059"/>
              <a:gd name="connsiteY1368" fmla="*/ 207285 h 736847"/>
              <a:gd name="connsiteX1369" fmla="*/ 304283 w 550059"/>
              <a:gd name="connsiteY1369" fmla="*/ 205664 h 736847"/>
              <a:gd name="connsiteX1370" fmla="*/ 299862 w 550059"/>
              <a:gd name="connsiteY1370" fmla="*/ 198001 h 736847"/>
              <a:gd name="connsiteX1371" fmla="*/ 290946 w 550059"/>
              <a:gd name="connsiteY1371" fmla="*/ 198001 h 736847"/>
              <a:gd name="connsiteX1372" fmla="*/ 286451 w 550059"/>
              <a:gd name="connsiteY1372" fmla="*/ 205664 h 736847"/>
              <a:gd name="connsiteX1373" fmla="*/ 290946 w 550059"/>
              <a:gd name="connsiteY1373" fmla="*/ 213328 h 736847"/>
              <a:gd name="connsiteX1374" fmla="*/ 299862 w 550059"/>
              <a:gd name="connsiteY1374" fmla="*/ 213328 h 736847"/>
              <a:gd name="connsiteX1375" fmla="*/ 304283 w 550059"/>
              <a:gd name="connsiteY1375" fmla="*/ 205664 h 736847"/>
              <a:gd name="connsiteX1376" fmla="*/ 290872 w 550059"/>
              <a:gd name="connsiteY1376" fmla="*/ 216570 h 736847"/>
              <a:gd name="connsiteX1377" fmla="*/ 286377 w 550059"/>
              <a:gd name="connsiteY1377" fmla="*/ 224234 h 736847"/>
              <a:gd name="connsiteX1378" fmla="*/ 290798 w 550059"/>
              <a:gd name="connsiteY1378" fmla="*/ 231897 h 736847"/>
              <a:gd name="connsiteX1379" fmla="*/ 299714 w 550059"/>
              <a:gd name="connsiteY1379" fmla="*/ 231897 h 736847"/>
              <a:gd name="connsiteX1380" fmla="*/ 304209 w 550059"/>
              <a:gd name="connsiteY1380" fmla="*/ 224234 h 736847"/>
              <a:gd name="connsiteX1381" fmla="*/ 299788 w 550059"/>
              <a:gd name="connsiteY1381" fmla="*/ 216570 h 736847"/>
              <a:gd name="connsiteX1382" fmla="*/ 290872 w 550059"/>
              <a:gd name="connsiteY1382" fmla="*/ 216570 h 736847"/>
              <a:gd name="connsiteX1383" fmla="*/ 302515 w 550059"/>
              <a:gd name="connsiteY1383" fmla="*/ 233519 h 736847"/>
              <a:gd name="connsiteX1384" fmla="*/ 306936 w 550059"/>
              <a:gd name="connsiteY1384" fmla="*/ 241182 h 736847"/>
              <a:gd name="connsiteX1385" fmla="*/ 315852 w 550059"/>
              <a:gd name="connsiteY1385" fmla="*/ 241182 h 736847"/>
              <a:gd name="connsiteX1386" fmla="*/ 320347 w 550059"/>
              <a:gd name="connsiteY1386" fmla="*/ 233519 h 736847"/>
              <a:gd name="connsiteX1387" fmla="*/ 315926 w 550059"/>
              <a:gd name="connsiteY1387" fmla="*/ 225855 h 736847"/>
              <a:gd name="connsiteX1388" fmla="*/ 307010 w 550059"/>
              <a:gd name="connsiteY1388" fmla="*/ 225855 h 736847"/>
              <a:gd name="connsiteX1389" fmla="*/ 302515 w 550059"/>
              <a:gd name="connsiteY1389" fmla="*/ 233519 h 736847"/>
              <a:gd name="connsiteX1390" fmla="*/ 323147 w 550059"/>
              <a:gd name="connsiteY1390" fmla="*/ 231897 h 736847"/>
              <a:gd name="connsiteX1391" fmla="*/ 332064 w 550059"/>
              <a:gd name="connsiteY1391" fmla="*/ 231897 h 736847"/>
              <a:gd name="connsiteX1392" fmla="*/ 336559 w 550059"/>
              <a:gd name="connsiteY1392" fmla="*/ 224234 h 736847"/>
              <a:gd name="connsiteX1393" fmla="*/ 332137 w 550059"/>
              <a:gd name="connsiteY1393" fmla="*/ 216570 h 736847"/>
              <a:gd name="connsiteX1394" fmla="*/ 323221 w 550059"/>
              <a:gd name="connsiteY1394" fmla="*/ 216570 h 736847"/>
              <a:gd name="connsiteX1395" fmla="*/ 318726 w 550059"/>
              <a:gd name="connsiteY1395" fmla="*/ 224234 h 736847"/>
              <a:gd name="connsiteX1396" fmla="*/ 323147 w 550059"/>
              <a:gd name="connsiteY1396" fmla="*/ 231897 h 736847"/>
              <a:gd name="connsiteX1397" fmla="*/ 334790 w 550059"/>
              <a:gd name="connsiteY1397" fmla="*/ 233519 h 736847"/>
              <a:gd name="connsiteX1398" fmla="*/ 339211 w 550059"/>
              <a:gd name="connsiteY1398" fmla="*/ 241182 h 736847"/>
              <a:gd name="connsiteX1399" fmla="*/ 348128 w 550059"/>
              <a:gd name="connsiteY1399" fmla="*/ 241182 h 736847"/>
              <a:gd name="connsiteX1400" fmla="*/ 352623 w 550059"/>
              <a:gd name="connsiteY1400" fmla="*/ 233519 h 736847"/>
              <a:gd name="connsiteX1401" fmla="*/ 348201 w 550059"/>
              <a:gd name="connsiteY1401" fmla="*/ 225855 h 736847"/>
              <a:gd name="connsiteX1402" fmla="*/ 339285 w 550059"/>
              <a:gd name="connsiteY1402" fmla="*/ 225855 h 736847"/>
              <a:gd name="connsiteX1403" fmla="*/ 334790 w 550059"/>
              <a:gd name="connsiteY1403" fmla="*/ 233519 h 736847"/>
              <a:gd name="connsiteX1404" fmla="*/ 355349 w 550059"/>
              <a:gd name="connsiteY1404" fmla="*/ 231897 h 736847"/>
              <a:gd name="connsiteX1405" fmla="*/ 364265 w 550059"/>
              <a:gd name="connsiteY1405" fmla="*/ 231897 h 736847"/>
              <a:gd name="connsiteX1406" fmla="*/ 368760 w 550059"/>
              <a:gd name="connsiteY1406" fmla="*/ 224234 h 736847"/>
              <a:gd name="connsiteX1407" fmla="*/ 364339 w 550059"/>
              <a:gd name="connsiteY1407" fmla="*/ 216570 h 736847"/>
              <a:gd name="connsiteX1408" fmla="*/ 355423 w 550059"/>
              <a:gd name="connsiteY1408" fmla="*/ 216570 h 736847"/>
              <a:gd name="connsiteX1409" fmla="*/ 350928 w 550059"/>
              <a:gd name="connsiteY1409" fmla="*/ 224234 h 736847"/>
              <a:gd name="connsiteX1410" fmla="*/ 355349 w 550059"/>
              <a:gd name="connsiteY1410" fmla="*/ 231897 h 736847"/>
              <a:gd name="connsiteX1411" fmla="*/ 367066 w 550059"/>
              <a:gd name="connsiteY1411" fmla="*/ 233519 h 736847"/>
              <a:gd name="connsiteX1412" fmla="*/ 371487 w 550059"/>
              <a:gd name="connsiteY1412" fmla="*/ 241182 h 736847"/>
              <a:gd name="connsiteX1413" fmla="*/ 380403 w 550059"/>
              <a:gd name="connsiteY1413" fmla="*/ 241182 h 736847"/>
              <a:gd name="connsiteX1414" fmla="*/ 384898 w 550059"/>
              <a:gd name="connsiteY1414" fmla="*/ 233519 h 736847"/>
              <a:gd name="connsiteX1415" fmla="*/ 380477 w 550059"/>
              <a:gd name="connsiteY1415" fmla="*/ 225855 h 736847"/>
              <a:gd name="connsiteX1416" fmla="*/ 371561 w 550059"/>
              <a:gd name="connsiteY1416" fmla="*/ 225855 h 736847"/>
              <a:gd name="connsiteX1417" fmla="*/ 367066 w 550059"/>
              <a:gd name="connsiteY1417" fmla="*/ 233519 h 736847"/>
              <a:gd name="connsiteX1418" fmla="*/ 382982 w 550059"/>
              <a:gd name="connsiteY1418" fmla="*/ 242951 h 736847"/>
              <a:gd name="connsiteX1419" fmla="*/ 400962 w 550059"/>
              <a:gd name="connsiteY1419" fmla="*/ 242951 h 736847"/>
              <a:gd name="connsiteX1420" fmla="*/ 396467 w 550059"/>
              <a:gd name="connsiteY1420" fmla="*/ 235066 h 736847"/>
              <a:gd name="connsiteX1421" fmla="*/ 387551 w 550059"/>
              <a:gd name="connsiteY1421" fmla="*/ 235066 h 736847"/>
              <a:gd name="connsiteX1422" fmla="*/ 382982 w 550059"/>
              <a:gd name="connsiteY1422" fmla="*/ 242951 h 736847"/>
              <a:gd name="connsiteX1423" fmla="*/ 403689 w 550059"/>
              <a:gd name="connsiteY1423" fmla="*/ 241182 h 736847"/>
              <a:gd name="connsiteX1424" fmla="*/ 412605 w 550059"/>
              <a:gd name="connsiteY1424" fmla="*/ 241182 h 736847"/>
              <a:gd name="connsiteX1425" fmla="*/ 417100 w 550059"/>
              <a:gd name="connsiteY1425" fmla="*/ 233519 h 736847"/>
              <a:gd name="connsiteX1426" fmla="*/ 412752 w 550059"/>
              <a:gd name="connsiteY1426" fmla="*/ 225855 h 736847"/>
              <a:gd name="connsiteX1427" fmla="*/ 403836 w 550059"/>
              <a:gd name="connsiteY1427" fmla="*/ 225855 h 736847"/>
              <a:gd name="connsiteX1428" fmla="*/ 399341 w 550059"/>
              <a:gd name="connsiteY1428" fmla="*/ 233519 h 736847"/>
              <a:gd name="connsiteX1429" fmla="*/ 403689 w 550059"/>
              <a:gd name="connsiteY1429" fmla="*/ 241182 h 736847"/>
              <a:gd name="connsiteX1430" fmla="*/ 419900 w 550059"/>
              <a:gd name="connsiteY1430" fmla="*/ 231897 h 736847"/>
              <a:gd name="connsiteX1431" fmla="*/ 428816 w 550059"/>
              <a:gd name="connsiteY1431" fmla="*/ 231897 h 736847"/>
              <a:gd name="connsiteX1432" fmla="*/ 433385 w 550059"/>
              <a:gd name="connsiteY1432" fmla="*/ 224234 h 736847"/>
              <a:gd name="connsiteX1433" fmla="*/ 429038 w 550059"/>
              <a:gd name="connsiteY1433" fmla="*/ 216570 h 736847"/>
              <a:gd name="connsiteX1434" fmla="*/ 420121 w 550059"/>
              <a:gd name="connsiteY1434" fmla="*/ 216570 h 736847"/>
              <a:gd name="connsiteX1435" fmla="*/ 415553 w 550059"/>
              <a:gd name="connsiteY1435" fmla="*/ 224234 h 736847"/>
              <a:gd name="connsiteX1436" fmla="*/ 419900 w 550059"/>
              <a:gd name="connsiteY1436" fmla="*/ 231897 h 736847"/>
              <a:gd name="connsiteX1437" fmla="*/ 431543 w 550059"/>
              <a:gd name="connsiteY1437" fmla="*/ 233519 h 736847"/>
              <a:gd name="connsiteX1438" fmla="*/ 435891 w 550059"/>
              <a:gd name="connsiteY1438" fmla="*/ 241182 h 736847"/>
              <a:gd name="connsiteX1439" fmla="*/ 444807 w 550059"/>
              <a:gd name="connsiteY1439" fmla="*/ 241182 h 736847"/>
              <a:gd name="connsiteX1440" fmla="*/ 449375 w 550059"/>
              <a:gd name="connsiteY1440" fmla="*/ 233519 h 736847"/>
              <a:gd name="connsiteX1441" fmla="*/ 445028 w 550059"/>
              <a:gd name="connsiteY1441" fmla="*/ 225855 h 736847"/>
              <a:gd name="connsiteX1442" fmla="*/ 436112 w 550059"/>
              <a:gd name="connsiteY1442" fmla="*/ 225855 h 736847"/>
              <a:gd name="connsiteX1443" fmla="*/ 431543 w 550059"/>
              <a:gd name="connsiteY1443" fmla="*/ 233519 h 736847"/>
              <a:gd name="connsiteX1444" fmla="*/ 452102 w 550059"/>
              <a:gd name="connsiteY1444" fmla="*/ 231897 h 736847"/>
              <a:gd name="connsiteX1445" fmla="*/ 461018 w 550059"/>
              <a:gd name="connsiteY1445" fmla="*/ 231897 h 736847"/>
              <a:gd name="connsiteX1446" fmla="*/ 465587 w 550059"/>
              <a:gd name="connsiteY1446" fmla="*/ 224234 h 736847"/>
              <a:gd name="connsiteX1447" fmla="*/ 461239 w 550059"/>
              <a:gd name="connsiteY1447" fmla="*/ 216570 h 736847"/>
              <a:gd name="connsiteX1448" fmla="*/ 452323 w 550059"/>
              <a:gd name="connsiteY1448" fmla="*/ 216570 h 736847"/>
              <a:gd name="connsiteX1449" fmla="*/ 447754 w 550059"/>
              <a:gd name="connsiteY1449" fmla="*/ 224234 h 736847"/>
              <a:gd name="connsiteX1450" fmla="*/ 452102 w 550059"/>
              <a:gd name="connsiteY1450" fmla="*/ 231897 h 736847"/>
              <a:gd name="connsiteX1451" fmla="*/ 463745 w 550059"/>
              <a:gd name="connsiteY1451" fmla="*/ 233445 h 736847"/>
              <a:gd name="connsiteX1452" fmla="*/ 468092 w 550059"/>
              <a:gd name="connsiteY1452" fmla="*/ 241108 h 736847"/>
              <a:gd name="connsiteX1453" fmla="*/ 477009 w 550059"/>
              <a:gd name="connsiteY1453" fmla="*/ 241108 h 736847"/>
              <a:gd name="connsiteX1454" fmla="*/ 481577 w 550059"/>
              <a:gd name="connsiteY1454" fmla="*/ 233445 h 736847"/>
              <a:gd name="connsiteX1455" fmla="*/ 477230 w 550059"/>
              <a:gd name="connsiteY1455" fmla="*/ 225781 h 736847"/>
              <a:gd name="connsiteX1456" fmla="*/ 468313 w 550059"/>
              <a:gd name="connsiteY1456" fmla="*/ 225781 h 736847"/>
              <a:gd name="connsiteX1457" fmla="*/ 463745 w 550059"/>
              <a:gd name="connsiteY1457" fmla="*/ 233445 h 736847"/>
              <a:gd name="connsiteX1458" fmla="*/ 484304 w 550059"/>
              <a:gd name="connsiteY1458" fmla="*/ 231897 h 736847"/>
              <a:gd name="connsiteX1459" fmla="*/ 493220 w 550059"/>
              <a:gd name="connsiteY1459" fmla="*/ 231897 h 736847"/>
              <a:gd name="connsiteX1460" fmla="*/ 497789 w 550059"/>
              <a:gd name="connsiteY1460" fmla="*/ 224234 h 736847"/>
              <a:gd name="connsiteX1461" fmla="*/ 493441 w 550059"/>
              <a:gd name="connsiteY1461" fmla="*/ 216570 h 736847"/>
              <a:gd name="connsiteX1462" fmla="*/ 484525 w 550059"/>
              <a:gd name="connsiteY1462" fmla="*/ 216570 h 736847"/>
              <a:gd name="connsiteX1463" fmla="*/ 479956 w 550059"/>
              <a:gd name="connsiteY1463" fmla="*/ 224234 h 736847"/>
              <a:gd name="connsiteX1464" fmla="*/ 484304 w 550059"/>
              <a:gd name="connsiteY1464" fmla="*/ 231897 h 736847"/>
              <a:gd name="connsiteX1465" fmla="*/ 495947 w 550059"/>
              <a:gd name="connsiteY1465" fmla="*/ 233445 h 736847"/>
              <a:gd name="connsiteX1466" fmla="*/ 500294 w 550059"/>
              <a:gd name="connsiteY1466" fmla="*/ 241108 h 736847"/>
              <a:gd name="connsiteX1467" fmla="*/ 509210 w 550059"/>
              <a:gd name="connsiteY1467" fmla="*/ 241108 h 736847"/>
              <a:gd name="connsiteX1468" fmla="*/ 513779 w 550059"/>
              <a:gd name="connsiteY1468" fmla="*/ 233445 h 736847"/>
              <a:gd name="connsiteX1469" fmla="*/ 509505 w 550059"/>
              <a:gd name="connsiteY1469" fmla="*/ 225781 h 736847"/>
              <a:gd name="connsiteX1470" fmla="*/ 500589 w 550059"/>
              <a:gd name="connsiteY1470" fmla="*/ 225781 h 736847"/>
              <a:gd name="connsiteX1471" fmla="*/ 495947 w 550059"/>
              <a:gd name="connsiteY1471" fmla="*/ 233445 h 736847"/>
              <a:gd name="connsiteX1472" fmla="*/ 516506 w 550059"/>
              <a:gd name="connsiteY1472" fmla="*/ 231824 h 736847"/>
              <a:gd name="connsiteX1473" fmla="*/ 525422 w 550059"/>
              <a:gd name="connsiteY1473" fmla="*/ 231824 h 736847"/>
              <a:gd name="connsiteX1474" fmla="*/ 529991 w 550059"/>
              <a:gd name="connsiteY1474" fmla="*/ 224160 h 736847"/>
              <a:gd name="connsiteX1475" fmla="*/ 525717 w 550059"/>
              <a:gd name="connsiteY1475" fmla="*/ 216497 h 736847"/>
              <a:gd name="connsiteX1476" fmla="*/ 516800 w 550059"/>
              <a:gd name="connsiteY1476" fmla="*/ 216497 h 736847"/>
              <a:gd name="connsiteX1477" fmla="*/ 512232 w 550059"/>
              <a:gd name="connsiteY1477" fmla="*/ 224160 h 736847"/>
              <a:gd name="connsiteX1478" fmla="*/ 516506 w 550059"/>
              <a:gd name="connsiteY1478" fmla="*/ 231824 h 736847"/>
              <a:gd name="connsiteX1479" fmla="*/ 525717 w 550059"/>
              <a:gd name="connsiteY1479" fmla="*/ 213328 h 736847"/>
              <a:gd name="connsiteX1480" fmla="*/ 530285 w 550059"/>
              <a:gd name="connsiteY1480" fmla="*/ 205664 h 736847"/>
              <a:gd name="connsiteX1481" fmla="*/ 525938 w 550059"/>
              <a:gd name="connsiteY1481" fmla="*/ 198001 h 736847"/>
              <a:gd name="connsiteX1482" fmla="*/ 517021 w 550059"/>
              <a:gd name="connsiteY1482" fmla="*/ 198001 h 736847"/>
              <a:gd name="connsiteX1483" fmla="*/ 512453 w 550059"/>
              <a:gd name="connsiteY1483" fmla="*/ 205664 h 736847"/>
              <a:gd name="connsiteX1484" fmla="*/ 516800 w 550059"/>
              <a:gd name="connsiteY1484" fmla="*/ 213328 h 736847"/>
              <a:gd name="connsiteX1485" fmla="*/ 525717 w 550059"/>
              <a:gd name="connsiteY1485" fmla="*/ 213328 h 736847"/>
              <a:gd name="connsiteX1486" fmla="*/ 514369 w 550059"/>
              <a:gd name="connsiteY1486" fmla="*/ 196306 h 736847"/>
              <a:gd name="connsiteX1487" fmla="*/ 510021 w 550059"/>
              <a:gd name="connsiteY1487" fmla="*/ 188642 h 736847"/>
              <a:gd name="connsiteX1488" fmla="*/ 501105 w 550059"/>
              <a:gd name="connsiteY1488" fmla="*/ 188642 h 736847"/>
              <a:gd name="connsiteX1489" fmla="*/ 496536 w 550059"/>
              <a:gd name="connsiteY1489" fmla="*/ 196306 h 736847"/>
              <a:gd name="connsiteX1490" fmla="*/ 500884 w 550059"/>
              <a:gd name="connsiteY1490" fmla="*/ 203969 h 736847"/>
              <a:gd name="connsiteX1491" fmla="*/ 509800 w 550059"/>
              <a:gd name="connsiteY1491" fmla="*/ 203969 h 736847"/>
              <a:gd name="connsiteX1492" fmla="*/ 514369 w 550059"/>
              <a:gd name="connsiteY1492" fmla="*/ 196306 h 736847"/>
              <a:gd name="connsiteX1493" fmla="*/ 498378 w 550059"/>
              <a:gd name="connsiteY1493" fmla="*/ 187095 h 736847"/>
              <a:gd name="connsiteX1494" fmla="*/ 494031 w 550059"/>
              <a:gd name="connsiteY1494" fmla="*/ 179431 h 736847"/>
              <a:gd name="connsiteX1495" fmla="*/ 485114 w 550059"/>
              <a:gd name="connsiteY1495" fmla="*/ 179431 h 736847"/>
              <a:gd name="connsiteX1496" fmla="*/ 480546 w 550059"/>
              <a:gd name="connsiteY1496" fmla="*/ 187095 h 736847"/>
              <a:gd name="connsiteX1497" fmla="*/ 484893 w 550059"/>
              <a:gd name="connsiteY1497" fmla="*/ 194758 h 736847"/>
              <a:gd name="connsiteX1498" fmla="*/ 493810 w 550059"/>
              <a:gd name="connsiteY1498" fmla="*/ 194758 h 736847"/>
              <a:gd name="connsiteX1499" fmla="*/ 498378 w 550059"/>
              <a:gd name="connsiteY1499" fmla="*/ 187095 h 736847"/>
              <a:gd name="connsiteX1500" fmla="*/ 477745 w 550059"/>
              <a:gd name="connsiteY1500" fmla="*/ 188642 h 736847"/>
              <a:gd name="connsiteX1501" fmla="*/ 468829 w 550059"/>
              <a:gd name="connsiteY1501" fmla="*/ 188642 h 736847"/>
              <a:gd name="connsiteX1502" fmla="*/ 464261 w 550059"/>
              <a:gd name="connsiteY1502" fmla="*/ 196306 h 736847"/>
              <a:gd name="connsiteX1503" fmla="*/ 468608 w 550059"/>
              <a:gd name="connsiteY1503" fmla="*/ 203969 h 736847"/>
              <a:gd name="connsiteX1504" fmla="*/ 477524 w 550059"/>
              <a:gd name="connsiteY1504" fmla="*/ 203969 h 736847"/>
              <a:gd name="connsiteX1505" fmla="*/ 482093 w 550059"/>
              <a:gd name="connsiteY1505" fmla="*/ 196306 h 736847"/>
              <a:gd name="connsiteX1506" fmla="*/ 477745 w 550059"/>
              <a:gd name="connsiteY1506" fmla="*/ 188642 h 736847"/>
              <a:gd name="connsiteX1507" fmla="*/ 466029 w 550059"/>
              <a:gd name="connsiteY1507" fmla="*/ 187095 h 736847"/>
              <a:gd name="connsiteX1508" fmla="*/ 461681 w 550059"/>
              <a:gd name="connsiteY1508" fmla="*/ 179431 h 736847"/>
              <a:gd name="connsiteX1509" fmla="*/ 452765 w 550059"/>
              <a:gd name="connsiteY1509" fmla="*/ 179431 h 736847"/>
              <a:gd name="connsiteX1510" fmla="*/ 448196 w 550059"/>
              <a:gd name="connsiteY1510" fmla="*/ 187095 h 736847"/>
              <a:gd name="connsiteX1511" fmla="*/ 452544 w 550059"/>
              <a:gd name="connsiteY1511" fmla="*/ 194758 h 736847"/>
              <a:gd name="connsiteX1512" fmla="*/ 461460 w 550059"/>
              <a:gd name="connsiteY1512" fmla="*/ 194758 h 736847"/>
              <a:gd name="connsiteX1513" fmla="*/ 466029 w 550059"/>
              <a:gd name="connsiteY1513" fmla="*/ 187095 h 736847"/>
              <a:gd name="connsiteX1514" fmla="*/ 445396 w 550059"/>
              <a:gd name="connsiteY1514" fmla="*/ 188716 h 736847"/>
              <a:gd name="connsiteX1515" fmla="*/ 436480 w 550059"/>
              <a:gd name="connsiteY1515" fmla="*/ 188716 h 736847"/>
              <a:gd name="connsiteX1516" fmla="*/ 431911 w 550059"/>
              <a:gd name="connsiteY1516" fmla="*/ 196380 h 736847"/>
              <a:gd name="connsiteX1517" fmla="*/ 436259 w 550059"/>
              <a:gd name="connsiteY1517" fmla="*/ 204043 h 736847"/>
              <a:gd name="connsiteX1518" fmla="*/ 445175 w 550059"/>
              <a:gd name="connsiteY1518" fmla="*/ 204043 h 736847"/>
              <a:gd name="connsiteX1519" fmla="*/ 449744 w 550059"/>
              <a:gd name="connsiteY1519" fmla="*/ 196380 h 736847"/>
              <a:gd name="connsiteX1520" fmla="*/ 445396 w 550059"/>
              <a:gd name="connsiteY1520" fmla="*/ 188716 h 736847"/>
              <a:gd name="connsiteX1521" fmla="*/ 433754 w 550059"/>
              <a:gd name="connsiteY1521" fmla="*/ 187095 h 736847"/>
              <a:gd name="connsiteX1522" fmla="*/ 429332 w 550059"/>
              <a:gd name="connsiteY1522" fmla="*/ 179431 h 736847"/>
              <a:gd name="connsiteX1523" fmla="*/ 420416 w 550059"/>
              <a:gd name="connsiteY1523" fmla="*/ 179431 h 736847"/>
              <a:gd name="connsiteX1524" fmla="*/ 415847 w 550059"/>
              <a:gd name="connsiteY1524" fmla="*/ 187095 h 736847"/>
              <a:gd name="connsiteX1525" fmla="*/ 420269 w 550059"/>
              <a:gd name="connsiteY1525" fmla="*/ 194758 h 736847"/>
              <a:gd name="connsiteX1526" fmla="*/ 429185 w 550059"/>
              <a:gd name="connsiteY1526" fmla="*/ 194758 h 736847"/>
              <a:gd name="connsiteX1527" fmla="*/ 433754 w 550059"/>
              <a:gd name="connsiteY1527" fmla="*/ 187095 h 736847"/>
              <a:gd name="connsiteX1528" fmla="*/ 413047 w 550059"/>
              <a:gd name="connsiteY1528" fmla="*/ 188716 h 736847"/>
              <a:gd name="connsiteX1529" fmla="*/ 404131 w 550059"/>
              <a:gd name="connsiteY1529" fmla="*/ 188716 h 736847"/>
              <a:gd name="connsiteX1530" fmla="*/ 399562 w 550059"/>
              <a:gd name="connsiteY1530" fmla="*/ 196380 h 736847"/>
              <a:gd name="connsiteX1531" fmla="*/ 403983 w 550059"/>
              <a:gd name="connsiteY1531" fmla="*/ 204043 h 736847"/>
              <a:gd name="connsiteX1532" fmla="*/ 412900 w 550059"/>
              <a:gd name="connsiteY1532" fmla="*/ 204043 h 736847"/>
              <a:gd name="connsiteX1533" fmla="*/ 417468 w 550059"/>
              <a:gd name="connsiteY1533" fmla="*/ 196380 h 736847"/>
              <a:gd name="connsiteX1534" fmla="*/ 413047 w 550059"/>
              <a:gd name="connsiteY1534" fmla="*/ 188716 h 736847"/>
              <a:gd name="connsiteX1535" fmla="*/ 401404 w 550059"/>
              <a:gd name="connsiteY1535" fmla="*/ 187095 h 736847"/>
              <a:gd name="connsiteX1536" fmla="*/ 396983 w 550059"/>
              <a:gd name="connsiteY1536" fmla="*/ 179431 h 736847"/>
              <a:gd name="connsiteX1537" fmla="*/ 388067 w 550059"/>
              <a:gd name="connsiteY1537" fmla="*/ 179431 h 736847"/>
              <a:gd name="connsiteX1538" fmla="*/ 383572 w 550059"/>
              <a:gd name="connsiteY1538" fmla="*/ 187095 h 736847"/>
              <a:gd name="connsiteX1539" fmla="*/ 387993 w 550059"/>
              <a:gd name="connsiteY1539" fmla="*/ 194758 h 736847"/>
              <a:gd name="connsiteX1540" fmla="*/ 396909 w 550059"/>
              <a:gd name="connsiteY1540" fmla="*/ 194758 h 736847"/>
              <a:gd name="connsiteX1541" fmla="*/ 401404 w 550059"/>
              <a:gd name="connsiteY1541" fmla="*/ 187095 h 736847"/>
              <a:gd name="connsiteX1542" fmla="*/ 380698 w 550059"/>
              <a:gd name="connsiteY1542" fmla="*/ 188716 h 736847"/>
              <a:gd name="connsiteX1543" fmla="*/ 371782 w 550059"/>
              <a:gd name="connsiteY1543" fmla="*/ 188716 h 736847"/>
              <a:gd name="connsiteX1544" fmla="*/ 367287 w 550059"/>
              <a:gd name="connsiteY1544" fmla="*/ 196380 h 736847"/>
              <a:gd name="connsiteX1545" fmla="*/ 371708 w 550059"/>
              <a:gd name="connsiteY1545" fmla="*/ 204043 h 736847"/>
              <a:gd name="connsiteX1546" fmla="*/ 380624 w 550059"/>
              <a:gd name="connsiteY1546" fmla="*/ 204043 h 736847"/>
              <a:gd name="connsiteX1547" fmla="*/ 385119 w 550059"/>
              <a:gd name="connsiteY1547" fmla="*/ 196380 h 736847"/>
              <a:gd name="connsiteX1548" fmla="*/ 380698 w 550059"/>
              <a:gd name="connsiteY1548" fmla="*/ 188716 h 736847"/>
              <a:gd name="connsiteX1549" fmla="*/ 369055 w 550059"/>
              <a:gd name="connsiteY1549" fmla="*/ 187095 h 736847"/>
              <a:gd name="connsiteX1550" fmla="*/ 364634 w 550059"/>
              <a:gd name="connsiteY1550" fmla="*/ 179431 h 736847"/>
              <a:gd name="connsiteX1551" fmla="*/ 355718 w 550059"/>
              <a:gd name="connsiteY1551" fmla="*/ 179431 h 736847"/>
              <a:gd name="connsiteX1552" fmla="*/ 351223 w 550059"/>
              <a:gd name="connsiteY1552" fmla="*/ 187095 h 736847"/>
              <a:gd name="connsiteX1553" fmla="*/ 355644 w 550059"/>
              <a:gd name="connsiteY1553" fmla="*/ 194758 h 736847"/>
              <a:gd name="connsiteX1554" fmla="*/ 364560 w 550059"/>
              <a:gd name="connsiteY1554" fmla="*/ 194758 h 736847"/>
              <a:gd name="connsiteX1555" fmla="*/ 369055 w 550059"/>
              <a:gd name="connsiteY1555" fmla="*/ 187095 h 736847"/>
              <a:gd name="connsiteX1556" fmla="*/ 348349 w 550059"/>
              <a:gd name="connsiteY1556" fmla="*/ 188716 h 736847"/>
              <a:gd name="connsiteX1557" fmla="*/ 339432 w 550059"/>
              <a:gd name="connsiteY1557" fmla="*/ 188716 h 736847"/>
              <a:gd name="connsiteX1558" fmla="*/ 334937 w 550059"/>
              <a:gd name="connsiteY1558" fmla="*/ 196380 h 736847"/>
              <a:gd name="connsiteX1559" fmla="*/ 339359 w 550059"/>
              <a:gd name="connsiteY1559" fmla="*/ 204043 h 736847"/>
              <a:gd name="connsiteX1560" fmla="*/ 348275 w 550059"/>
              <a:gd name="connsiteY1560" fmla="*/ 204043 h 736847"/>
              <a:gd name="connsiteX1561" fmla="*/ 352770 w 550059"/>
              <a:gd name="connsiteY1561" fmla="*/ 196380 h 736847"/>
              <a:gd name="connsiteX1562" fmla="*/ 348349 w 550059"/>
              <a:gd name="connsiteY1562" fmla="*/ 188716 h 736847"/>
              <a:gd name="connsiteX1563" fmla="*/ 336706 w 550059"/>
              <a:gd name="connsiteY1563" fmla="*/ 187095 h 736847"/>
              <a:gd name="connsiteX1564" fmla="*/ 332285 w 550059"/>
              <a:gd name="connsiteY1564" fmla="*/ 179431 h 736847"/>
              <a:gd name="connsiteX1565" fmla="*/ 323368 w 550059"/>
              <a:gd name="connsiteY1565" fmla="*/ 179431 h 736847"/>
              <a:gd name="connsiteX1566" fmla="*/ 318873 w 550059"/>
              <a:gd name="connsiteY1566" fmla="*/ 187095 h 736847"/>
              <a:gd name="connsiteX1567" fmla="*/ 323295 w 550059"/>
              <a:gd name="connsiteY1567" fmla="*/ 194758 h 736847"/>
              <a:gd name="connsiteX1568" fmla="*/ 332211 w 550059"/>
              <a:gd name="connsiteY1568" fmla="*/ 194758 h 736847"/>
              <a:gd name="connsiteX1569" fmla="*/ 336706 w 550059"/>
              <a:gd name="connsiteY1569" fmla="*/ 187095 h 736847"/>
              <a:gd name="connsiteX1570" fmla="*/ 316000 w 550059"/>
              <a:gd name="connsiteY1570" fmla="*/ 188716 h 736847"/>
              <a:gd name="connsiteX1571" fmla="*/ 307083 w 550059"/>
              <a:gd name="connsiteY1571" fmla="*/ 188716 h 736847"/>
              <a:gd name="connsiteX1572" fmla="*/ 302588 w 550059"/>
              <a:gd name="connsiteY1572" fmla="*/ 196380 h 736847"/>
              <a:gd name="connsiteX1573" fmla="*/ 307010 w 550059"/>
              <a:gd name="connsiteY1573" fmla="*/ 204043 h 736847"/>
              <a:gd name="connsiteX1574" fmla="*/ 315926 w 550059"/>
              <a:gd name="connsiteY1574" fmla="*/ 204043 h 736847"/>
              <a:gd name="connsiteX1575" fmla="*/ 320421 w 550059"/>
              <a:gd name="connsiteY1575" fmla="*/ 196380 h 736847"/>
              <a:gd name="connsiteX1576" fmla="*/ 316000 w 550059"/>
              <a:gd name="connsiteY1576" fmla="*/ 188716 h 736847"/>
              <a:gd name="connsiteX1577" fmla="*/ 304283 w 550059"/>
              <a:gd name="connsiteY1577" fmla="*/ 187095 h 736847"/>
              <a:gd name="connsiteX1578" fmla="*/ 299788 w 550059"/>
              <a:gd name="connsiteY1578" fmla="*/ 179431 h 736847"/>
              <a:gd name="connsiteX1579" fmla="*/ 290872 w 550059"/>
              <a:gd name="connsiteY1579" fmla="*/ 179431 h 736847"/>
              <a:gd name="connsiteX1580" fmla="*/ 286377 w 550059"/>
              <a:gd name="connsiteY1580" fmla="*/ 187095 h 736847"/>
              <a:gd name="connsiteX1581" fmla="*/ 290872 w 550059"/>
              <a:gd name="connsiteY1581" fmla="*/ 194758 h 736847"/>
              <a:gd name="connsiteX1582" fmla="*/ 299788 w 550059"/>
              <a:gd name="connsiteY1582" fmla="*/ 194758 h 736847"/>
              <a:gd name="connsiteX1583" fmla="*/ 304283 w 550059"/>
              <a:gd name="connsiteY1583" fmla="*/ 187095 h 736847"/>
              <a:gd name="connsiteX1584" fmla="*/ 283650 w 550059"/>
              <a:gd name="connsiteY1584" fmla="*/ 188716 h 736847"/>
              <a:gd name="connsiteX1585" fmla="*/ 279082 w 550059"/>
              <a:gd name="connsiteY1585" fmla="*/ 188716 h 736847"/>
              <a:gd name="connsiteX1586" fmla="*/ 279082 w 550059"/>
              <a:gd name="connsiteY1586" fmla="*/ 204117 h 736847"/>
              <a:gd name="connsiteX1587" fmla="*/ 283650 w 550059"/>
              <a:gd name="connsiteY1587" fmla="*/ 204117 h 736847"/>
              <a:gd name="connsiteX1588" fmla="*/ 288145 w 550059"/>
              <a:gd name="connsiteY1588" fmla="*/ 196453 h 736847"/>
              <a:gd name="connsiteX1589" fmla="*/ 283650 w 550059"/>
              <a:gd name="connsiteY1589" fmla="*/ 188716 h 736847"/>
              <a:gd name="connsiteX1590" fmla="*/ 279082 w 550059"/>
              <a:gd name="connsiteY1590" fmla="*/ 222686 h 736847"/>
              <a:gd name="connsiteX1591" fmla="*/ 283577 w 550059"/>
              <a:gd name="connsiteY1591" fmla="*/ 222686 h 736847"/>
              <a:gd name="connsiteX1592" fmla="*/ 288072 w 550059"/>
              <a:gd name="connsiteY1592" fmla="*/ 215023 h 736847"/>
              <a:gd name="connsiteX1593" fmla="*/ 283650 w 550059"/>
              <a:gd name="connsiteY1593" fmla="*/ 207359 h 736847"/>
              <a:gd name="connsiteX1594" fmla="*/ 279155 w 550059"/>
              <a:gd name="connsiteY1594" fmla="*/ 207359 h 736847"/>
              <a:gd name="connsiteX1595" fmla="*/ 279082 w 550059"/>
              <a:gd name="connsiteY1595" fmla="*/ 222686 h 736847"/>
              <a:gd name="connsiteX1596" fmla="*/ 279082 w 550059"/>
              <a:gd name="connsiteY1596" fmla="*/ 241182 h 736847"/>
              <a:gd name="connsiteX1597" fmla="*/ 283503 w 550059"/>
              <a:gd name="connsiteY1597" fmla="*/ 241182 h 736847"/>
              <a:gd name="connsiteX1598" fmla="*/ 287998 w 550059"/>
              <a:gd name="connsiteY1598" fmla="*/ 233519 h 736847"/>
              <a:gd name="connsiteX1599" fmla="*/ 283577 w 550059"/>
              <a:gd name="connsiteY1599" fmla="*/ 225855 h 736847"/>
              <a:gd name="connsiteX1600" fmla="*/ 279082 w 550059"/>
              <a:gd name="connsiteY1600" fmla="*/ 225855 h 736847"/>
              <a:gd name="connsiteX1601" fmla="*/ 279082 w 550059"/>
              <a:gd name="connsiteY1601" fmla="*/ 241182 h 736847"/>
              <a:gd name="connsiteX1602" fmla="*/ 336559 w 550059"/>
              <a:gd name="connsiteY1602" fmla="*/ 242951 h 736847"/>
              <a:gd name="connsiteX1603" fmla="*/ 332064 w 550059"/>
              <a:gd name="connsiteY1603" fmla="*/ 235066 h 736847"/>
              <a:gd name="connsiteX1604" fmla="*/ 323147 w 550059"/>
              <a:gd name="connsiteY1604" fmla="*/ 235066 h 736847"/>
              <a:gd name="connsiteX1605" fmla="*/ 318579 w 550059"/>
              <a:gd name="connsiteY1605" fmla="*/ 242951 h 736847"/>
              <a:gd name="connsiteX1606" fmla="*/ 336559 w 550059"/>
              <a:gd name="connsiteY1606" fmla="*/ 242951 h 736847"/>
              <a:gd name="connsiteX1607" fmla="*/ 304357 w 550059"/>
              <a:gd name="connsiteY1607" fmla="*/ 242951 h 736847"/>
              <a:gd name="connsiteX1608" fmla="*/ 299788 w 550059"/>
              <a:gd name="connsiteY1608" fmla="*/ 235066 h 736847"/>
              <a:gd name="connsiteX1609" fmla="*/ 290872 w 550059"/>
              <a:gd name="connsiteY1609" fmla="*/ 235066 h 736847"/>
              <a:gd name="connsiteX1610" fmla="*/ 286303 w 550059"/>
              <a:gd name="connsiteY1610" fmla="*/ 242951 h 736847"/>
              <a:gd name="connsiteX1611" fmla="*/ 304357 w 550059"/>
              <a:gd name="connsiteY1611" fmla="*/ 242951 h 736847"/>
              <a:gd name="connsiteX1612" fmla="*/ 350780 w 550059"/>
              <a:gd name="connsiteY1612" fmla="*/ 242951 h 736847"/>
              <a:gd name="connsiteX1613" fmla="*/ 368760 w 550059"/>
              <a:gd name="connsiteY1613" fmla="*/ 242951 h 736847"/>
              <a:gd name="connsiteX1614" fmla="*/ 364265 w 550059"/>
              <a:gd name="connsiteY1614" fmla="*/ 235066 h 736847"/>
              <a:gd name="connsiteX1615" fmla="*/ 355349 w 550059"/>
              <a:gd name="connsiteY1615" fmla="*/ 235066 h 736847"/>
              <a:gd name="connsiteX1616" fmla="*/ 350780 w 550059"/>
              <a:gd name="connsiteY1616" fmla="*/ 242951 h 736847"/>
              <a:gd name="connsiteX1617" fmla="*/ 405826 w 550059"/>
              <a:gd name="connsiteY1617" fmla="*/ 391875 h 736847"/>
              <a:gd name="connsiteX1618" fmla="*/ 401257 w 550059"/>
              <a:gd name="connsiteY1618" fmla="*/ 383253 h 736847"/>
              <a:gd name="connsiteX1619" fmla="*/ 391899 w 550059"/>
              <a:gd name="connsiteY1619" fmla="*/ 383253 h 736847"/>
              <a:gd name="connsiteX1620" fmla="*/ 387256 w 550059"/>
              <a:gd name="connsiteY1620" fmla="*/ 391875 h 736847"/>
              <a:gd name="connsiteX1621" fmla="*/ 405826 w 550059"/>
              <a:gd name="connsiteY1621" fmla="*/ 391875 h 736847"/>
              <a:gd name="connsiteX1622" fmla="*/ 439649 w 550059"/>
              <a:gd name="connsiteY1622" fmla="*/ 391875 h 736847"/>
              <a:gd name="connsiteX1623" fmla="*/ 435154 w 550059"/>
              <a:gd name="connsiteY1623" fmla="*/ 383253 h 736847"/>
              <a:gd name="connsiteX1624" fmla="*/ 425795 w 550059"/>
              <a:gd name="connsiteY1624" fmla="*/ 383253 h 736847"/>
              <a:gd name="connsiteX1625" fmla="*/ 421079 w 550059"/>
              <a:gd name="connsiteY1625" fmla="*/ 391875 h 736847"/>
              <a:gd name="connsiteX1626" fmla="*/ 439649 w 550059"/>
              <a:gd name="connsiteY1626" fmla="*/ 391875 h 736847"/>
              <a:gd name="connsiteX1627" fmla="*/ 473398 w 550059"/>
              <a:gd name="connsiteY1627" fmla="*/ 391801 h 736847"/>
              <a:gd name="connsiteX1628" fmla="*/ 468977 w 550059"/>
              <a:gd name="connsiteY1628" fmla="*/ 383180 h 736847"/>
              <a:gd name="connsiteX1629" fmla="*/ 459618 w 550059"/>
              <a:gd name="connsiteY1629" fmla="*/ 383180 h 736847"/>
              <a:gd name="connsiteX1630" fmla="*/ 454902 w 550059"/>
              <a:gd name="connsiteY1630" fmla="*/ 391801 h 736847"/>
              <a:gd name="connsiteX1631" fmla="*/ 473398 w 550059"/>
              <a:gd name="connsiteY1631" fmla="*/ 391801 h 736847"/>
              <a:gd name="connsiteX1632" fmla="*/ 476345 w 550059"/>
              <a:gd name="connsiteY1632" fmla="*/ 390106 h 736847"/>
              <a:gd name="connsiteX1633" fmla="*/ 485704 w 550059"/>
              <a:gd name="connsiteY1633" fmla="*/ 390106 h 736847"/>
              <a:gd name="connsiteX1634" fmla="*/ 490715 w 550059"/>
              <a:gd name="connsiteY1634" fmla="*/ 381411 h 736847"/>
              <a:gd name="connsiteX1635" fmla="*/ 486293 w 550059"/>
              <a:gd name="connsiteY1635" fmla="*/ 373895 h 736847"/>
              <a:gd name="connsiteX1636" fmla="*/ 476861 w 550059"/>
              <a:gd name="connsiteY1636" fmla="*/ 373895 h 736847"/>
              <a:gd name="connsiteX1637" fmla="*/ 471924 w 550059"/>
              <a:gd name="connsiteY1637" fmla="*/ 381411 h 736847"/>
              <a:gd name="connsiteX1638" fmla="*/ 476345 w 550059"/>
              <a:gd name="connsiteY1638" fmla="*/ 390106 h 736847"/>
              <a:gd name="connsiteX1639" fmla="*/ 493662 w 550059"/>
              <a:gd name="connsiteY1639" fmla="*/ 379643 h 736847"/>
              <a:gd name="connsiteX1640" fmla="*/ 503094 w 550059"/>
              <a:gd name="connsiteY1640" fmla="*/ 379643 h 736847"/>
              <a:gd name="connsiteX1641" fmla="*/ 508179 w 550059"/>
              <a:gd name="connsiteY1641" fmla="*/ 372347 h 736847"/>
              <a:gd name="connsiteX1642" fmla="*/ 503757 w 550059"/>
              <a:gd name="connsiteY1642" fmla="*/ 364610 h 736847"/>
              <a:gd name="connsiteX1643" fmla="*/ 494252 w 550059"/>
              <a:gd name="connsiteY1643" fmla="*/ 364610 h 736847"/>
              <a:gd name="connsiteX1644" fmla="*/ 489241 w 550059"/>
              <a:gd name="connsiteY1644" fmla="*/ 372347 h 736847"/>
              <a:gd name="connsiteX1645" fmla="*/ 493662 w 550059"/>
              <a:gd name="connsiteY1645" fmla="*/ 379643 h 736847"/>
              <a:gd name="connsiteX1646" fmla="*/ 505894 w 550059"/>
              <a:gd name="connsiteY1646" fmla="*/ 381411 h 736847"/>
              <a:gd name="connsiteX1647" fmla="*/ 510168 w 550059"/>
              <a:gd name="connsiteY1647" fmla="*/ 390106 h 736847"/>
              <a:gd name="connsiteX1648" fmla="*/ 519527 w 550059"/>
              <a:gd name="connsiteY1648" fmla="*/ 390106 h 736847"/>
              <a:gd name="connsiteX1649" fmla="*/ 524759 w 550059"/>
              <a:gd name="connsiteY1649" fmla="*/ 381411 h 736847"/>
              <a:gd name="connsiteX1650" fmla="*/ 520558 w 550059"/>
              <a:gd name="connsiteY1650" fmla="*/ 373895 h 736847"/>
              <a:gd name="connsiteX1651" fmla="*/ 511126 w 550059"/>
              <a:gd name="connsiteY1651" fmla="*/ 373895 h 736847"/>
              <a:gd name="connsiteX1652" fmla="*/ 505894 w 550059"/>
              <a:gd name="connsiteY1652" fmla="*/ 381411 h 736847"/>
              <a:gd name="connsiteX1653" fmla="*/ 527706 w 550059"/>
              <a:gd name="connsiteY1653" fmla="*/ 379569 h 736847"/>
              <a:gd name="connsiteX1654" fmla="*/ 531612 w 550059"/>
              <a:gd name="connsiteY1654" fmla="*/ 379569 h 736847"/>
              <a:gd name="connsiteX1655" fmla="*/ 532938 w 550059"/>
              <a:gd name="connsiteY1655" fmla="*/ 364537 h 736847"/>
              <a:gd name="connsiteX1656" fmla="*/ 528590 w 550059"/>
              <a:gd name="connsiteY1656" fmla="*/ 364537 h 736847"/>
              <a:gd name="connsiteX1657" fmla="*/ 523506 w 550059"/>
              <a:gd name="connsiteY1657" fmla="*/ 372274 h 736847"/>
              <a:gd name="connsiteX1658" fmla="*/ 527706 w 550059"/>
              <a:gd name="connsiteY1658" fmla="*/ 379569 h 736847"/>
              <a:gd name="connsiteX1659" fmla="*/ 525717 w 550059"/>
              <a:gd name="connsiteY1659" fmla="*/ 362989 h 736847"/>
              <a:gd name="connsiteX1660" fmla="*/ 521295 w 550059"/>
              <a:gd name="connsiteY1660" fmla="*/ 355252 h 736847"/>
              <a:gd name="connsiteX1661" fmla="*/ 511790 w 550059"/>
              <a:gd name="connsiteY1661" fmla="*/ 355252 h 736847"/>
              <a:gd name="connsiteX1662" fmla="*/ 506779 w 550059"/>
              <a:gd name="connsiteY1662" fmla="*/ 362989 h 736847"/>
              <a:gd name="connsiteX1663" fmla="*/ 511200 w 550059"/>
              <a:gd name="connsiteY1663" fmla="*/ 370726 h 736847"/>
              <a:gd name="connsiteX1664" fmla="*/ 520632 w 550059"/>
              <a:gd name="connsiteY1664" fmla="*/ 370726 h 736847"/>
              <a:gd name="connsiteX1665" fmla="*/ 525717 w 550059"/>
              <a:gd name="connsiteY1665" fmla="*/ 362989 h 736847"/>
              <a:gd name="connsiteX1666" fmla="*/ 521369 w 550059"/>
              <a:gd name="connsiteY1666" fmla="*/ 352083 h 736847"/>
              <a:gd name="connsiteX1667" fmla="*/ 526380 w 550059"/>
              <a:gd name="connsiteY1667" fmla="*/ 344346 h 736847"/>
              <a:gd name="connsiteX1668" fmla="*/ 521811 w 550059"/>
              <a:gd name="connsiteY1668" fmla="*/ 336609 h 736847"/>
              <a:gd name="connsiteX1669" fmla="*/ 512305 w 550059"/>
              <a:gd name="connsiteY1669" fmla="*/ 336609 h 736847"/>
              <a:gd name="connsiteX1670" fmla="*/ 507368 w 550059"/>
              <a:gd name="connsiteY1670" fmla="*/ 344346 h 736847"/>
              <a:gd name="connsiteX1671" fmla="*/ 511937 w 550059"/>
              <a:gd name="connsiteY1671" fmla="*/ 352083 h 736847"/>
              <a:gd name="connsiteX1672" fmla="*/ 521369 w 550059"/>
              <a:gd name="connsiteY1672" fmla="*/ 352083 h 736847"/>
              <a:gd name="connsiteX1673" fmla="*/ 521885 w 550059"/>
              <a:gd name="connsiteY1673" fmla="*/ 333366 h 736847"/>
              <a:gd name="connsiteX1674" fmla="*/ 526822 w 550059"/>
              <a:gd name="connsiteY1674" fmla="*/ 325555 h 736847"/>
              <a:gd name="connsiteX1675" fmla="*/ 507737 w 550059"/>
              <a:gd name="connsiteY1675" fmla="*/ 325555 h 736847"/>
              <a:gd name="connsiteX1676" fmla="*/ 512379 w 550059"/>
              <a:gd name="connsiteY1676" fmla="*/ 333366 h 736847"/>
              <a:gd name="connsiteX1677" fmla="*/ 521885 w 550059"/>
              <a:gd name="connsiteY1677" fmla="*/ 333366 h 736847"/>
              <a:gd name="connsiteX1678" fmla="*/ 497568 w 550059"/>
              <a:gd name="connsiteY1678" fmla="*/ 242877 h 736847"/>
              <a:gd name="connsiteX1679" fmla="*/ 493146 w 550059"/>
              <a:gd name="connsiteY1679" fmla="*/ 234992 h 736847"/>
              <a:gd name="connsiteX1680" fmla="*/ 484230 w 550059"/>
              <a:gd name="connsiteY1680" fmla="*/ 234992 h 736847"/>
              <a:gd name="connsiteX1681" fmla="*/ 479588 w 550059"/>
              <a:gd name="connsiteY1681" fmla="*/ 242877 h 736847"/>
              <a:gd name="connsiteX1682" fmla="*/ 497568 w 550059"/>
              <a:gd name="connsiteY1682" fmla="*/ 242877 h 736847"/>
              <a:gd name="connsiteX1683" fmla="*/ 465440 w 550059"/>
              <a:gd name="connsiteY1683" fmla="*/ 242951 h 736847"/>
              <a:gd name="connsiteX1684" fmla="*/ 461018 w 550059"/>
              <a:gd name="connsiteY1684" fmla="*/ 235066 h 736847"/>
              <a:gd name="connsiteX1685" fmla="*/ 452102 w 550059"/>
              <a:gd name="connsiteY1685" fmla="*/ 235066 h 736847"/>
              <a:gd name="connsiteX1686" fmla="*/ 447460 w 550059"/>
              <a:gd name="connsiteY1686" fmla="*/ 242951 h 736847"/>
              <a:gd name="connsiteX1687" fmla="*/ 465440 w 550059"/>
              <a:gd name="connsiteY1687" fmla="*/ 242951 h 736847"/>
              <a:gd name="connsiteX1688" fmla="*/ 433238 w 550059"/>
              <a:gd name="connsiteY1688" fmla="*/ 242951 h 736847"/>
              <a:gd name="connsiteX1689" fmla="*/ 428743 w 550059"/>
              <a:gd name="connsiteY1689" fmla="*/ 235066 h 736847"/>
              <a:gd name="connsiteX1690" fmla="*/ 419826 w 550059"/>
              <a:gd name="connsiteY1690" fmla="*/ 235066 h 736847"/>
              <a:gd name="connsiteX1691" fmla="*/ 415184 w 550059"/>
              <a:gd name="connsiteY1691" fmla="*/ 242951 h 736847"/>
              <a:gd name="connsiteX1692" fmla="*/ 433238 w 550059"/>
              <a:gd name="connsiteY1692" fmla="*/ 242951 h 736847"/>
              <a:gd name="connsiteX1693" fmla="*/ 529696 w 550059"/>
              <a:gd name="connsiteY1693" fmla="*/ 242877 h 736847"/>
              <a:gd name="connsiteX1694" fmla="*/ 525274 w 550059"/>
              <a:gd name="connsiteY1694" fmla="*/ 234992 h 736847"/>
              <a:gd name="connsiteX1695" fmla="*/ 516358 w 550059"/>
              <a:gd name="connsiteY1695" fmla="*/ 234992 h 736847"/>
              <a:gd name="connsiteX1696" fmla="*/ 511642 w 550059"/>
              <a:gd name="connsiteY1696" fmla="*/ 242877 h 736847"/>
              <a:gd name="connsiteX1697" fmla="*/ 529696 w 550059"/>
              <a:gd name="connsiteY1697" fmla="*/ 242877 h 736847"/>
              <a:gd name="connsiteX1698" fmla="*/ 532422 w 550059"/>
              <a:gd name="connsiteY1698" fmla="*/ 241108 h 736847"/>
              <a:gd name="connsiteX1699" fmla="*/ 537654 w 550059"/>
              <a:gd name="connsiteY1699" fmla="*/ 241108 h 736847"/>
              <a:gd name="connsiteX1700" fmla="*/ 538023 w 550059"/>
              <a:gd name="connsiteY1700" fmla="*/ 225708 h 736847"/>
              <a:gd name="connsiteX1701" fmla="*/ 532717 w 550059"/>
              <a:gd name="connsiteY1701" fmla="*/ 225708 h 736847"/>
              <a:gd name="connsiteX1702" fmla="*/ 528148 w 550059"/>
              <a:gd name="connsiteY1702" fmla="*/ 233371 h 736847"/>
              <a:gd name="connsiteX1703" fmla="*/ 532422 w 550059"/>
              <a:gd name="connsiteY1703" fmla="*/ 241108 h 736847"/>
              <a:gd name="connsiteX1704" fmla="*/ 538023 w 550059"/>
              <a:gd name="connsiteY1704" fmla="*/ 222539 h 736847"/>
              <a:gd name="connsiteX1705" fmla="*/ 538317 w 550059"/>
              <a:gd name="connsiteY1705" fmla="*/ 207138 h 736847"/>
              <a:gd name="connsiteX1706" fmla="*/ 533012 w 550059"/>
              <a:gd name="connsiteY1706" fmla="*/ 207138 h 736847"/>
              <a:gd name="connsiteX1707" fmla="*/ 528443 w 550059"/>
              <a:gd name="connsiteY1707" fmla="*/ 214802 h 736847"/>
              <a:gd name="connsiteX1708" fmla="*/ 532717 w 550059"/>
              <a:gd name="connsiteY1708" fmla="*/ 222465 h 736847"/>
              <a:gd name="connsiteX1709" fmla="*/ 538023 w 550059"/>
              <a:gd name="connsiteY1709" fmla="*/ 222539 h 736847"/>
              <a:gd name="connsiteX1710" fmla="*/ 538391 w 550059"/>
              <a:gd name="connsiteY1710" fmla="*/ 204043 h 736847"/>
              <a:gd name="connsiteX1711" fmla="*/ 538686 w 550059"/>
              <a:gd name="connsiteY1711" fmla="*/ 188642 h 736847"/>
              <a:gd name="connsiteX1712" fmla="*/ 533380 w 550059"/>
              <a:gd name="connsiteY1712" fmla="*/ 188642 h 736847"/>
              <a:gd name="connsiteX1713" fmla="*/ 528812 w 550059"/>
              <a:gd name="connsiteY1713" fmla="*/ 196306 h 736847"/>
              <a:gd name="connsiteX1714" fmla="*/ 533159 w 550059"/>
              <a:gd name="connsiteY1714" fmla="*/ 203969 h 736847"/>
              <a:gd name="connsiteX1715" fmla="*/ 538391 w 550059"/>
              <a:gd name="connsiteY1715" fmla="*/ 204043 h 736847"/>
              <a:gd name="connsiteX1716" fmla="*/ 530654 w 550059"/>
              <a:gd name="connsiteY1716" fmla="*/ 187021 h 736847"/>
              <a:gd name="connsiteX1717" fmla="*/ 526306 w 550059"/>
              <a:gd name="connsiteY1717" fmla="*/ 179358 h 736847"/>
              <a:gd name="connsiteX1718" fmla="*/ 517390 w 550059"/>
              <a:gd name="connsiteY1718" fmla="*/ 179358 h 736847"/>
              <a:gd name="connsiteX1719" fmla="*/ 512821 w 550059"/>
              <a:gd name="connsiteY1719" fmla="*/ 187021 h 736847"/>
              <a:gd name="connsiteX1720" fmla="*/ 517169 w 550059"/>
              <a:gd name="connsiteY1720" fmla="*/ 194685 h 736847"/>
              <a:gd name="connsiteX1721" fmla="*/ 526085 w 550059"/>
              <a:gd name="connsiteY1721" fmla="*/ 194685 h 736847"/>
              <a:gd name="connsiteX1722" fmla="*/ 530654 w 550059"/>
              <a:gd name="connsiteY1722" fmla="*/ 187021 h 736847"/>
              <a:gd name="connsiteX1723" fmla="*/ 334716 w 550059"/>
              <a:gd name="connsiteY1723" fmla="*/ 177368 h 736847"/>
              <a:gd name="connsiteX1724" fmla="*/ 339432 w 550059"/>
              <a:gd name="connsiteY1724" fmla="*/ 185547 h 736847"/>
              <a:gd name="connsiteX1725" fmla="*/ 348349 w 550059"/>
              <a:gd name="connsiteY1725" fmla="*/ 185547 h 736847"/>
              <a:gd name="connsiteX1726" fmla="*/ 353139 w 550059"/>
              <a:gd name="connsiteY1726" fmla="*/ 177368 h 736847"/>
              <a:gd name="connsiteX1727" fmla="*/ 334716 w 550059"/>
              <a:gd name="connsiteY1727" fmla="*/ 177368 h 736847"/>
              <a:gd name="connsiteX1728" fmla="*/ 367066 w 550059"/>
              <a:gd name="connsiteY1728" fmla="*/ 177294 h 736847"/>
              <a:gd name="connsiteX1729" fmla="*/ 371782 w 550059"/>
              <a:gd name="connsiteY1729" fmla="*/ 185474 h 736847"/>
              <a:gd name="connsiteX1730" fmla="*/ 380698 w 550059"/>
              <a:gd name="connsiteY1730" fmla="*/ 185474 h 736847"/>
              <a:gd name="connsiteX1731" fmla="*/ 385561 w 550059"/>
              <a:gd name="connsiteY1731" fmla="*/ 177294 h 736847"/>
              <a:gd name="connsiteX1732" fmla="*/ 367066 w 550059"/>
              <a:gd name="connsiteY1732" fmla="*/ 177294 h 736847"/>
              <a:gd name="connsiteX1733" fmla="*/ 399488 w 550059"/>
              <a:gd name="connsiteY1733" fmla="*/ 177294 h 736847"/>
              <a:gd name="connsiteX1734" fmla="*/ 404205 w 550059"/>
              <a:gd name="connsiteY1734" fmla="*/ 185474 h 736847"/>
              <a:gd name="connsiteX1735" fmla="*/ 413121 w 550059"/>
              <a:gd name="connsiteY1735" fmla="*/ 185474 h 736847"/>
              <a:gd name="connsiteX1736" fmla="*/ 417984 w 550059"/>
              <a:gd name="connsiteY1736" fmla="*/ 177294 h 736847"/>
              <a:gd name="connsiteX1737" fmla="*/ 399488 w 550059"/>
              <a:gd name="connsiteY1737" fmla="*/ 177294 h 736847"/>
              <a:gd name="connsiteX1738" fmla="*/ 431838 w 550059"/>
              <a:gd name="connsiteY1738" fmla="*/ 177294 h 736847"/>
              <a:gd name="connsiteX1739" fmla="*/ 436480 w 550059"/>
              <a:gd name="connsiteY1739" fmla="*/ 185474 h 736847"/>
              <a:gd name="connsiteX1740" fmla="*/ 445396 w 550059"/>
              <a:gd name="connsiteY1740" fmla="*/ 185474 h 736847"/>
              <a:gd name="connsiteX1741" fmla="*/ 450260 w 550059"/>
              <a:gd name="connsiteY1741" fmla="*/ 177294 h 736847"/>
              <a:gd name="connsiteX1742" fmla="*/ 431838 w 550059"/>
              <a:gd name="connsiteY1742" fmla="*/ 177294 h 736847"/>
              <a:gd name="connsiteX1743" fmla="*/ 464187 w 550059"/>
              <a:gd name="connsiteY1743" fmla="*/ 177294 h 736847"/>
              <a:gd name="connsiteX1744" fmla="*/ 468829 w 550059"/>
              <a:gd name="connsiteY1744" fmla="*/ 185474 h 736847"/>
              <a:gd name="connsiteX1745" fmla="*/ 477745 w 550059"/>
              <a:gd name="connsiteY1745" fmla="*/ 185474 h 736847"/>
              <a:gd name="connsiteX1746" fmla="*/ 482609 w 550059"/>
              <a:gd name="connsiteY1746" fmla="*/ 177294 h 736847"/>
              <a:gd name="connsiteX1747" fmla="*/ 464187 w 550059"/>
              <a:gd name="connsiteY1747" fmla="*/ 177294 h 736847"/>
              <a:gd name="connsiteX1748" fmla="*/ 496536 w 550059"/>
              <a:gd name="connsiteY1748" fmla="*/ 177294 h 736847"/>
              <a:gd name="connsiteX1749" fmla="*/ 501178 w 550059"/>
              <a:gd name="connsiteY1749" fmla="*/ 185474 h 736847"/>
              <a:gd name="connsiteX1750" fmla="*/ 510095 w 550059"/>
              <a:gd name="connsiteY1750" fmla="*/ 185474 h 736847"/>
              <a:gd name="connsiteX1751" fmla="*/ 514958 w 550059"/>
              <a:gd name="connsiteY1751" fmla="*/ 177294 h 736847"/>
              <a:gd name="connsiteX1752" fmla="*/ 496536 w 550059"/>
              <a:gd name="connsiteY1752" fmla="*/ 177294 h 736847"/>
              <a:gd name="connsiteX1753" fmla="*/ 302294 w 550059"/>
              <a:gd name="connsiteY1753" fmla="*/ 177368 h 736847"/>
              <a:gd name="connsiteX1754" fmla="*/ 307083 w 550059"/>
              <a:gd name="connsiteY1754" fmla="*/ 185547 h 736847"/>
              <a:gd name="connsiteX1755" fmla="*/ 316000 w 550059"/>
              <a:gd name="connsiteY1755" fmla="*/ 185547 h 736847"/>
              <a:gd name="connsiteX1756" fmla="*/ 320789 w 550059"/>
              <a:gd name="connsiteY1756" fmla="*/ 177368 h 736847"/>
              <a:gd name="connsiteX1757" fmla="*/ 302294 w 550059"/>
              <a:gd name="connsiteY1757" fmla="*/ 177368 h 736847"/>
              <a:gd name="connsiteX1758" fmla="*/ 279082 w 550059"/>
              <a:gd name="connsiteY1758" fmla="*/ 177368 h 736847"/>
              <a:gd name="connsiteX1759" fmla="*/ 279082 w 550059"/>
              <a:gd name="connsiteY1759" fmla="*/ 185547 h 736847"/>
              <a:gd name="connsiteX1760" fmla="*/ 283650 w 550059"/>
              <a:gd name="connsiteY1760" fmla="*/ 185547 h 736847"/>
              <a:gd name="connsiteX1761" fmla="*/ 288440 w 550059"/>
              <a:gd name="connsiteY1761" fmla="*/ 177368 h 736847"/>
              <a:gd name="connsiteX1762" fmla="*/ 279082 w 550059"/>
              <a:gd name="connsiteY1762" fmla="*/ 177368 h 736847"/>
              <a:gd name="connsiteX1763" fmla="*/ 395509 w 550059"/>
              <a:gd name="connsiteY1763" fmla="*/ 457605 h 736847"/>
              <a:gd name="connsiteX1764" fmla="*/ 408626 w 550059"/>
              <a:gd name="connsiteY1764" fmla="*/ 431593 h 736847"/>
              <a:gd name="connsiteX1765" fmla="*/ 412015 w 550059"/>
              <a:gd name="connsiteY1765" fmla="*/ 426140 h 736847"/>
              <a:gd name="connsiteX1766" fmla="*/ 405531 w 550059"/>
              <a:gd name="connsiteY1766" fmla="*/ 425182 h 736847"/>
              <a:gd name="connsiteX1767" fmla="*/ 391677 w 550059"/>
              <a:gd name="connsiteY1767" fmla="*/ 435646 h 736847"/>
              <a:gd name="connsiteX1768" fmla="*/ 382835 w 550059"/>
              <a:gd name="connsiteY1768" fmla="*/ 453257 h 736847"/>
              <a:gd name="connsiteX1769" fmla="*/ 378487 w 550059"/>
              <a:gd name="connsiteY1769" fmla="*/ 461068 h 736847"/>
              <a:gd name="connsiteX1770" fmla="*/ 370308 w 550059"/>
              <a:gd name="connsiteY1770" fmla="*/ 464753 h 736847"/>
              <a:gd name="connsiteX1771" fmla="*/ 363307 w 550059"/>
              <a:gd name="connsiteY1771" fmla="*/ 466595 h 736847"/>
              <a:gd name="connsiteX1772" fmla="*/ 359992 w 550059"/>
              <a:gd name="connsiteY1772" fmla="*/ 464826 h 736847"/>
              <a:gd name="connsiteX1773" fmla="*/ 359255 w 550059"/>
              <a:gd name="connsiteY1773" fmla="*/ 462026 h 736847"/>
              <a:gd name="connsiteX1774" fmla="*/ 356676 w 550059"/>
              <a:gd name="connsiteY1774" fmla="*/ 465121 h 736847"/>
              <a:gd name="connsiteX1775" fmla="*/ 357412 w 550059"/>
              <a:gd name="connsiteY1775" fmla="*/ 467258 h 736847"/>
              <a:gd name="connsiteX1776" fmla="*/ 363307 w 550059"/>
              <a:gd name="connsiteY1776" fmla="*/ 470058 h 736847"/>
              <a:gd name="connsiteX1777" fmla="*/ 371118 w 550059"/>
              <a:gd name="connsiteY1777" fmla="*/ 467921 h 736847"/>
              <a:gd name="connsiteX1778" fmla="*/ 382098 w 550059"/>
              <a:gd name="connsiteY1778" fmla="*/ 462247 h 736847"/>
              <a:gd name="connsiteX1779" fmla="*/ 385930 w 550059"/>
              <a:gd name="connsiteY1779" fmla="*/ 454436 h 736847"/>
              <a:gd name="connsiteX1780" fmla="*/ 406047 w 550059"/>
              <a:gd name="connsiteY1780" fmla="*/ 427466 h 736847"/>
              <a:gd name="connsiteX1781" fmla="*/ 409289 w 550059"/>
              <a:gd name="connsiteY1781" fmla="*/ 427466 h 736847"/>
              <a:gd name="connsiteX1782" fmla="*/ 407226 w 550059"/>
              <a:gd name="connsiteY1782" fmla="*/ 429603 h 736847"/>
              <a:gd name="connsiteX1783" fmla="*/ 392193 w 550059"/>
              <a:gd name="connsiteY1783" fmla="*/ 458268 h 736847"/>
              <a:gd name="connsiteX1784" fmla="*/ 397573 w 550059"/>
              <a:gd name="connsiteY1784" fmla="*/ 463647 h 736847"/>
              <a:gd name="connsiteX1785" fmla="*/ 403173 w 550059"/>
              <a:gd name="connsiteY1785" fmla="*/ 463205 h 736847"/>
              <a:gd name="connsiteX1786" fmla="*/ 415037 w 550059"/>
              <a:gd name="connsiteY1786" fmla="*/ 459816 h 736847"/>
              <a:gd name="connsiteX1787" fmla="*/ 417984 w 550059"/>
              <a:gd name="connsiteY1787" fmla="*/ 456794 h 736847"/>
              <a:gd name="connsiteX1788" fmla="*/ 420490 w 550059"/>
              <a:gd name="connsiteY1788" fmla="*/ 453110 h 736847"/>
              <a:gd name="connsiteX1789" fmla="*/ 446649 w 550059"/>
              <a:gd name="connsiteY1789" fmla="*/ 432772 h 736847"/>
              <a:gd name="connsiteX1790" fmla="*/ 449597 w 550059"/>
              <a:gd name="connsiteY1790" fmla="*/ 433214 h 736847"/>
              <a:gd name="connsiteX1791" fmla="*/ 447681 w 550059"/>
              <a:gd name="connsiteY1791" fmla="*/ 434688 h 736847"/>
              <a:gd name="connsiteX1792" fmla="*/ 425943 w 550059"/>
              <a:gd name="connsiteY1792" fmla="*/ 457458 h 736847"/>
              <a:gd name="connsiteX1793" fmla="*/ 429922 w 550059"/>
              <a:gd name="connsiteY1793" fmla="*/ 463942 h 736847"/>
              <a:gd name="connsiteX1794" fmla="*/ 433680 w 550059"/>
              <a:gd name="connsiteY1794" fmla="*/ 464384 h 736847"/>
              <a:gd name="connsiteX1795" fmla="*/ 444144 w 550059"/>
              <a:gd name="connsiteY1795" fmla="*/ 464090 h 736847"/>
              <a:gd name="connsiteX1796" fmla="*/ 448712 w 550059"/>
              <a:gd name="connsiteY1796" fmla="*/ 461879 h 736847"/>
              <a:gd name="connsiteX1797" fmla="*/ 452839 w 550059"/>
              <a:gd name="connsiteY1797" fmla="*/ 458489 h 736847"/>
              <a:gd name="connsiteX1798" fmla="*/ 476272 w 550059"/>
              <a:gd name="connsiteY1798" fmla="*/ 445225 h 736847"/>
              <a:gd name="connsiteX1799" fmla="*/ 476640 w 550059"/>
              <a:gd name="connsiteY1799" fmla="*/ 447362 h 736847"/>
              <a:gd name="connsiteX1800" fmla="*/ 456302 w 550059"/>
              <a:gd name="connsiteY1800" fmla="*/ 464532 h 736847"/>
              <a:gd name="connsiteX1801" fmla="*/ 458071 w 550059"/>
              <a:gd name="connsiteY1801" fmla="*/ 469690 h 736847"/>
              <a:gd name="connsiteX1802" fmla="*/ 466250 w 550059"/>
              <a:gd name="connsiteY1802" fmla="*/ 473816 h 736847"/>
              <a:gd name="connsiteX1803" fmla="*/ 473693 w 550059"/>
              <a:gd name="connsiteY1803" fmla="*/ 477943 h 736847"/>
              <a:gd name="connsiteX1804" fmla="*/ 479514 w 550059"/>
              <a:gd name="connsiteY1804" fmla="*/ 483912 h 736847"/>
              <a:gd name="connsiteX1805" fmla="*/ 471408 w 550059"/>
              <a:gd name="connsiteY1805" fmla="*/ 483101 h 736847"/>
              <a:gd name="connsiteX1806" fmla="*/ 441565 w 550059"/>
              <a:gd name="connsiteY1806" fmla="*/ 473964 h 736847"/>
              <a:gd name="connsiteX1807" fmla="*/ 329116 w 550059"/>
              <a:gd name="connsiteY1807" fmla="*/ 496881 h 736847"/>
              <a:gd name="connsiteX1808" fmla="*/ 327495 w 550059"/>
              <a:gd name="connsiteY1808" fmla="*/ 500492 h 736847"/>
              <a:gd name="connsiteX1809" fmla="*/ 324474 w 550059"/>
              <a:gd name="connsiteY1809" fmla="*/ 508303 h 736847"/>
              <a:gd name="connsiteX1810" fmla="*/ 315926 w 550059"/>
              <a:gd name="connsiteY1810" fmla="*/ 506755 h 736847"/>
              <a:gd name="connsiteX1811" fmla="*/ 311210 w 550059"/>
              <a:gd name="connsiteY1811" fmla="*/ 505576 h 736847"/>
              <a:gd name="connsiteX1812" fmla="*/ 300083 w 550059"/>
              <a:gd name="connsiteY1812" fmla="*/ 502481 h 736847"/>
              <a:gd name="connsiteX1813" fmla="*/ 296841 w 550059"/>
              <a:gd name="connsiteY1813" fmla="*/ 503218 h 736847"/>
              <a:gd name="connsiteX1814" fmla="*/ 312020 w 550059"/>
              <a:gd name="connsiteY1814" fmla="*/ 508745 h 736847"/>
              <a:gd name="connsiteX1815" fmla="*/ 313715 w 550059"/>
              <a:gd name="connsiteY1815" fmla="*/ 509187 h 736847"/>
              <a:gd name="connsiteX1816" fmla="*/ 326758 w 550059"/>
              <a:gd name="connsiteY1816" fmla="*/ 510808 h 736847"/>
              <a:gd name="connsiteX1817" fmla="*/ 330811 w 550059"/>
              <a:gd name="connsiteY1817" fmla="*/ 500271 h 736847"/>
              <a:gd name="connsiteX1818" fmla="*/ 331179 w 550059"/>
              <a:gd name="connsiteY1818" fmla="*/ 499534 h 736847"/>
              <a:gd name="connsiteX1819" fmla="*/ 441122 w 550059"/>
              <a:gd name="connsiteY1819" fmla="*/ 477132 h 736847"/>
              <a:gd name="connsiteX1820" fmla="*/ 470156 w 550059"/>
              <a:gd name="connsiteY1820" fmla="*/ 485607 h 736847"/>
              <a:gd name="connsiteX1821" fmla="*/ 482609 w 550059"/>
              <a:gd name="connsiteY1821" fmla="*/ 485312 h 736847"/>
              <a:gd name="connsiteX1822" fmla="*/ 475830 w 550059"/>
              <a:gd name="connsiteY1822" fmla="*/ 476027 h 736847"/>
              <a:gd name="connsiteX1823" fmla="*/ 468608 w 550059"/>
              <a:gd name="connsiteY1823" fmla="*/ 471458 h 736847"/>
              <a:gd name="connsiteX1824" fmla="*/ 461460 w 550059"/>
              <a:gd name="connsiteY1824" fmla="*/ 467479 h 736847"/>
              <a:gd name="connsiteX1825" fmla="*/ 460502 w 550059"/>
              <a:gd name="connsiteY1825" fmla="*/ 464605 h 736847"/>
              <a:gd name="connsiteX1826" fmla="*/ 467282 w 550059"/>
              <a:gd name="connsiteY1826" fmla="*/ 456352 h 736847"/>
              <a:gd name="connsiteX1827" fmla="*/ 476861 w 550059"/>
              <a:gd name="connsiteY1827" fmla="*/ 450089 h 736847"/>
              <a:gd name="connsiteX1828" fmla="*/ 481872 w 550059"/>
              <a:gd name="connsiteY1828" fmla="*/ 445741 h 736847"/>
              <a:gd name="connsiteX1829" fmla="*/ 475240 w 550059"/>
              <a:gd name="connsiteY1829" fmla="*/ 443457 h 736847"/>
              <a:gd name="connsiteX1830" fmla="*/ 450923 w 550059"/>
              <a:gd name="connsiteY1830" fmla="*/ 456426 h 736847"/>
              <a:gd name="connsiteX1831" fmla="*/ 443775 w 550059"/>
              <a:gd name="connsiteY1831" fmla="*/ 461142 h 736847"/>
              <a:gd name="connsiteX1832" fmla="*/ 434343 w 550059"/>
              <a:gd name="connsiteY1832" fmla="*/ 461510 h 736847"/>
              <a:gd name="connsiteX1833" fmla="*/ 431543 w 550059"/>
              <a:gd name="connsiteY1833" fmla="*/ 461142 h 736847"/>
              <a:gd name="connsiteX1834" fmla="*/ 429627 w 550059"/>
              <a:gd name="connsiteY1834" fmla="*/ 457900 h 736847"/>
              <a:gd name="connsiteX1835" fmla="*/ 448565 w 550059"/>
              <a:gd name="connsiteY1835" fmla="*/ 437414 h 736847"/>
              <a:gd name="connsiteX1836" fmla="*/ 452691 w 550059"/>
              <a:gd name="connsiteY1836" fmla="*/ 432919 h 736847"/>
              <a:gd name="connsiteX1837" fmla="*/ 446207 w 550059"/>
              <a:gd name="connsiteY1837" fmla="*/ 431003 h 736847"/>
              <a:gd name="connsiteX1838" fmla="*/ 418132 w 550059"/>
              <a:gd name="connsiteY1838" fmla="*/ 451710 h 736847"/>
              <a:gd name="connsiteX1839" fmla="*/ 412458 w 550059"/>
              <a:gd name="connsiteY1839" fmla="*/ 458194 h 736847"/>
              <a:gd name="connsiteX1840" fmla="*/ 403394 w 550059"/>
              <a:gd name="connsiteY1840" fmla="*/ 460405 h 736847"/>
              <a:gd name="connsiteX1841" fmla="*/ 398604 w 550059"/>
              <a:gd name="connsiteY1841" fmla="*/ 460774 h 736847"/>
              <a:gd name="connsiteX1842" fmla="*/ 395509 w 550059"/>
              <a:gd name="connsiteY1842" fmla="*/ 457605 h 736847"/>
              <a:gd name="connsiteX1843" fmla="*/ 529254 w 550059"/>
              <a:gd name="connsiteY1843" fmla="*/ 399981 h 736847"/>
              <a:gd name="connsiteX1844" fmla="*/ 378708 w 550059"/>
              <a:gd name="connsiteY1844" fmla="*/ 400054 h 736847"/>
              <a:gd name="connsiteX1845" fmla="*/ 378635 w 550059"/>
              <a:gd name="connsiteY1845" fmla="*/ 401307 h 736847"/>
              <a:gd name="connsiteX1846" fmla="*/ 360655 w 550059"/>
              <a:gd name="connsiteY1846" fmla="*/ 459963 h 736847"/>
              <a:gd name="connsiteX1847" fmla="*/ 361686 w 550059"/>
              <a:gd name="connsiteY1847" fmla="*/ 464163 h 736847"/>
              <a:gd name="connsiteX1848" fmla="*/ 362718 w 550059"/>
              <a:gd name="connsiteY1848" fmla="*/ 464753 h 736847"/>
              <a:gd name="connsiteX1849" fmla="*/ 369718 w 550059"/>
              <a:gd name="connsiteY1849" fmla="*/ 462911 h 736847"/>
              <a:gd name="connsiteX1850" fmla="*/ 377087 w 550059"/>
              <a:gd name="connsiteY1850" fmla="*/ 459595 h 736847"/>
              <a:gd name="connsiteX1851" fmla="*/ 379298 w 550059"/>
              <a:gd name="connsiteY1851" fmla="*/ 456647 h 736847"/>
              <a:gd name="connsiteX1852" fmla="*/ 380919 w 550059"/>
              <a:gd name="connsiteY1852" fmla="*/ 452594 h 736847"/>
              <a:gd name="connsiteX1853" fmla="*/ 390130 w 550059"/>
              <a:gd name="connsiteY1853" fmla="*/ 434467 h 736847"/>
              <a:gd name="connsiteX1854" fmla="*/ 404868 w 550059"/>
              <a:gd name="connsiteY1854" fmla="*/ 423414 h 736847"/>
              <a:gd name="connsiteX1855" fmla="*/ 413784 w 550059"/>
              <a:gd name="connsiteY1855" fmla="*/ 425329 h 736847"/>
              <a:gd name="connsiteX1856" fmla="*/ 409731 w 550059"/>
              <a:gd name="connsiteY1856" fmla="*/ 432993 h 736847"/>
              <a:gd name="connsiteX1857" fmla="*/ 397204 w 550059"/>
              <a:gd name="connsiteY1857" fmla="*/ 457826 h 736847"/>
              <a:gd name="connsiteX1858" fmla="*/ 397867 w 550059"/>
              <a:gd name="connsiteY1858" fmla="*/ 458489 h 736847"/>
              <a:gd name="connsiteX1859" fmla="*/ 402731 w 550059"/>
              <a:gd name="connsiteY1859" fmla="*/ 458121 h 736847"/>
              <a:gd name="connsiteX1860" fmla="*/ 410689 w 550059"/>
              <a:gd name="connsiteY1860" fmla="*/ 456352 h 736847"/>
              <a:gd name="connsiteX1861" fmla="*/ 416068 w 550059"/>
              <a:gd name="connsiteY1861" fmla="*/ 450310 h 736847"/>
              <a:gd name="connsiteX1862" fmla="*/ 445396 w 550059"/>
              <a:gd name="connsiteY1862" fmla="*/ 428793 h 736847"/>
              <a:gd name="connsiteX1863" fmla="*/ 454092 w 550059"/>
              <a:gd name="connsiteY1863" fmla="*/ 431667 h 736847"/>
              <a:gd name="connsiteX1864" fmla="*/ 452986 w 550059"/>
              <a:gd name="connsiteY1864" fmla="*/ 436014 h 736847"/>
              <a:gd name="connsiteX1865" fmla="*/ 449007 w 550059"/>
              <a:gd name="connsiteY1865" fmla="*/ 438667 h 736847"/>
              <a:gd name="connsiteX1866" fmla="*/ 430953 w 550059"/>
              <a:gd name="connsiteY1866" fmla="*/ 458194 h 736847"/>
              <a:gd name="connsiteX1867" fmla="*/ 431396 w 550059"/>
              <a:gd name="connsiteY1867" fmla="*/ 458931 h 736847"/>
              <a:gd name="connsiteX1868" fmla="*/ 434122 w 550059"/>
              <a:gd name="connsiteY1868" fmla="*/ 459300 h 736847"/>
              <a:gd name="connsiteX1869" fmla="*/ 442375 w 550059"/>
              <a:gd name="connsiteY1869" fmla="*/ 459079 h 736847"/>
              <a:gd name="connsiteX1870" fmla="*/ 449228 w 550059"/>
              <a:gd name="connsiteY1870" fmla="*/ 454584 h 736847"/>
              <a:gd name="connsiteX1871" fmla="*/ 474503 w 550059"/>
              <a:gd name="connsiteY1871" fmla="*/ 441172 h 736847"/>
              <a:gd name="connsiteX1872" fmla="*/ 483493 w 550059"/>
              <a:gd name="connsiteY1872" fmla="*/ 444415 h 736847"/>
              <a:gd name="connsiteX1873" fmla="*/ 481798 w 550059"/>
              <a:gd name="connsiteY1873" fmla="*/ 448689 h 736847"/>
              <a:gd name="connsiteX1874" fmla="*/ 477377 w 550059"/>
              <a:gd name="connsiteY1874" fmla="*/ 451341 h 736847"/>
              <a:gd name="connsiteX1875" fmla="*/ 461829 w 550059"/>
              <a:gd name="connsiteY1875" fmla="*/ 464900 h 736847"/>
              <a:gd name="connsiteX1876" fmla="*/ 462050 w 550059"/>
              <a:gd name="connsiteY1876" fmla="*/ 465563 h 736847"/>
              <a:gd name="connsiteX1877" fmla="*/ 476493 w 550059"/>
              <a:gd name="connsiteY1877" fmla="*/ 474111 h 736847"/>
              <a:gd name="connsiteX1878" fmla="*/ 482683 w 550059"/>
              <a:gd name="connsiteY1878" fmla="*/ 488186 h 736847"/>
              <a:gd name="connsiteX1879" fmla="*/ 469050 w 550059"/>
              <a:gd name="connsiteY1879" fmla="*/ 487007 h 736847"/>
              <a:gd name="connsiteX1880" fmla="*/ 440385 w 550059"/>
              <a:gd name="connsiteY1880" fmla="*/ 478680 h 736847"/>
              <a:gd name="connsiteX1881" fmla="*/ 332727 w 550059"/>
              <a:gd name="connsiteY1881" fmla="*/ 500271 h 736847"/>
              <a:gd name="connsiteX1882" fmla="*/ 332432 w 550059"/>
              <a:gd name="connsiteY1882" fmla="*/ 500860 h 736847"/>
              <a:gd name="connsiteX1883" fmla="*/ 312315 w 550059"/>
              <a:gd name="connsiteY1883" fmla="*/ 510513 h 736847"/>
              <a:gd name="connsiteX1884" fmla="*/ 311799 w 550059"/>
              <a:gd name="connsiteY1884" fmla="*/ 510366 h 736847"/>
              <a:gd name="connsiteX1885" fmla="*/ 294630 w 550059"/>
              <a:gd name="connsiteY1885" fmla="*/ 503365 h 736847"/>
              <a:gd name="connsiteX1886" fmla="*/ 279008 w 550059"/>
              <a:gd name="connsiteY1886" fmla="*/ 505134 h 736847"/>
              <a:gd name="connsiteX1887" fmla="*/ 279008 w 550059"/>
              <a:gd name="connsiteY1887" fmla="*/ 724947 h 736847"/>
              <a:gd name="connsiteX1888" fmla="*/ 279082 w 550059"/>
              <a:gd name="connsiteY1888" fmla="*/ 724873 h 736847"/>
              <a:gd name="connsiteX1889" fmla="*/ 441122 w 550059"/>
              <a:gd name="connsiteY1889" fmla="*/ 603508 h 736847"/>
              <a:gd name="connsiteX1890" fmla="*/ 524685 w 550059"/>
              <a:gd name="connsiteY1890" fmla="*/ 427245 h 736847"/>
              <a:gd name="connsiteX1891" fmla="*/ 529254 w 550059"/>
              <a:gd name="connsiteY1891" fmla="*/ 399981 h 736847"/>
              <a:gd name="connsiteX1892" fmla="*/ 507147 w 550059"/>
              <a:gd name="connsiteY1892" fmla="*/ 391801 h 736847"/>
              <a:gd name="connsiteX1893" fmla="*/ 502947 w 550059"/>
              <a:gd name="connsiteY1893" fmla="*/ 383180 h 736847"/>
              <a:gd name="connsiteX1894" fmla="*/ 493588 w 550059"/>
              <a:gd name="connsiteY1894" fmla="*/ 383180 h 736847"/>
              <a:gd name="connsiteX1895" fmla="*/ 488651 w 550059"/>
              <a:gd name="connsiteY1895" fmla="*/ 391801 h 736847"/>
              <a:gd name="connsiteX1896" fmla="*/ 507147 w 550059"/>
              <a:gd name="connsiteY1896" fmla="*/ 391801 h 736847"/>
              <a:gd name="connsiteX1897" fmla="*/ 530285 w 550059"/>
              <a:gd name="connsiteY1897" fmla="*/ 391801 h 736847"/>
              <a:gd name="connsiteX1898" fmla="*/ 531243 w 550059"/>
              <a:gd name="connsiteY1898" fmla="*/ 383180 h 736847"/>
              <a:gd name="connsiteX1899" fmla="*/ 527485 w 550059"/>
              <a:gd name="connsiteY1899" fmla="*/ 383180 h 736847"/>
              <a:gd name="connsiteX1900" fmla="*/ 522327 w 550059"/>
              <a:gd name="connsiteY1900" fmla="*/ 391801 h 736847"/>
              <a:gd name="connsiteX1901" fmla="*/ 530285 w 550059"/>
              <a:gd name="connsiteY1901" fmla="*/ 391801 h 736847"/>
              <a:gd name="connsiteX1902" fmla="*/ 533159 w 550059"/>
              <a:gd name="connsiteY1902" fmla="*/ 361368 h 736847"/>
              <a:gd name="connsiteX1903" fmla="*/ 534117 w 550059"/>
              <a:gd name="connsiteY1903" fmla="*/ 345893 h 736847"/>
              <a:gd name="connsiteX1904" fmla="*/ 529254 w 550059"/>
              <a:gd name="connsiteY1904" fmla="*/ 345893 h 736847"/>
              <a:gd name="connsiteX1905" fmla="*/ 524243 w 550059"/>
              <a:gd name="connsiteY1905" fmla="*/ 353631 h 736847"/>
              <a:gd name="connsiteX1906" fmla="*/ 528664 w 550059"/>
              <a:gd name="connsiteY1906" fmla="*/ 361368 h 736847"/>
              <a:gd name="connsiteX1907" fmla="*/ 533159 w 550059"/>
              <a:gd name="connsiteY1907" fmla="*/ 361368 h 736847"/>
              <a:gd name="connsiteX1908" fmla="*/ 535149 w 550059"/>
              <a:gd name="connsiteY1908" fmla="*/ 327250 h 736847"/>
              <a:gd name="connsiteX1909" fmla="*/ 529622 w 550059"/>
              <a:gd name="connsiteY1909" fmla="*/ 327250 h 736847"/>
              <a:gd name="connsiteX1910" fmla="*/ 524759 w 550059"/>
              <a:gd name="connsiteY1910" fmla="*/ 334987 h 736847"/>
              <a:gd name="connsiteX1911" fmla="*/ 529327 w 550059"/>
              <a:gd name="connsiteY1911" fmla="*/ 342725 h 736847"/>
              <a:gd name="connsiteX1912" fmla="*/ 534264 w 550059"/>
              <a:gd name="connsiteY1912" fmla="*/ 342725 h 736847"/>
              <a:gd name="connsiteX1913" fmla="*/ 535149 w 550059"/>
              <a:gd name="connsiteY1913" fmla="*/ 327250 h 736847"/>
              <a:gd name="connsiteX1914" fmla="*/ 538907 w 550059"/>
              <a:gd name="connsiteY1914" fmla="*/ 177294 h 736847"/>
              <a:gd name="connsiteX1915" fmla="*/ 528812 w 550059"/>
              <a:gd name="connsiteY1915" fmla="*/ 177294 h 736847"/>
              <a:gd name="connsiteX1916" fmla="*/ 533454 w 550059"/>
              <a:gd name="connsiteY1916" fmla="*/ 185474 h 736847"/>
              <a:gd name="connsiteX1917" fmla="*/ 538759 w 550059"/>
              <a:gd name="connsiteY1917" fmla="*/ 185474 h 736847"/>
              <a:gd name="connsiteX1918" fmla="*/ 538907 w 550059"/>
              <a:gd name="connsiteY1918" fmla="*/ 177294 h 736847"/>
              <a:gd name="connsiteX1919" fmla="*/ 539717 w 550059"/>
              <a:gd name="connsiteY1919" fmla="*/ 66688 h 736847"/>
              <a:gd name="connsiteX1920" fmla="*/ 533675 w 550059"/>
              <a:gd name="connsiteY1920" fmla="*/ 57551 h 736847"/>
              <a:gd name="connsiteX1921" fmla="*/ 418869 w 550059"/>
              <a:gd name="connsiteY1921" fmla="*/ 23801 h 736847"/>
              <a:gd name="connsiteX1922" fmla="*/ 275029 w 550059"/>
              <a:gd name="connsiteY1922" fmla="*/ 10316 h 736847"/>
              <a:gd name="connsiteX1923" fmla="*/ 131189 w 550059"/>
              <a:gd name="connsiteY1923" fmla="*/ 23801 h 736847"/>
              <a:gd name="connsiteX1924" fmla="*/ 16456 w 550059"/>
              <a:gd name="connsiteY1924" fmla="*/ 57551 h 736847"/>
              <a:gd name="connsiteX1925" fmla="*/ 10414 w 550059"/>
              <a:gd name="connsiteY1925" fmla="*/ 66688 h 736847"/>
              <a:gd name="connsiteX1926" fmla="*/ 10782 w 550059"/>
              <a:gd name="connsiteY1926" fmla="*/ 142071 h 736847"/>
              <a:gd name="connsiteX1927" fmla="*/ 128094 w 550059"/>
              <a:gd name="connsiteY1927" fmla="*/ 106259 h 736847"/>
              <a:gd name="connsiteX1928" fmla="*/ 275103 w 550059"/>
              <a:gd name="connsiteY1928" fmla="*/ 92111 h 736847"/>
              <a:gd name="connsiteX1929" fmla="*/ 422258 w 550059"/>
              <a:gd name="connsiteY1929" fmla="*/ 106259 h 736847"/>
              <a:gd name="connsiteX1930" fmla="*/ 539423 w 550059"/>
              <a:gd name="connsiteY1930" fmla="*/ 142071 h 736847"/>
              <a:gd name="connsiteX1931" fmla="*/ 539717 w 550059"/>
              <a:gd name="connsiteY1931" fmla="*/ 66688 h 736847"/>
              <a:gd name="connsiteX1932" fmla="*/ 307968 w 550059"/>
              <a:gd name="connsiteY1932" fmla="*/ 286795 h 736847"/>
              <a:gd name="connsiteX1933" fmla="*/ 305536 w 550059"/>
              <a:gd name="connsiteY1933" fmla="*/ 286795 h 736847"/>
              <a:gd name="connsiteX1934" fmla="*/ 312684 w 550059"/>
              <a:gd name="connsiteY1934" fmla="*/ 263878 h 736847"/>
              <a:gd name="connsiteX1935" fmla="*/ 315557 w 550059"/>
              <a:gd name="connsiteY1935" fmla="*/ 263878 h 736847"/>
              <a:gd name="connsiteX1936" fmla="*/ 322705 w 550059"/>
              <a:gd name="connsiteY1936" fmla="*/ 286795 h 736847"/>
              <a:gd name="connsiteX1937" fmla="*/ 319979 w 550059"/>
              <a:gd name="connsiteY1937" fmla="*/ 286795 h 736847"/>
              <a:gd name="connsiteX1938" fmla="*/ 318284 w 550059"/>
              <a:gd name="connsiteY1938" fmla="*/ 281269 h 736847"/>
              <a:gd name="connsiteX1939" fmla="*/ 309589 w 550059"/>
              <a:gd name="connsiteY1939" fmla="*/ 281269 h 736847"/>
              <a:gd name="connsiteX1940" fmla="*/ 307968 w 550059"/>
              <a:gd name="connsiteY1940" fmla="*/ 286795 h 736847"/>
              <a:gd name="connsiteX1941" fmla="*/ 310326 w 550059"/>
              <a:gd name="connsiteY1941" fmla="*/ 278984 h 736847"/>
              <a:gd name="connsiteX1942" fmla="*/ 317621 w 550059"/>
              <a:gd name="connsiteY1942" fmla="*/ 278984 h 736847"/>
              <a:gd name="connsiteX1943" fmla="*/ 313936 w 550059"/>
              <a:gd name="connsiteY1943" fmla="*/ 266973 h 736847"/>
              <a:gd name="connsiteX1944" fmla="*/ 310326 w 550059"/>
              <a:gd name="connsiteY1944" fmla="*/ 278984 h 736847"/>
              <a:gd name="connsiteX1945" fmla="*/ 90071 w 550059"/>
              <a:gd name="connsiteY1945" fmla="*/ 75531 h 736847"/>
              <a:gd name="connsiteX1946" fmla="*/ 80860 w 550059"/>
              <a:gd name="connsiteY1946" fmla="*/ 87247 h 736847"/>
              <a:gd name="connsiteX1947" fmla="*/ 39447 w 550059"/>
              <a:gd name="connsiteY1947" fmla="*/ 100290 h 736847"/>
              <a:gd name="connsiteX1948" fmla="*/ 39521 w 550059"/>
              <a:gd name="connsiteY1948" fmla="*/ 112964 h 736847"/>
              <a:gd name="connsiteX1949" fmla="*/ 29647 w 550059"/>
              <a:gd name="connsiteY1949" fmla="*/ 116649 h 736847"/>
              <a:gd name="connsiteX1950" fmla="*/ 29278 w 550059"/>
              <a:gd name="connsiteY1950" fmla="*/ 70078 h 736847"/>
              <a:gd name="connsiteX1951" fmla="*/ 81302 w 550059"/>
              <a:gd name="connsiteY1951" fmla="*/ 53056 h 736847"/>
              <a:gd name="connsiteX1952" fmla="*/ 89997 w 550059"/>
              <a:gd name="connsiteY1952" fmla="*/ 59393 h 736847"/>
              <a:gd name="connsiteX1953" fmla="*/ 90071 w 550059"/>
              <a:gd name="connsiteY1953" fmla="*/ 75531 h 736847"/>
              <a:gd name="connsiteX1954" fmla="*/ 80639 w 550059"/>
              <a:gd name="connsiteY1954" fmla="*/ 76489 h 736847"/>
              <a:gd name="connsiteX1955" fmla="*/ 80565 w 550059"/>
              <a:gd name="connsiteY1955" fmla="*/ 64698 h 736847"/>
              <a:gd name="connsiteX1956" fmla="*/ 78134 w 550059"/>
              <a:gd name="connsiteY1956" fmla="*/ 62930 h 736847"/>
              <a:gd name="connsiteX1957" fmla="*/ 39226 w 550059"/>
              <a:gd name="connsiteY1957" fmla="*/ 75310 h 736847"/>
              <a:gd name="connsiteX1958" fmla="*/ 39373 w 550059"/>
              <a:gd name="connsiteY1958" fmla="*/ 91447 h 736847"/>
              <a:gd name="connsiteX1959" fmla="*/ 78797 w 550059"/>
              <a:gd name="connsiteY1959" fmla="*/ 78920 h 736847"/>
              <a:gd name="connsiteX1960" fmla="*/ 80639 w 550059"/>
              <a:gd name="connsiteY1960" fmla="*/ 76489 h 736847"/>
              <a:gd name="connsiteX1961" fmla="*/ 272818 w 550059"/>
              <a:gd name="connsiteY1961" fmla="*/ 286795 h 736847"/>
              <a:gd name="connsiteX1962" fmla="*/ 275471 w 550059"/>
              <a:gd name="connsiteY1962" fmla="*/ 286795 h 736847"/>
              <a:gd name="connsiteX1963" fmla="*/ 275471 w 550059"/>
              <a:gd name="connsiteY1963" fmla="*/ 266310 h 736847"/>
              <a:gd name="connsiteX1964" fmla="*/ 281956 w 550059"/>
              <a:gd name="connsiteY1964" fmla="*/ 266310 h 736847"/>
              <a:gd name="connsiteX1965" fmla="*/ 281956 w 550059"/>
              <a:gd name="connsiteY1965" fmla="*/ 263878 h 736847"/>
              <a:gd name="connsiteX1966" fmla="*/ 266260 w 550059"/>
              <a:gd name="connsiteY1966" fmla="*/ 263878 h 736847"/>
              <a:gd name="connsiteX1967" fmla="*/ 266260 w 550059"/>
              <a:gd name="connsiteY1967" fmla="*/ 266310 h 736847"/>
              <a:gd name="connsiteX1968" fmla="*/ 272818 w 550059"/>
              <a:gd name="connsiteY1968" fmla="*/ 266310 h 736847"/>
              <a:gd name="connsiteX1969" fmla="*/ 272818 w 550059"/>
              <a:gd name="connsiteY1969" fmla="*/ 286795 h 736847"/>
              <a:gd name="connsiteX1970" fmla="*/ 441565 w 550059"/>
              <a:gd name="connsiteY1970" fmla="*/ 65877 h 736847"/>
              <a:gd name="connsiteX1971" fmla="*/ 401625 w 550059"/>
              <a:gd name="connsiteY1971" fmla="*/ 57993 h 736847"/>
              <a:gd name="connsiteX1972" fmla="*/ 401625 w 550059"/>
              <a:gd name="connsiteY1972" fmla="*/ 38318 h 736847"/>
              <a:gd name="connsiteX1973" fmla="*/ 392267 w 550059"/>
              <a:gd name="connsiteY1973" fmla="*/ 36771 h 736847"/>
              <a:gd name="connsiteX1974" fmla="*/ 392193 w 550059"/>
              <a:gd name="connsiteY1974" fmla="*/ 83636 h 736847"/>
              <a:gd name="connsiteX1975" fmla="*/ 401625 w 550059"/>
              <a:gd name="connsiteY1975" fmla="*/ 85184 h 736847"/>
              <a:gd name="connsiteX1976" fmla="*/ 401625 w 550059"/>
              <a:gd name="connsiteY1976" fmla="*/ 65362 h 736847"/>
              <a:gd name="connsiteX1977" fmla="*/ 441565 w 550059"/>
              <a:gd name="connsiteY1977" fmla="*/ 73173 h 736847"/>
              <a:gd name="connsiteX1978" fmla="*/ 441491 w 550059"/>
              <a:gd name="connsiteY1978" fmla="*/ 92995 h 736847"/>
              <a:gd name="connsiteX1979" fmla="*/ 450849 w 550059"/>
              <a:gd name="connsiteY1979" fmla="*/ 95205 h 736847"/>
              <a:gd name="connsiteX1980" fmla="*/ 450997 w 550059"/>
              <a:gd name="connsiteY1980" fmla="*/ 48413 h 736847"/>
              <a:gd name="connsiteX1981" fmla="*/ 441638 w 550059"/>
              <a:gd name="connsiteY1981" fmla="*/ 46203 h 736847"/>
              <a:gd name="connsiteX1982" fmla="*/ 441565 w 550059"/>
              <a:gd name="connsiteY1982" fmla="*/ 65877 h 736847"/>
              <a:gd name="connsiteX1983" fmla="*/ 459618 w 550059"/>
              <a:gd name="connsiteY1983" fmla="*/ 97416 h 736847"/>
              <a:gd name="connsiteX1984" fmla="*/ 520485 w 550059"/>
              <a:gd name="connsiteY1984" fmla="*/ 116649 h 736847"/>
              <a:gd name="connsiteX1985" fmla="*/ 520558 w 550059"/>
              <a:gd name="connsiteY1985" fmla="*/ 109280 h 736847"/>
              <a:gd name="connsiteX1986" fmla="*/ 469198 w 550059"/>
              <a:gd name="connsiteY1986" fmla="*/ 92479 h 736847"/>
              <a:gd name="connsiteX1987" fmla="*/ 469271 w 550059"/>
              <a:gd name="connsiteY1987" fmla="*/ 80099 h 736847"/>
              <a:gd name="connsiteX1988" fmla="*/ 520706 w 550059"/>
              <a:gd name="connsiteY1988" fmla="*/ 96900 h 736847"/>
              <a:gd name="connsiteX1989" fmla="*/ 520780 w 550059"/>
              <a:gd name="connsiteY1989" fmla="*/ 89679 h 736847"/>
              <a:gd name="connsiteX1990" fmla="*/ 469345 w 550059"/>
              <a:gd name="connsiteY1990" fmla="*/ 72804 h 736847"/>
              <a:gd name="connsiteX1991" fmla="*/ 469419 w 550059"/>
              <a:gd name="connsiteY1991" fmla="*/ 60646 h 736847"/>
              <a:gd name="connsiteX1992" fmla="*/ 520927 w 550059"/>
              <a:gd name="connsiteY1992" fmla="*/ 77447 h 736847"/>
              <a:gd name="connsiteX1993" fmla="*/ 521001 w 550059"/>
              <a:gd name="connsiteY1993" fmla="*/ 70078 h 736847"/>
              <a:gd name="connsiteX1994" fmla="*/ 459913 w 550059"/>
              <a:gd name="connsiteY1994" fmla="*/ 50624 h 736847"/>
              <a:gd name="connsiteX1995" fmla="*/ 459618 w 550059"/>
              <a:gd name="connsiteY1995" fmla="*/ 97416 h 736847"/>
              <a:gd name="connsiteX1996" fmla="*/ 450112 w 550059"/>
              <a:gd name="connsiteY1996" fmla="*/ 532030 h 736847"/>
              <a:gd name="connsiteX1997" fmla="*/ 448418 w 550059"/>
              <a:gd name="connsiteY1997" fmla="*/ 534904 h 736847"/>
              <a:gd name="connsiteX1998" fmla="*/ 443259 w 550059"/>
              <a:gd name="connsiteY1998" fmla="*/ 536673 h 736847"/>
              <a:gd name="connsiteX1999" fmla="*/ 431248 w 550059"/>
              <a:gd name="connsiteY1999" fmla="*/ 542715 h 736847"/>
              <a:gd name="connsiteX2000" fmla="*/ 431248 w 550059"/>
              <a:gd name="connsiteY2000" fmla="*/ 542715 h 736847"/>
              <a:gd name="connsiteX2001" fmla="*/ 431322 w 550059"/>
              <a:gd name="connsiteY2001" fmla="*/ 543526 h 736847"/>
              <a:gd name="connsiteX2002" fmla="*/ 442891 w 550059"/>
              <a:gd name="connsiteY2002" fmla="*/ 552368 h 736847"/>
              <a:gd name="connsiteX2003" fmla="*/ 446723 w 550059"/>
              <a:gd name="connsiteY2003" fmla="*/ 561727 h 736847"/>
              <a:gd name="connsiteX2004" fmla="*/ 442744 w 550059"/>
              <a:gd name="connsiteY2004" fmla="*/ 564601 h 736847"/>
              <a:gd name="connsiteX2005" fmla="*/ 434785 w 550059"/>
              <a:gd name="connsiteY2005" fmla="*/ 562243 h 736847"/>
              <a:gd name="connsiteX2006" fmla="*/ 414521 w 550059"/>
              <a:gd name="connsiteY2006" fmla="*/ 553989 h 736847"/>
              <a:gd name="connsiteX2007" fmla="*/ 326832 w 550059"/>
              <a:gd name="connsiteY2007" fmla="*/ 574401 h 736847"/>
              <a:gd name="connsiteX2008" fmla="*/ 326611 w 550059"/>
              <a:gd name="connsiteY2008" fmla="*/ 574991 h 736847"/>
              <a:gd name="connsiteX2009" fmla="*/ 322779 w 550059"/>
              <a:gd name="connsiteY2009" fmla="*/ 585307 h 736847"/>
              <a:gd name="connsiteX2010" fmla="*/ 311578 w 550059"/>
              <a:gd name="connsiteY2010" fmla="*/ 584570 h 736847"/>
              <a:gd name="connsiteX2011" fmla="*/ 311062 w 550059"/>
              <a:gd name="connsiteY2011" fmla="*/ 584570 h 736847"/>
              <a:gd name="connsiteX2012" fmla="*/ 297799 w 550059"/>
              <a:gd name="connsiteY2012" fmla="*/ 582949 h 736847"/>
              <a:gd name="connsiteX2013" fmla="*/ 298978 w 550059"/>
              <a:gd name="connsiteY2013" fmla="*/ 569906 h 736847"/>
              <a:gd name="connsiteX2014" fmla="*/ 299125 w 550059"/>
              <a:gd name="connsiteY2014" fmla="*/ 569390 h 736847"/>
              <a:gd name="connsiteX2015" fmla="*/ 302515 w 550059"/>
              <a:gd name="connsiteY2015" fmla="*/ 558411 h 736847"/>
              <a:gd name="connsiteX2016" fmla="*/ 314010 w 550059"/>
              <a:gd name="connsiteY2016" fmla="*/ 558853 h 736847"/>
              <a:gd name="connsiteX2017" fmla="*/ 314599 w 550059"/>
              <a:gd name="connsiteY2017" fmla="*/ 558853 h 736847"/>
              <a:gd name="connsiteX2018" fmla="*/ 318800 w 550059"/>
              <a:gd name="connsiteY2018" fmla="*/ 556274 h 736847"/>
              <a:gd name="connsiteX2019" fmla="*/ 323589 w 550059"/>
              <a:gd name="connsiteY2019" fmla="*/ 551926 h 736847"/>
              <a:gd name="connsiteX2020" fmla="*/ 325063 w 550059"/>
              <a:gd name="connsiteY2020" fmla="*/ 545663 h 736847"/>
              <a:gd name="connsiteX2021" fmla="*/ 327569 w 550059"/>
              <a:gd name="connsiteY2021" fmla="*/ 532693 h 736847"/>
              <a:gd name="connsiteX2022" fmla="*/ 334053 w 550059"/>
              <a:gd name="connsiteY2022" fmla="*/ 521419 h 736847"/>
              <a:gd name="connsiteX2023" fmla="*/ 343264 w 550059"/>
              <a:gd name="connsiteY2023" fmla="*/ 518766 h 736847"/>
              <a:gd name="connsiteX2024" fmla="*/ 342969 w 550059"/>
              <a:gd name="connsiteY2024" fmla="*/ 527609 h 736847"/>
              <a:gd name="connsiteX2025" fmla="*/ 339727 w 550059"/>
              <a:gd name="connsiteY2025" fmla="*/ 545515 h 736847"/>
              <a:gd name="connsiteX2026" fmla="*/ 340464 w 550059"/>
              <a:gd name="connsiteY2026" fmla="*/ 545957 h 736847"/>
              <a:gd name="connsiteX2027" fmla="*/ 349012 w 550059"/>
              <a:gd name="connsiteY2027" fmla="*/ 542568 h 736847"/>
              <a:gd name="connsiteX2028" fmla="*/ 357560 w 550059"/>
              <a:gd name="connsiteY2028" fmla="*/ 531441 h 736847"/>
              <a:gd name="connsiteX2029" fmla="*/ 373403 w 550059"/>
              <a:gd name="connsiteY2029" fmla="*/ 507418 h 736847"/>
              <a:gd name="connsiteX2030" fmla="*/ 383351 w 550059"/>
              <a:gd name="connsiteY2030" fmla="*/ 507345 h 736847"/>
              <a:gd name="connsiteX2031" fmla="*/ 380182 w 550059"/>
              <a:gd name="connsiteY2031" fmla="*/ 516040 h 736847"/>
              <a:gd name="connsiteX2032" fmla="*/ 372371 w 550059"/>
              <a:gd name="connsiteY2032" fmla="*/ 536231 h 736847"/>
              <a:gd name="connsiteX2033" fmla="*/ 373034 w 550059"/>
              <a:gd name="connsiteY2033" fmla="*/ 536746 h 736847"/>
              <a:gd name="connsiteX2034" fmla="*/ 378340 w 550059"/>
              <a:gd name="connsiteY2034" fmla="*/ 535862 h 736847"/>
              <a:gd name="connsiteX2035" fmla="*/ 390720 w 550059"/>
              <a:gd name="connsiteY2035" fmla="*/ 526651 h 736847"/>
              <a:gd name="connsiteX2036" fmla="*/ 412605 w 550059"/>
              <a:gd name="connsiteY2036" fmla="*/ 511250 h 736847"/>
              <a:gd name="connsiteX2037" fmla="*/ 420563 w 550059"/>
              <a:gd name="connsiteY2037" fmla="*/ 513903 h 736847"/>
              <a:gd name="connsiteX2038" fmla="*/ 419384 w 550059"/>
              <a:gd name="connsiteY2038" fmla="*/ 517661 h 736847"/>
              <a:gd name="connsiteX2039" fmla="*/ 415626 w 550059"/>
              <a:gd name="connsiteY2039" fmla="*/ 520240 h 736847"/>
              <a:gd name="connsiteX2040" fmla="*/ 402731 w 550059"/>
              <a:gd name="connsiteY2040" fmla="*/ 535051 h 736847"/>
              <a:gd name="connsiteX2041" fmla="*/ 403173 w 550059"/>
              <a:gd name="connsiteY2041" fmla="*/ 535788 h 736847"/>
              <a:gd name="connsiteX2042" fmla="*/ 407447 w 550059"/>
              <a:gd name="connsiteY2042" fmla="*/ 536378 h 736847"/>
              <a:gd name="connsiteX2043" fmla="*/ 421079 w 550059"/>
              <a:gd name="connsiteY2043" fmla="*/ 533283 h 736847"/>
              <a:gd name="connsiteX2044" fmla="*/ 443259 w 550059"/>
              <a:gd name="connsiteY2044" fmla="*/ 527019 h 736847"/>
              <a:gd name="connsiteX2045" fmla="*/ 450112 w 550059"/>
              <a:gd name="connsiteY2045" fmla="*/ 532030 h 736847"/>
              <a:gd name="connsiteX2046" fmla="*/ 443038 w 550059"/>
              <a:gd name="connsiteY2046" fmla="*/ 528862 h 736847"/>
              <a:gd name="connsiteX2047" fmla="*/ 421963 w 550059"/>
              <a:gd name="connsiteY2047" fmla="*/ 534830 h 736847"/>
              <a:gd name="connsiteX2048" fmla="*/ 414889 w 550059"/>
              <a:gd name="connsiteY2048" fmla="*/ 538220 h 736847"/>
              <a:gd name="connsiteX2049" fmla="*/ 407078 w 550059"/>
              <a:gd name="connsiteY2049" fmla="*/ 538146 h 736847"/>
              <a:gd name="connsiteX2050" fmla="*/ 401994 w 550059"/>
              <a:gd name="connsiteY2050" fmla="*/ 537483 h 736847"/>
              <a:gd name="connsiteX2051" fmla="*/ 400520 w 550059"/>
              <a:gd name="connsiteY2051" fmla="*/ 535199 h 736847"/>
              <a:gd name="connsiteX2052" fmla="*/ 414521 w 550059"/>
              <a:gd name="connsiteY2052" fmla="*/ 518619 h 736847"/>
              <a:gd name="connsiteX2053" fmla="*/ 417100 w 550059"/>
              <a:gd name="connsiteY2053" fmla="*/ 516924 h 736847"/>
              <a:gd name="connsiteX2054" fmla="*/ 418426 w 550059"/>
              <a:gd name="connsiteY2054" fmla="*/ 514861 h 736847"/>
              <a:gd name="connsiteX2055" fmla="*/ 412826 w 550059"/>
              <a:gd name="connsiteY2055" fmla="*/ 513019 h 736847"/>
              <a:gd name="connsiteX2056" fmla="*/ 392193 w 550059"/>
              <a:gd name="connsiteY2056" fmla="*/ 527609 h 736847"/>
              <a:gd name="connsiteX2057" fmla="*/ 386740 w 550059"/>
              <a:gd name="connsiteY2057" fmla="*/ 534241 h 736847"/>
              <a:gd name="connsiteX2058" fmla="*/ 378635 w 550059"/>
              <a:gd name="connsiteY2058" fmla="*/ 537631 h 736847"/>
              <a:gd name="connsiteX2059" fmla="*/ 372592 w 550059"/>
              <a:gd name="connsiteY2059" fmla="*/ 538589 h 736847"/>
              <a:gd name="connsiteX2060" fmla="*/ 370455 w 550059"/>
              <a:gd name="connsiteY2060" fmla="*/ 536894 h 736847"/>
              <a:gd name="connsiteX2061" fmla="*/ 378782 w 550059"/>
              <a:gd name="connsiteY2061" fmla="*/ 514640 h 736847"/>
              <a:gd name="connsiteX2062" fmla="*/ 381877 w 550059"/>
              <a:gd name="connsiteY2062" fmla="*/ 509039 h 736847"/>
              <a:gd name="connsiteX2063" fmla="*/ 378340 w 550059"/>
              <a:gd name="connsiteY2063" fmla="*/ 507271 h 736847"/>
              <a:gd name="connsiteX2064" fmla="*/ 374361 w 550059"/>
              <a:gd name="connsiteY2064" fmla="*/ 508892 h 736847"/>
              <a:gd name="connsiteX2065" fmla="*/ 359402 w 550059"/>
              <a:gd name="connsiteY2065" fmla="*/ 531736 h 736847"/>
              <a:gd name="connsiteX2066" fmla="*/ 349823 w 550059"/>
              <a:gd name="connsiteY2066" fmla="*/ 544115 h 736847"/>
              <a:gd name="connsiteX2067" fmla="*/ 340390 w 550059"/>
              <a:gd name="connsiteY2067" fmla="*/ 547873 h 736847"/>
              <a:gd name="connsiteX2068" fmla="*/ 338032 w 550059"/>
              <a:gd name="connsiteY2068" fmla="*/ 546547 h 736847"/>
              <a:gd name="connsiteX2069" fmla="*/ 341275 w 550059"/>
              <a:gd name="connsiteY2069" fmla="*/ 526725 h 736847"/>
              <a:gd name="connsiteX2070" fmla="*/ 341864 w 550059"/>
              <a:gd name="connsiteY2070" fmla="*/ 520240 h 736847"/>
              <a:gd name="connsiteX2071" fmla="*/ 335380 w 550059"/>
              <a:gd name="connsiteY2071" fmla="*/ 522598 h 736847"/>
              <a:gd name="connsiteX2072" fmla="*/ 329337 w 550059"/>
              <a:gd name="connsiteY2072" fmla="*/ 533209 h 736847"/>
              <a:gd name="connsiteX2073" fmla="*/ 326979 w 550059"/>
              <a:gd name="connsiteY2073" fmla="*/ 545736 h 736847"/>
              <a:gd name="connsiteX2074" fmla="*/ 325284 w 550059"/>
              <a:gd name="connsiteY2074" fmla="*/ 552810 h 736847"/>
              <a:gd name="connsiteX2075" fmla="*/ 319905 w 550059"/>
              <a:gd name="connsiteY2075" fmla="*/ 557748 h 736847"/>
              <a:gd name="connsiteX2076" fmla="*/ 314968 w 550059"/>
              <a:gd name="connsiteY2076" fmla="*/ 560842 h 736847"/>
              <a:gd name="connsiteX2077" fmla="*/ 313863 w 550059"/>
              <a:gd name="connsiteY2077" fmla="*/ 560842 h 736847"/>
              <a:gd name="connsiteX2078" fmla="*/ 309662 w 550059"/>
              <a:gd name="connsiteY2078" fmla="*/ 558927 h 736847"/>
              <a:gd name="connsiteX2079" fmla="*/ 304062 w 550059"/>
              <a:gd name="connsiteY2079" fmla="*/ 559737 h 736847"/>
              <a:gd name="connsiteX2080" fmla="*/ 301115 w 550059"/>
              <a:gd name="connsiteY2080" fmla="*/ 569243 h 736847"/>
              <a:gd name="connsiteX2081" fmla="*/ 300746 w 550059"/>
              <a:gd name="connsiteY2081" fmla="*/ 570938 h 736847"/>
              <a:gd name="connsiteX2082" fmla="*/ 299346 w 550059"/>
              <a:gd name="connsiteY2082" fmla="*/ 581770 h 736847"/>
              <a:gd name="connsiteX2083" fmla="*/ 310694 w 550059"/>
              <a:gd name="connsiteY2083" fmla="*/ 582802 h 736847"/>
              <a:gd name="connsiteX2084" fmla="*/ 312463 w 550059"/>
              <a:gd name="connsiteY2084" fmla="*/ 582875 h 736847"/>
              <a:gd name="connsiteX2085" fmla="*/ 321968 w 550059"/>
              <a:gd name="connsiteY2085" fmla="*/ 583760 h 736847"/>
              <a:gd name="connsiteX2086" fmla="*/ 324621 w 550059"/>
              <a:gd name="connsiteY2086" fmla="*/ 574548 h 736847"/>
              <a:gd name="connsiteX2087" fmla="*/ 324916 w 550059"/>
              <a:gd name="connsiteY2087" fmla="*/ 573517 h 736847"/>
              <a:gd name="connsiteX2088" fmla="*/ 415037 w 550059"/>
              <a:gd name="connsiteY2088" fmla="*/ 552147 h 736847"/>
              <a:gd name="connsiteX2089" fmla="*/ 435743 w 550059"/>
              <a:gd name="connsiteY2089" fmla="*/ 560548 h 736847"/>
              <a:gd name="connsiteX2090" fmla="*/ 444365 w 550059"/>
              <a:gd name="connsiteY2090" fmla="*/ 561727 h 736847"/>
              <a:gd name="connsiteX2091" fmla="*/ 441712 w 550059"/>
              <a:gd name="connsiteY2091" fmla="*/ 553695 h 736847"/>
              <a:gd name="connsiteX2092" fmla="*/ 435743 w 550059"/>
              <a:gd name="connsiteY2092" fmla="*/ 548758 h 736847"/>
              <a:gd name="connsiteX2093" fmla="*/ 429406 w 550059"/>
              <a:gd name="connsiteY2093" fmla="*/ 544336 h 736847"/>
              <a:gd name="connsiteX2094" fmla="*/ 429111 w 550059"/>
              <a:gd name="connsiteY2094" fmla="*/ 542273 h 736847"/>
              <a:gd name="connsiteX2095" fmla="*/ 442891 w 550059"/>
              <a:gd name="connsiteY2095" fmla="*/ 534757 h 736847"/>
              <a:gd name="connsiteX2096" fmla="*/ 447828 w 550059"/>
              <a:gd name="connsiteY2096" fmla="*/ 532399 h 736847"/>
              <a:gd name="connsiteX2097" fmla="*/ 443038 w 550059"/>
              <a:gd name="connsiteY2097" fmla="*/ 528862 h 736847"/>
              <a:gd name="connsiteX2098" fmla="*/ 403762 w 550059"/>
              <a:gd name="connsiteY2098" fmla="*/ 602329 h 736847"/>
              <a:gd name="connsiteX2099" fmla="*/ 399710 w 550059"/>
              <a:gd name="connsiteY2099" fmla="*/ 608298 h 736847"/>
              <a:gd name="connsiteX2100" fmla="*/ 392046 w 550059"/>
              <a:gd name="connsiteY2100" fmla="*/ 613456 h 736847"/>
              <a:gd name="connsiteX2101" fmla="*/ 392267 w 550059"/>
              <a:gd name="connsiteY2101" fmla="*/ 614340 h 736847"/>
              <a:gd name="connsiteX2102" fmla="*/ 397425 w 550059"/>
              <a:gd name="connsiteY2102" fmla="*/ 616330 h 736847"/>
              <a:gd name="connsiteX2103" fmla="*/ 402657 w 550059"/>
              <a:gd name="connsiteY2103" fmla="*/ 624067 h 736847"/>
              <a:gd name="connsiteX2104" fmla="*/ 393962 w 550059"/>
              <a:gd name="connsiteY2104" fmla="*/ 626867 h 736847"/>
              <a:gd name="connsiteX2105" fmla="*/ 382319 w 550059"/>
              <a:gd name="connsiteY2105" fmla="*/ 625983 h 736847"/>
              <a:gd name="connsiteX2106" fmla="*/ 320421 w 550059"/>
              <a:gd name="connsiteY2106" fmla="*/ 653321 h 736847"/>
              <a:gd name="connsiteX2107" fmla="*/ 320273 w 550059"/>
              <a:gd name="connsiteY2107" fmla="*/ 653911 h 736847"/>
              <a:gd name="connsiteX2108" fmla="*/ 308999 w 550059"/>
              <a:gd name="connsiteY2108" fmla="*/ 663711 h 736847"/>
              <a:gd name="connsiteX2109" fmla="*/ 308483 w 550059"/>
              <a:gd name="connsiteY2109" fmla="*/ 663711 h 736847"/>
              <a:gd name="connsiteX2110" fmla="*/ 297209 w 550059"/>
              <a:gd name="connsiteY2110" fmla="*/ 652879 h 736847"/>
              <a:gd name="connsiteX2111" fmla="*/ 297283 w 550059"/>
              <a:gd name="connsiteY2111" fmla="*/ 652437 h 736847"/>
              <a:gd name="connsiteX2112" fmla="*/ 307231 w 550059"/>
              <a:gd name="connsiteY2112" fmla="*/ 642342 h 736847"/>
              <a:gd name="connsiteX2113" fmla="*/ 307746 w 550059"/>
              <a:gd name="connsiteY2113" fmla="*/ 642268 h 736847"/>
              <a:gd name="connsiteX2114" fmla="*/ 309957 w 550059"/>
              <a:gd name="connsiteY2114" fmla="*/ 640352 h 736847"/>
              <a:gd name="connsiteX2115" fmla="*/ 312757 w 550059"/>
              <a:gd name="connsiteY2115" fmla="*/ 632689 h 736847"/>
              <a:gd name="connsiteX2116" fmla="*/ 314747 w 550059"/>
              <a:gd name="connsiteY2116" fmla="*/ 610287 h 736847"/>
              <a:gd name="connsiteX2117" fmla="*/ 322410 w 550059"/>
              <a:gd name="connsiteY2117" fmla="*/ 605498 h 736847"/>
              <a:gd name="connsiteX2118" fmla="*/ 323737 w 550059"/>
              <a:gd name="connsiteY2118" fmla="*/ 613530 h 736847"/>
              <a:gd name="connsiteX2119" fmla="*/ 325579 w 550059"/>
              <a:gd name="connsiteY2119" fmla="*/ 628194 h 736847"/>
              <a:gd name="connsiteX2120" fmla="*/ 326390 w 550059"/>
              <a:gd name="connsiteY2120" fmla="*/ 628415 h 736847"/>
              <a:gd name="connsiteX2121" fmla="*/ 329042 w 550059"/>
              <a:gd name="connsiteY2121" fmla="*/ 626794 h 736847"/>
              <a:gd name="connsiteX2122" fmla="*/ 333464 w 550059"/>
              <a:gd name="connsiteY2122" fmla="*/ 618909 h 736847"/>
              <a:gd name="connsiteX2123" fmla="*/ 339875 w 550059"/>
              <a:gd name="connsiteY2123" fmla="*/ 597760 h 736847"/>
              <a:gd name="connsiteX2124" fmla="*/ 345401 w 550059"/>
              <a:gd name="connsiteY2124" fmla="*/ 592602 h 736847"/>
              <a:gd name="connsiteX2125" fmla="*/ 352917 w 550059"/>
              <a:gd name="connsiteY2125" fmla="*/ 592750 h 736847"/>
              <a:gd name="connsiteX2126" fmla="*/ 351444 w 550059"/>
              <a:gd name="connsiteY2126" fmla="*/ 599529 h 736847"/>
              <a:gd name="connsiteX2127" fmla="*/ 347317 w 550059"/>
              <a:gd name="connsiteY2127" fmla="*/ 617435 h 736847"/>
              <a:gd name="connsiteX2128" fmla="*/ 348054 w 550059"/>
              <a:gd name="connsiteY2128" fmla="*/ 617804 h 736847"/>
              <a:gd name="connsiteX2129" fmla="*/ 350559 w 550059"/>
              <a:gd name="connsiteY2129" fmla="*/ 616919 h 736847"/>
              <a:gd name="connsiteX2130" fmla="*/ 354612 w 550059"/>
              <a:gd name="connsiteY2130" fmla="*/ 614635 h 736847"/>
              <a:gd name="connsiteX2131" fmla="*/ 355791 w 550059"/>
              <a:gd name="connsiteY2131" fmla="*/ 612719 h 736847"/>
              <a:gd name="connsiteX2132" fmla="*/ 356602 w 550059"/>
              <a:gd name="connsiteY2132" fmla="*/ 610435 h 736847"/>
              <a:gd name="connsiteX2133" fmla="*/ 373698 w 550059"/>
              <a:gd name="connsiteY2133" fmla="*/ 591423 h 736847"/>
              <a:gd name="connsiteX2134" fmla="*/ 381509 w 550059"/>
              <a:gd name="connsiteY2134" fmla="*/ 592160 h 736847"/>
              <a:gd name="connsiteX2135" fmla="*/ 378193 w 550059"/>
              <a:gd name="connsiteY2135" fmla="*/ 598718 h 736847"/>
              <a:gd name="connsiteX2136" fmla="*/ 378193 w 550059"/>
              <a:gd name="connsiteY2136" fmla="*/ 598718 h 736847"/>
              <a:gd name="connsiteX2137" fmla="*/ 369939 w 550059"/>
              <a:gd name="connsiteY2137" fmla="*/ 612056 h 736847"/>
              <a:gd name="connsiteX2138" fmla="*/ 369939 w 550059"/>
              <a:gd name="connsiteY2138" fmla="*/ 612056 h 736847"/>
              <a:gd name="connsiteX2139" fmla="*/ 370529 w 550059"/>
              <a:gd name="connsiteY2139" fmla="*/ 612719 h 736847"/>
              <a:gd name="connsiteX2140" fmla="*/ 372961 w 550059"/>
              <a:gd name="connsiteY2140" fmla="*/ 612498 h 736847"/>
              <a:gd name="connsiteX2141" fmla="*/ 381214 w 550059"/>
              <a:gd name="connsiteY2141" fmla="*/ 608593 h 736847"/>
              <a:gd name="connsiteX2142" fmla="*/ 397794 w 550059"/>
              <a:gd name="connsiteY2142" fmla="*/ 600118 h 736847"/>
              <a:gd name="connsiteX2143" fmla="*/ 403762 w 550059"/>
              <a:gd name="connsiteY2143" fmla="*/ 602329 h 736847"/>
              <a:gd name="connsiteX2144" fmla="*/ 401994 w 550059"/>
              <a:gd name="connsiteY2144" fmla="*/ 603434 h 736847"/>
              <a:gd name="connsiteX2145" fmla="*/ 397867 w 550059"/>
              <a:gd name="connsiteY2145" fmla="*/ 601887 h 736847"/>
              <a:gd name="connsiteX2146" fmla="*/ 382393 w 550059"/>
              <a:gd name="connsiteY2146" fmla="*/ 609845 h 736847"/>
              <a:gd name="connsiteX2147" fmla="*/ 372961 w 550059"/>
              <a:gd name="connsiteY2147" fmla="*/ 614267 h 736847"/>
              <a:gd name="connsiteX2148" fmla="*/ 368834 w 550059"/>
              <a:gd name="connsiteY2148" fmla="*/ 614635 h 736847"/>
              <a:gd name="connsiteX2149" fmla="*/ 367655 w 550059"/>
              <a:gd name="connsiteY2149" fmla="*/ 613456 h 736847"/>
              <a:gd name="connsiteX2150" fmla="*/ 376792 w 550059"/>
              <a:gd name="connsiteY2150" fmla="*/ 597171 h 736847"/>
              <a:gd name="connsiteX2151" fmla="*/ 379519 w 550059"/>
              <a:gd name="connsiteY2151" fmla="*/ 592897 h 736847"/>
              <a:gd name="connsiteX2152" fmla="*/ 374287 w 550059"/>
              <a:gd name="connsiteY2152" fmla="*/ 592971 h 736847"/>
              <a:gd name="connsiteX2153" fmla="*/ 358297 w 550059"/>
              <a:gd name="connsiteY2153" fmla="*/ 610877 h 736847"/>
              <a:gd name="connsiteX2154" fmla="*/ 351149 w 550059"/>
              <a:gd name="connsiteY2154" fmla="*/ 618540 h 736847"/>
              <a:gd name="connsiteX2155" fmla="*/ 347317 w 550059"/>
              <a:gd name="connsiteY2155" fmla="*/ 619941 h 736847"/>
              <a:gd name="connsiteX2156" fmla="*/ 345843 w 550059"/>
              <a:gd name="connsiteY2156" fmla="*/ 619204 h 736847"/>
              <a:gd name="connsiteX2157" fmla="*/ 349970 w 550059"/>
              <a:gd name="connsiteY2157" fmla="*/ 598202 h 736847"/>
              <a:gd name="connsiteX2158" fmla="*/ 351296 w 550059"/>
              <a:gd name="connsiteY2158" fmla="*/ 593707 h 736847"/>
              <a:gd name="connsiteX2159" fmla="*/ 346433 w 550059"/>
              <a:gd name="connsiteY2159" fmla="*/ 594002 h 736847"/>
              <a:gd name="connsiteX2160" fmla="*/ 337885 w 550059"/>
              <a:gd name="connsiteY2160" fmla="*/ 604908 h 736847"/>
              <a:gd name="connsiteX2161" fmla="*/ 335380 w 550059"/>
              <a:gd name="connsiteY2161" fmla="*/ 618835 h 736847"/>
              <a:gd name="connsiteX2162" fmla="*/ 330074 w 550059"/>
              <a:gd name="connsiteY2162" fmla="*/ 628267 h 736847"/>
              <a:gd name="connsiteX2163" fmla="*/ 326316 w 550059"/>
              <a:gd name="connsiteY2163" fmla="*/ 630625 h 736847"/>
              <a:gd name="connsiteX2164" fmla="*/ 324768 w 550059"/>
              <a:gd name="connsiteY2164" fmla="*/ 630257 h 736847"/>
              <a:gd name="connsiteX2165" fmla="*/ 322042 w 550059"/>
              <a:gd name="connsiteY2165" fmla="*/ 613088 h 736847"/>
              <a:gd name="connsiteX2166" fmla="*/ 321526 w 550059"/>
              <a:gd name="connsiteY2166" fmla="*/ 607266 h 736847"/>
              <a:gd name="connsiteX2167" fmla="*/ 316515 w 550059"/>
              <a:gd name="connsiteY2167" fmla="*/ 611172 h 736847"/>
              <a:gd name="connsiteX2168" fmla="*/ 314747 w 550059"/>
              <a:gd name="connsiteY2168" fmla="*/ 632394 h 736847"/>
              <a:gd name="connsiteX2169" fmla="*/ 311357 w 550059"/>
              <a:gd name="connsiteY2169" fmla="*/ 641752 h 736847"/>
              <a:gd name="connsiteX2170" fmla="*/ 308410 w 550059"/>
              <a:gd name="connsiteY2170" fmla="*/ 644331 h 736847"/>
              <a:gd name="connsiteX2171" fmla="*/ 307525 w 550059"/>
              <a:gd name="connsiteY2171" fmla="*/ 644479 h 736847"/>
              <a:gd name="connsiteX2172" fmla="*/ 300525 w 550059"/>
              <a:gd name="connsiteY2172" fmla="*/ 645142 h 736847"/>
              <a:gd name="connsiteX2173" fmla="*/ 299346 w 550059"/>
              <a:gd name="connsiteY2173" fmla="*/ 652437 h 736847"/>
              <a:gd name="connsiteX2174" fmla="*/ 299272 w 550059"/>
              <a:gd name="connsiteY2174" fmla="*/ 653321 h 736847"/>
              <a:gd name="connsiteX2175" fmla="*/ 300009 w 550059"/>
              <a:gd name="connsiteY2175" fmla="*/ 661943 h 736847"/>
              <a:gd name="connsiteX2176" fmla="*/ 308262 w 550059"/>
              <a:gd name="connsiteY2176" fmla="*/ 661796 h 736847"/>
              <a:gd name="connsiteX2177" fmla="*/ 309147 w 550059"/>
              <a:gd name="connsiteY2177" fmla="*/ 661722 h 736847"/>
              <a:gd name="connsiteX2178" fmla="*/ 316442 w 550059"/>
              <a:gd name="connsiteY2178" fmla="*/ 661574 h 736847"/>
              <a:gd name="connsiteX2179" fmla="*/ 318137 w 550059"/>
              <a:gd name="connsiteY2179" fmla="*/ 653616 h 736847"/>
              <a:gd name="connsiteX2180" fmla="*/ 318284 w 550059"/>
              <a:gd name="connsiteY2180" fmla="*/ 652732 h 736847"/>
              <a:gd name="connsiteX2181" fmla="*/ 382319 w 550059"/>
              <a:gd name="connsiteY2181" fmla="*/ 624141 h 736847"/>
              <a:gd name="connsiteX2182" fmla="*/ 394257 w 550059"/>
              <a:gd name="connsiteY2182" fmla="*/ 625025 h 736847"/>
              <a:gd name="connsiteX2183" fmla="*/ 400667 w 550059"/>
              <a:gd name="connsiteY2183" fmla="*/ 623330 h 736847"/>
              <a:gd name="connsiteX2184" fmla="*/ 396615 w 550059"/>
              <a:gd name="connsiteY2184" fmla="*/ 618025 h 736847"/>
              <a:gd name="connsiteX2185" fmla="*/ 389614 w 550059"/>
              <a:gd name="connsiteY2185" fmla="*/ 615446 h 736847"/>
              <a:gd name="connsiteX2186" fmla="*/ 389172 w 550059"/>
              <a:gd name="connsiteY2186" fmla="*/ 614193 h 736847"/>
              <a:gd name="connsiteX2187" fmla="*/ 398899 w 550059"/>
              <a:gd name="connsiteY2187" fmla="*/ 606529 h 736847"/>
              <a:gd name="connsiteX2188" fmla="*/ 401110 w 550059"/>
              <a:gd name="connsiteY2188" fmla="*/ 605277 h 736847"/>
              <a:gd name="connsiteX2189" fmla="*/ 401994 w 550059"/>
              <a:gd name="connsiteY2189" fmla="*/ 603434 h 736847"/>
              <a:gd name="connsiteX2190" fmla="*/ 442522 w 550059"/>
              <a:gd name="connsiteY2190" fmla="*/ 530851 h 736847"/>
              <a:gd name="connsiteX2191" fmla="*/ 423585 w 550059"/>
              <a:gd name="connsiteY2191" fmla="*/ 537262 h 736847"/>
              <a:gd name="connsiteX2192" fmla="*/ 418721 w 550059"/>
              <a:gd name="connsiteY2192" fmla="*/ 540210 h 736847"/>
              <a:gd name="connsiteX2193" fmla="*/ 414005 w 550059"/>
              <a:gd name="connsiteY2193" fmla="*/ 541610 h 736847"/>
              <a:gd name="connsiteX2194" fmla="*/ 406710 w 550059"/>
              <a:gd name="connsiteY2194" fmla="*/ 541168 h 736847"/>
              <a:gd name="connsiteX2195" fmla="*/ 401183 w 550059"/>
              <a:gd name="connsiteY2195" fmla="*/ 540504 h 736847"/>
              <a:gd name="connsiteX2196" fmla="*/ 397573 w 550059"/>
              <a:gd name="connsiteY2196" fmla="*/ 535051 h 736847"/>
              <a:gd name="connsiteX2197" fmla="*/ 414079 w 550059"/>
              <a:gd name="connsiteY2197" fmla="*/ 516703 h 736847"/>
              <a:gd name="connsiteX2198" fmla="*/ 415921 w 550059"/>
              <a:gd name="connsiteY2198" fmla="*/ 515229 h 736847"/>
              <a:gd name="connsiteX2199" fmla="*/ 413416 w 550059"/>
              <a:gd name="connsiteY2199" fmla="*/ 514861 h 736847"/>
              <a:gd name="connsiteX2200" fmla="*/ 394551 w 550059"/>
              <a:gd name="connsiteY2200" fmla="*/ 529378 h 736847"/>
              <a:gd name="connsiteX2201" fmla="*/ 390941 w 550059"/>
              <a:gd name="connsiteY2201" fmla="*/ 534388 h 736847"/>
              <a:gd name="connsiteX2202" fmla="*/ 386814 w 550059"/>
              <a:gd name="connsiteY2202" fmla="*/ 537852 h 736847"/>
              <a:gd name="connsiteX2203" fmla="*/ 379150 w 550059"/>
              <a:gd name="connsiteY2203" fmla="*/ 540578 h 736847"/>
              <a:gd name="connsiteX2204" fmla="*/ 372740 w 550059"/>
              <a:gd name="connsiteY2204" fmla="*/ 541610 h 736847"/>
              <a:gd name="connsiteX2205" fmla="*/ 367581 w 550059"/>
              <a:gd name="connsiteY2205" fmla="*/ 537557 h 736847"/>
              <a:gd name="connsiteX2206" fmla="*/ 377161 w 550059"/>
              <a:gd name="connsiteY2206" fmla="*/ 512945 h 736847"/>
              <a:gd name="connsiteX2207" fmla="*/ 379298 w 550059"/>
              <a:gd name="connsiteY2207" fmla="*/ 509703 h 736847"/>
              <a:gd name="connsiteX2208" fmla="*/ 375613 w 550059"/>
              <a:gd name="connsiteY2208" fmla="*/ 510808 h 736847"/>
              <a:gd name="connsiteX2209" fmla="*/ 362202 w 550059"/>
              <a:gd name="connsiteY2209" fmla="*/ 532546 h 736847"/>
              <a:gd name="connsiteX2210" fmla="*/ 360507 w 550059"/>
              <a:gd name="connsiteY2210" fmla="*/ 538367 h 736847"/>
              <a:gd name="connsiteX2211" fmla="*/ 357633 w 550059"/>
              <a:gd name="connsiteY2211" fmla="*/ 542641 h 736847"/>
              <a:gd name="connsiteX2212" fmla="*/ 350928 w 550059"/>
              <a:gd name="connsiteY2212" fmla="*/ 546842 h 736847"/>
              <a:gd name="connsiteX2213" fmla="*/ 340980 w 550059"/>
              <a:gd name="connsiteY2213" fmla="*/ 550821 h 736847"/>
              <a:gd name="connsiteX2214" fmla="*/ 335232 w 550059"/>
              <a:gd name="connsiteY2214" fmla="*/ 547652 h 736847"/>
              <a:gd name="connsiteX2215" fmla="*/ 339211 w 550059"/>
              <a:gd name="connsiteY2215" fmla="*/ 525472 h 736847"/>
              <a:gd name="connsiteX2216" fmla="*/ 339654 w 550059"/>
              <a:gd name="connsiteY2216" fmla="*/ 522377 h 736847"/>
              <a:gd name="connsiteX2217" fmla="*/ 337296 w 550059"/>
              <a:gd name="connsiteY2217" fmla="*/ 524146 h 736847"/>
              <a:gd name="connsiteX2218" fmla="*/ 329853 w 550059"/>
              <a:gd name="connsiteY2218" fmla="*/ 546031 h 736847"/>
              <a:gd name="connsiteX2219" fmla="*/ 321453 w 550059"/>
              <a:gd name="connsiteY2219" fmla="*/ 560327 h 736847"/>
              <a:gd name="connsiteX2220" fmla="*/ 316073 w 550059"/>
              <a:gd name="connsiteY2220" fmla="*/ 563716 h 736847"/>
              <a:gd name="connsiteX2221" fmla="*/ 312831 w 550059"/>
              <a:gd name="connsiteY2221" fmla="*/ 563643 h 736847"/>
              <a:gd name="connsiteX2222" fmla="*/ 306420 w 550059"/>
              <a:gd name="connsiteY2222" fmla="*/ 561800 h 736847"/>
              <a:gd name="connsiteX2223" fmla="*/ 303841 w 550059"/>
              <a:gd name="connsiteY2223" fmla="*/ 568506 h 736847"/>
              <a:gd name="connsiteX2224" fmla="*/ 302809 w 550059"/>
              <a:gd name="connsiteY2224" fmla="*/ 572927 h 736847"/>
              <a:gd name="connsiteX2225" fmla="*/ 301409 w 550059"/>
              <a:gd name="connsiteY2225" fmla="*/ 580001 h 736847"/>
              <a:gd name="connsiteX2226" fmla="*/ 309294 w 550059"/>
              <a:gd name="connsiteY2226" fmla="*/ 580370 h 736847"/>
              <a:gd name="connsiteX2227" fmla="*/ 314010 w 550059"/>
              <a:gd name="connsiteY2227" fmla="*/ 580665 h 736847"/>
              <a:gd name="connsiteX2228" fmla="*/ 320495 w 550059"/>
              <a:gd name="connsiteY2228" fmla="*/ 581402 h 736847"/>
              <a:gd name="connsiteX2229" fmla="*/ 321600 w 550059"/>
              <a:gd name="connsiteY2229" fmla="*/ 574991 h 736847"/>
              <a:gd name="connsiteX2230" fmla="*/ 322337 w 550059"/>
              <a:gd name="connsiteY2230" fmla="*/ 571822 h 736847"/>
              <a:gd name="connsiteX2231" fmla="*/ 415626 w 550059"/>
              <a:gd name="connsiteY2231" fmla="*/ 549494 h 736847"/>
              <a:gd name="connsiteX2232" fmla="*/ 435301 w 550059"/>
              <a:gd name="connsiteY2232" fmla="*/ 557821 h 736847"/>
              <a:gd name="connsiteX2233" fmla="*/ 442228 w 550059"/>
              <a:gd name="connsiteY2233" fmla="*/ 559442 h 736847"/>
              <a:gd name="connsiteX2234" fmla="*/ 438101 w 550059"/>
              <a:gd name="connsiteY2234" fmla="*/ 554063 h 736847"/>
              <a:gd name="connsiteX2235" fmla="*/ 426458 w 550059"/>
              <a:gd name="connsiteY2235" fmla="*/ 546178 h 736847"/>
              <a:gd name="connsiteX2236" fmla="*/ 425648 w 550059"/>
              <a:gd name="connsiteY2236" fmla="*/ 541831 h 736847"/>
              <a:gd name="connsiteX2237" fmla="*/ 442744 w 550059"/>
              <a:gd name="connsiteY2237" fmla="*/ 532841 h 736847"/>
              <a:gd name="connsiteX2238" fmla="*/ 445838 w 550059"/>
              <a:gd name="connsiteY2238" fmla="*/ 531662 h 736847"/>
              <a:gd name="connsiteX2239" fmla="*/ 442522 w 550059"/>
              <a:gd name="connsiteY2239" fmla="*/ 530851 h 736847"/>
              <a:gd name="connsiteX2240" fmla="*/ 398383 w 550059"/>
              <a:gd name="connsiteY2240" fmla="*/ 603582 h 736847"/>
              <a:gd name="connsiteX2241" fmla="*/ 384235 w 550059"/>
              <a:gd name="connsiteY2241" fmla="*/ 611687 h 736847"/>
              <a:gd name="connsiteX2242" fmla="*/ 373255 w 550059"/>
              <a:gd name="connsiteY2242" fmla="*/ 616919 h 736847"/>
              <a:gd name="connsiteX2243" fmla="*/ 369055 w 550059"/>
              <a:gd name="connsiteY2243" fmla="*/ 617288 h 736847"/>
              <a:gd name="connsiteX2244" fmla="*/ 365223 w 550059"/>
              <a:gd name="connsiteY2244" fmla="*/ 613456 h 736847"/>
              <a:gd name="connsiteX2245" fmla="*/ 376277 w 550059"/>
              <a:gd name="connsiteY2245" fmla="*/ 595697 h 736847"/>
              <a:gd name="connsiteX2246" fmla="*/ 377382 w 550059"/>
              <a:gd name="connsiteY2246" fmla="*/ 593855 h 736847"/>
              <a:gd name="connsiteX2247" fmla="*/ 375245 w 550059"/>
              <a:gd name="connsiteY2247" fmla="*/ 594518 h 736847"/>
              <a:gd name="connsiteX2248" fmla="*/ 360802 w 550059"/>
              <a:gd name="connsiteY2248" fmla="*/ 611835 h 736847"/>
              <a:gd name="connsiteX2249" fmla="*/ 352033 w 550059"/>
              <a:gd name="connsiteY2249" fmla="*/ 621120 h 736847"/>
              <a:gd name="connsiteX2250" fmla="*/ 348201 w 550059"/>
              <a:gd name="connsiteY2250" fmla="*/ 622520 h 736847"/>
              <a:gd name="connsiteX2251" fmla="*/ 343338 w 550059"/>
              <a:gd name="connsiteY2251" fmla="*/ 620088 h 736847"/>
              <a:gd name="connsiteX2252" fmla="*/ 348644 w 550059"/>
              <a:gd name="connsiteY2252" fmla="*/ 596876 h 736847"/>
              <a:gd name="connsiteX2253" fmla="*/ 347612 w 550059"/>
              <a:gd name="connsiteY2253" fmla="*/ 595697 h 736847"/>
              <a:gd name="connsiteX2254" fmla="*/ 340243 w 550059"/>
              <a:gd name="connsiteY2254" fmla="*/ 605866 h 736847"/>
              <a:gd name="connsiteX2255" fmla="*/ 337959 w 550059"/>
              <a:gd name="connsiteY2255" fmla="*/ 619056 h 736847"/>
              <a:gd name="connsiteX2256" fmla="*/ 331400 w 550059"/>
              <a:gd name="connsiteY2256" fmla="*/ 630552 h 736847"/>
              <a:gd name="connsiteX2257" fmla="*/ 327642 w 550059"/>
              <a:gd name="connsiteY2257" fmla="*/ 632910 h 736847"/>
              <a:gd name="connsiteX2258" fmla="*/ 322410 w 550059"/>
              <a:gd name="connsiteY2258" fmla="*/ 631657 h 736847"/>
              <a:gd name="connsiteX2259" fmla="*/ 320052 w 550059"/>
              <a:gd name="connsiteY2259" fmla="*/ 612572 h 736847"/>
              <a:gd name="connsiteX2260" fmla="*/ 320273 w 550059"/>
              <a:gd name="connsiteY2260" fmla="*/ 609550 h 736847"/>
              <a:gd name="connsiteX2261" fmla="*/ 318284 w 550059"/>
              <a:gd name="connsiteY2261" fmla="*/ 611982 h 736847"/>
              <a:gd name="connsiteX2262" fmla="*/ 317252 w 550059"/>
              <a:gd name="connsiteY2262" fmla="*/ 632025 h 736847"/>
              <a:gd name="connsiteX2263" fmla="*/ 312978 w 550059"/>
              <a:gd name="connsiteY2263" fmla="*/ 643668 h 736847"/>
              <a:gd name="connsiteX2264" fmla="*/ 309736 w 550059"/>
              <a:gd name="connsiteY2264" fmla="*/ 646542 h 736847"/>
              <a:gd name="connsiteX2265" fmla="*/ 306862 w 550059"/>
              <a:gd name="connsiteY2265" fmla="*/ 646984 h 736847"/>
              <a:gd name="connsiteX2266" fmla="*/ 302072 w 550059"/>
              <a:gd name="connsiteY2266" fmla="*/ 647205 h 736847"/>
              <a:gd name="connsiteX2267" fmla="*/ 301704 w 550059"/>
              <a:gd name="connsiteY2267" fmla="*/ 651479 h 736847"/>
              <a:gd name="connsiteX2268" fmla="*/ 301409 w 550059"/>
              <a:gd name="connsiteY2268" fmla="*/ 654795 h 736847"/>
              <a:gd name="connsiteX2269" fmla="*/ 302662 w 550059"/>
              <a:gd name="connsiteY2269" fmla="*/ 660469 h 736847"/>
              <a:gd name="connsiteX2270" fmla="*/ 307231 w 550059"/>
              <a:gd name="connsiteY2270" fmla="*/ 659364 h 736847"/>
              <a:gd name="connsiteX2271" fmla="*/ 309957 w 550059"/>
              <a:gd name="connsiteY2271" fmla="*/ 659216 h 736847"/>
              <a:gd name="connsiteX2272" fmla="*/ 315042 w 550059"/>
              <a:gd name="connsiteY2272" fmla="*/ 659438 h 736847"/>
              <a:gd name="connsiteX2273" fmla="*/ 315484 w 550059"/>
              <a:gd name="connsiteY2273" fmla="*/ 654206 h 736847"/>
              <a:gd name="connsiteX2274" fmla="*/ 315852 w 550059"/>
              <a:gd name="connsiteY2274" fmla="*/ 651553 h 736847"/>
              <a:gd name="connsiteX2275" fmla="*/ 382393 w 550059"/>
              <a:gd name="connsiteY2275" fmla="*/ 621783 h 736847"/>
              <a:gd name="connsiteX2276" fmla="*/ 394846 w 550059"/>
              <a:gd name="connsiteY2276" fmla="*/ 623109 h 736847"/>
              <a:gd name="connsiteX2277" fmla="*/ 398678 w 550059"/>
              <a:gd name="connsiteY2277" fmla="*/ 622299 h 736847"/>
              <a:gd name="connsiteX2278" fmla="*/ 395878 w 550059"/>
              <a:gd name="connsiteY2278" fmla="*/ 619941 h 736847"/>
              <a:gd name="connsiteX2279" fmla="*/ 387625 w 550059"/>
              <a:gd name="connsiteY2279" fmla="*/ 617288 h 736847"/>
              <a:gd name="connsiteX2280" fmla="*/ 386519 w 550059"/>
              <a:gd name="connsiteY2280" fmla="*/ 614856 h 736847"/>
              <a:gd name="connsiteX2281" fmla="*/ 398825 w 550059"/>
              <a:gd name="connsiteY2281" fmla="*/ 604834 h 736847"/>
              <a:gd name="connsiteX2282" fmla="*/ 398383 w 550059"/>
              <a:gd name="connsiteY2282" fmla="*/ 603582 h 736847"/>
              <a:gd name="connsiteX2283" fmla="*/ 293746 w 550059"/>
              <a:gd name="connsiteY2283" fmla="*/ 287164 h 736847"/>
              <a:gd name="connsiteX2284" fmla="*/ 301262 w 550059"/>
              <a:gd name="connsiteY2284" fmla="*/ 278174 h 736847"/>
              <a:gd name="connsiteX2285" fmla="*/ 301262 w 550059"/>
              <a:gd name="connsiteY2285" fmla="*/ 275005 h 736847"/>
              <a:gd name="connsiteX2286" fmla="*/ 293746 w 550059"/>
              <a:gd name="connsiteY2286" fmla="*/ 275005 h 736847"/>
              <a:gd name="connsiteX2287" fmla="*/ 293746 w 550059"/>
              <a:gd name="connsiteY2287" fmla="*/ 277289 h 736847"/>
              <a:gd name="connsiteX2288" fmla="*/ 298683 w 550059"/>
              <a:gd name="connsiteY2288" fmla="*/ 277289 h 736847"/>
              <a:gd name="connsiteX2289" fmla="*/ 298683 w 550059"/>
              <a:gd name="connsiteY2289" fmla="*/ 278174 h 736847"/>
              <a:gd name="connsiteX2290" fmla="*/ 293746 w 550059"/>
              <a:gd name="connsiteY2290" fmla="*/ 285027 h 736847"/>
              <a:gd name="connsiteX2291" fmla="*/ 288293 w 550059"/>
              <a:gd name="connsiteY2291" fmla="*/ 275152 h 736847"/>
              <a:gd name="connsiteX2292" fmla="*/ 293746 w 550059"/>
              <a:gd name="connsiteY2292" fmla="*/ 265941 h 736847"/>
              <a:gd name="connsiteX2293" fmla="*/ 298535 w 550059"/>
              <a:gd name="connsiteY2293" fmla="*/ 271100 h 736847"/>
              <a:gd name="connsiteX2294" fmla="*/ 301041 w 550059"/>
              <a:gd name="connsiteY2294" fmla="*/ 271100 h 736847"/>
              <a:gd name="connsiteX2295" fmla="*/ 293672 w 550059"/>
              <a:gd name="connsiteY2295" fmla="*/ 263510 h 736847"/>
              <a:gd name="connsiteX2296" fmla="*/ 285493 w 550059"/>
              <a:gd name="connsiteY2296" fmla="*/ 275152 h 736847"/>
              <a:gd name="connsiteX2297" fmla="*/ 293746 w 550059"/>
              <a:gd name="connsiteY2297" fmla="*/ 287164 h 736847"/>
              <a:gd name="connsiteX2298" fmla="*/ 326832 w 550059"/>
              <a:gd name="connsiteY2298" fmla="*/ 384653 h 736847"/>
              <a:gd name="connsiteX2299" fmla="*/ 329706 w 550059"/>
              <a:gd name="connsiteY2299" fmla="*/ 397328 h 736847"/>
              <a:gd name="connsiteX2300" fmla="*/ 328453 w 550059"/>
              <a:gd name="connsiteY2300" fmla="*/ 402707 h 736847"/>
              <a:gd name="connsiteX2301" fmla="*/ 327348 w 550059"/>
              <a:gd name="connsiteY2301" fmla="*/ 405286 h 736847"/>
              <a:gd name="connsiteX2302" fmla="*/ 319905 w 550059"/>
              <a:gd name="connsiteY2302" fmla="*/ 416487 h 736847"/>
              <a:gd name="connsiteX2303" fmla="*/ 320863 w 550059"/>
              <a:gd name="connsiteY2303" fmla="*/ 420761 h 736847"/>
              <a:gd name="connsiteX2304" fmla="*/ 326758 w 550059"/>
              <a:gd name="connsiteY2304" fmla="*/ 425772 h 736847"/>
              <a:gd name="connsiteX2305" fmla="*/ 330369 w 550059"/>
              <a:gd name="connsiteY2305" fmla="*/ 434541 h 736847"/>
              <a:gd name="connsiteX2306" fmla="*/ 315410 w 550059"/>
              <a:gd name="connsiteY2306" fmla="*/ 464458 h 736847"/>
              <a:gd name="connsiteX2307" fmla="*/ 309736 w 550059"/>
              <a:gd name="connsiteY2307" fmla="*/ 466669 h 736847"/>
              <a:gd name="connsiteX2308" fmla="*/ 307304 w 550059"/>
              <a:gd name="connsiteY2308" fmla="*/ 468437 h 736847"/>
              <a:gd name="connsiteX2309" fmla="*/ 307673 w 550059"/>
              <a:gd name="connsiteY2309" fmla="*/ 469543 h 736847"/>
              <a:gd name="connsiteX2310" fmla="*/ 308631 w 550059"/>
              <a:gd name="connsiteY2310" fmla="*/ 470648 h 736847"/>
              <a:gd name="connsiteX2311" fmla="*/ 308778 w 550059"/>
              <a:gd name="connsiteY2311" fmla="*/ 473964 h 736847"/>
              <a:gd name="connsiteX2312" fmla="*/ 307968 w 550059"/>
              <a:gd name="connsiteY2312" fmla="*/ 474701 h 736847"/>
              <a:gd name="connsiteX2313" fmla="*/ 296177 w 550059"/>
              <a:gd name="connsiteY2313" fmla="*/ 474995 h 736847"/>
              <a:gd name="connsiteX2314" fmla="*/ 295293 w 550059"/>
              <a:gd name="connsiteY2314" fmla="*/ 473522 h 736847"/>
              <a:gd name="connsiteX2315" fmla="*/ 299272 w 550059"/>
              <a:gd name="connsiteY2315" fmla="*/ 465637 h 736847"/>
              <a:gd name="connsiteX2316" fmla="*/ 308557 w 550059"/>
              <a:gd name="connsiteY2316" fmla="*/ 458342 h 736847"/>
              <a:gd name="connsiteX2317" fmla="*/ 317326 w 550059"/>
              <a:gd name="connsiteY2317" fmla="*/ 441099 h 736847"/>
              <a:gd name="connsiteX2318" fmla="*/ 316736 w 550059"/>
              <a:gd name="connsiteY2318" fmla="*/ 432109 h 736847"/>
              <a:gd name="connsiteX2319" fmla="*/ 316221 w 550059"/>
              <a:gd name="connsiteY2319" fmla="*/ 431593 h 736847"/>
              <a:gd name="connsiteX2320" fmla="*/ 294630 w 550059"/>
              <a:gd name="connsiteY2320" fmla="*/ 399907 h 736847"/>
              <a:gd name="connsiteX2321" fmla="*/ 288882 w 550059"/>
              <a:gd name="connsiteY2321" fmla="*/ 408602 h 736847"/>
              <a:gd name="connsiteX2322" fmla="*/ 263312 w 550059"/>
              <a:gd name="connsiteY2322" fmla="*/ 394601 h 736847"/>
              <a:gd name="connsiteX2323" fmla="*/ 251670 w 550059"/>
              <a:gd name="connsiteY2323" fmla="*/ 393791 h 736847"/>
              <a:gd name="connsiteX2324" fmla="*/ 262502 w 550059"/>
              <a:gd name="connsiteY2324" fmla="*/ 383401 h 736847"/>
              <a:gd name="connsiteX2325" fmla="*/ 252185 w 550059"/>
              <a:gd name="connsiteY2325" fmla="*/ 390106 h 736847"/>
              <a:gd name="connsiteX2326" fmla="*/ 244964 w 550059"/>
              <a:gd name="connsiteY2326" fmla="*/ 393938 h 736847"/>
              <a:gd name="connsiteX2327" fmla="*/ 241353 w 550059"/>
              <a:gd name="connsiteY2327" fmla="*/ 391506 h 736847"/>
              <a:gd name="connsiteX2328" fmla="*/ 227426 w 550059"/>
              <a:gd name="connsiteY2328" fmla="*/ 391875 h 736847"/>
              <a:gd name="connsiteX2329" fmla="*/ 219173 w 550059"/>
              <a:gd name="connsiteY2329" fmla="*/ 405507 h 736847"/>
              <a:gd name="connsiteX2330" fmla="*/ 218584 w 550059"/>
              <a:gd name="connsiteY2330" fmla="*/ 410518 h 736847"/>
              <a:gd name="connsiteX2331" fmla="*/ 217331 w 550059"/>
              <a:gd name="connsiteY2331" fmla="*/ 413539 h 736847"/>
              <a:gd name="connsiteX2332" fmla="*/ 219099 w 550059"/>
              <a:gd name="connsiteY2332" fmla="*/ 417887 h 736847"/>
              <a:gd name="connsiteX2333" fmla="*/ 220205 w 550059"/>
              <a:gd name="connsiteY2333" fmla="*/ 418108 h 736847"/>
              <a:gd name="connsiteX2334" fmla="*/ 221678 w 550059"/>
              <a:gd name="connsiteY2334" fmla="*/ 421866 h 736847"/>
              <a:gd name="connsiteX2335" fmla="*/ 221678 w 550059"/>
              <a:gd name="connsiteY2335" fmla="*/ 422603 h 736847"/>
              <a:gd name="connsiteX2336" fmla="*/ 214310 w 550059"/>
              <a:gd name="connsiteY2336" fmla="*/ 429382 h 736847"/>
              <a:gd name="connsiteX2337" fmla="*/ 212173 w 550059"/>
              <a:gd name="connsiteY2337" fmla="*/ 427540 h 736847"/>
              <a:gd name="connsiteX2338" fmla="*/ 210994 w 550059"/>
              <a:gd name="connsiteY2338" fmla="*/ 423340 h 736847"/>
              <a:gd name="connsiteX2339" fmla="*/ 211288 w 550059"/>
              <a:gd name="connsiteY2339" fmla="*/ 408381 h 736847"/>
              <a:gd name="connsiteX2340" fmla="*/ 217920 w 550059"/>
              <a:gd name="connsiteY2340" fmla="*/ 388485 h 736847"/>
              <a:gd name="connsiteX2341" fmla="*/ 234942 w 550059"/>
              <a:gd name="connsiteY2341" fmla="*/ 378537 h 736847"/>
              <a:gd name="connsiteX2342" fmla="*/ 235900 w 550059"/>
              <a:gd name="connsiteY2342" fmla="*/ 376990 h 736847"/>
              <a:gd name="connsiteX2343" fmla="*/ 257712 w 550059"/>
              <a:gd name="connsiteY2343" fmla="*/ 340735 h 736847"/>
              <a:gd name="connsiteX2344" fmla="*/ 259554 w 550059"/>
              <a:gd name="connsiteY2344" fmla="*/ 339335 h 736847"/>
              <a:gd name="connsiteX2345" fmla="*/ 259628 w 550059"/>
              <a:gd name="connsiteY2345" fmla="*/ 336903 h 736847"/>
              <a:gd name="connsiteX2346" fmla="*/ 266407 w 550059"/>
              <a:gd name="connsiteY2346" fmla="*/ 330492 h 736847"/>
              <a:gd name="connsiteX2347" fmla="*/ 255133 w 550059"/>
              <a:gd name="connsiteY2347" fmla="*/ 334840 h 736847"/>
              <a:gd name="connsiteX2348" fmla="*/ 253364 w 550059"/>
              <a:gd name="connsiteY2348" fmla="*/ 334545 h 736847"/>
              <a:gd name="connsiteX2349" fmla="*/ 247617 w 550059"/>
              <a:gd name="connsiteY2349" fmla="*/ 337051 h 736847"/>
              <a:gd name="connsiteX2350" fmla="*/ 244227 w 550059"/>
              <a:gd name="connsiteY2350" fmla="*/ 340072 h 736847"/>
              <a:gd name="connsiteX2351" fmla="*/ 240616 w 550059"/>
              <a:gd name="connsiteY2351" fmla="*/ 340514 h 736847"/>
              <a:gd name="connsiteX2352" fmla="*/ 237079 w 550059"/>
              <a:gd name="connsiteY2352" fmla="*/ 338082 h 736847"/>
              <a:gd name="connsiteX2353" fmla="*/ 237521 w 550059"/>
              <a:gd name="connsiteY2353" fmla="*/ 336388 h 736847"/>
              <a:gd name="connsiteX2354" fmla="*/ 237079 w 550059"/>
              <a:gd name="connsiteY2354" fmla="*/ 335503 h 736847"/>
              <a:gd name="connsiteX2355" fmla="*/ 241427 w 550059"/>
              <a:gd name="connsiteY2355" fmla="*/ 333514 h 736847"/>
              <a:gd name="connsiteX2356" fmla="*/ 235827 w 550059"/>
              <a:gd name="connsiteY2356" fmla="*/ 333587 h 736847"/>
              <a:gd name="connsiteX2357" fmla="*/ 235606 w 550059"/>
              <a:gd name="connsiteY2357" fmla="*/ 333072 h 736847"/>
              <a:gd name="connsiteX2358" fmla="*/ 237816 w 550059"/>
              <a:gd name="connsiteY2358" fmla="*/ 327250 h 736847"/>
              <a:gd name="connsiteX2359" fmla="*/ 238553 w 550059"/>
              <a:gd name="connsiteY2359" fmla="*/ 327029 h 736847"/>
              <a:gd name="connsiteX2360" fmla="*/ 249533 w 550059"/>
              <a:gd name="connsiteY2360" fmla="*/ 318776 h 736847"/>
              <a:gd name="connsiteX2361" fmla="*/ 256091 w 550059"/>
              <a:gd name="connsiteY2361" fmla="*/ 312513 h 736847"/>
              <a:gd name="connsiteX2362" fmla="*/ 252038 w 550059"/>
              <a:gd name="connsiteY2362" fmla="*/ 306396 h 736847"/>
              <a:gd name="connsiteX2363" fmla="*/ 265597 w 550059"/>
              <a:gd name="connsiteY2363" fmla="*/ 304407 h 736847"/>
              <a:gd name="connsiteX2364" fmla="*/ 258891 w 550059"/>
              <a:gd name="connsiteY2364" fmla="*/ 310154 h 736847"/>
              <a:gd name="connsiteX2365" fmla="*/ 263755 w 550059"/>
              <a:gd name="connsiteY2365" fmla="*/ 307502 h 736847"/>
              <a:gd name="connsiteX2366" fmla="*/ 283650 w 550059"/>
              <a:gd name="connsiteY2366" fmla="*/ 305217 h 736847"/>
              <a:gd name="connsiteX2367" fmla="*/ 275987 w 550059"/>
              <a:gd name="connsiteY2367" fmla="*/ 306470 h 736847"/>
              <a:gd name="connsiteX2368" fmla="*/ 278124 w 550059"/>
              <a:gd name="connsiteY2368" fmla="*/ 307796 h 736847"/>
              <a:gd name="connsiteX2369" fmla="*/ 296841 w 550059"/>
              <a:gd name="connsiteY2369" fmla="*/ 311628 h 736847"/>
              <a:gd name="connsiteX2370" fmla="*/ 290061 w 550059"/>
              <a:gd name="connsiteY2370" fmla="*/ 314649 h 736847"/>
              <a:gd name="connsiteX2371" fmla="*/ 303988 w 550059"/>
              <a:gd name="connsiteY2371" fmla="*/ 331156 h 736847"/>
              <a:gd name="connsiteX2372" fmla="*/ 289472 w 550059"/>
              <a:gd name="connsiteY2372" fmla="*/ 325482 h 736847"/>
              <a:gd name="connsiteX2373" fmla="*/ 302883 w 550059"/>
              <a:gd name="connsiteY2373" fmla="*/ 342283 h 736847"/>
              <a:gd name="connsiteX2374" fmla="*/ 290503 w 550059"/>
              <a:gd name="connsiteY2374" fmla="*/ 340293 h 736847"/>
              <a:gd name="connsiteX2375" fmla="*/ 301262 w 550059"/>
              <a:gd name="connsiteY2375" fmla="*/ 352010 h 736847"/>
              <a:gd name="connsiteX2376" fmla="*/ 296325 w 550059"/>
              <a:gd name="connsiteY2376" fmla="*/ 361736 h 736847"/>
              <a:gd name="connsiteX2377" fmla="*/ 279082 w 550059"/>
              <a:gd name="connsiteY2377" fmla="*/ 359084 h 736847"/>
              <a:gd name="connsiteX2378" fmla="*/ 307452 w 550059"/>
              <a:gd name="connsiteY2378" fmla="*/ 373158 h 736847"/>
              <a:gd name="connsiteX2379" fmla="*/ 323295 w 550059"/>
              <a:gd name="connsiteY2379" fmla="*/ 380158 h 736847"/>
              <a:gd name="connsiteX2380" fmla="*/ 327642 w 550059"/>
              <a:gd name="connsiteY2380" fmla="*/ 379053 h 736847"/>
              <a:gd name="connsiteX2381" fmla="*/ 324400 w 550059"/>
              <a:gd name="connsiteY2381" fmla="*/ 362842 h 736847"/>
              <a:gd name="connsiteX2382" fmla="*/ 321895 w 550059"/>
              <a:gd name="connsiteY2382" fmla="*/ 343388 h 736847"/>
              <a:gd name="connsiteX2383" fmla="*/ 329042 w 550059"/>
              <a:gd name="connsiteY2383" fmla="*/ 362031 h 736847"/>
              <a:gd name="connsiteX2384" fmla="*/ 332211 w 550059"/>
              <a:gd name="connsiteY2384" fmla="*/ 335577 h 736847"/>
              <a:gd name="connsiteX2385" fmla="*/ 324179 w 550059"/>
              <a:gd name="connsiteY2385" fmla="*/ 337714 h 736847"/>
              <a:gd name="connsiteX2386" fmla="*/ 336485 w 550059"/>
              <a:gd name="connsiteY2386" fmla="*/ 329313 h 736847"/>
              <a:gd name="connsiteX2387" fmla="*/ 347612 w 550059"/>
              <a:gd name="connsiteY2387" fmla="*/ 321576 h 736847"/>
              <a:gd name="connsiteX2388" fmla="*/ 343117 w 550059"/>
              <a:gd name="connsiteY2388" fmla="*/ 334398 h 736847"/>
              <a:gd name="connsiteX2389" fmla="*/ 334790 w 550059"/>
              <a:gd name="connsiteY2389" fmla="*/ 346114 h 736847"/>
              <a:gd name="connsiteX2390" fmla="*/ 346433 w 550059"/>
              <a:gd name="connsiteY2390" fmla="*/ 336461 h 736847"/>
              <a:gd name="connsiteX2391" fmla="*/ 339359 w 550059"/>
              <a:gd name="connsiteY2391" fmla="*/ 353631 h 736847"/>
              <a:gd name="connsiteX2392" fmla="*/ 349823 w 550059"/>
              <a:gd name="connsiteY2392" fmla="*/ 357168 h 736847"/>
              <a:gd name="connsiteX2393" fmla="*/ 346507 w 550059"/>
              <a:gd name="connsiteY2393" fmla="*/ 366452 h 736847"/>
              <a:gd name="connsiteX2394" fmla="*/ 339875 w 550059"/>
              <a:gd name="connsiteY2394" fmla="*/ 376179 h 736847"/>
              <a:gd name="connsiteX2395" fmla="*/ 347833 w 550059"/>
              <a:gd name="connsiteY2395" fmla="*/ 375590 h 736847"/>
              <a:gd name="connsiteX2396" fmla="*/ 330000 w 550059"/>
              <a:gd name="connsiteY2396" fmla="*/ 383401 h 736847"/>
              <a:gd name="connsiteX2397" fmla="*/ 326832 w 550059"/>
              <a:gd name="connsiteY2397" fmla="*/ 384653 h 736847"/>
              <a:gd name="connsiteX2398" fmla="*/ 243490 w 550059"/>
              <a:gd name="connsiteY2398" fmla="*/ 328798 h 736847"/>
              <a:gd name="connsiteX2399" fmla="*/ 240616 w 550059"/>
              <a:gd name="connsiteY2399" fmla="*/ 327840 h 736847"/>
              <a:gd name="connsiteX2400" fmla="*/ 241280 w 550059"/>
              <a:gd name="connsiteY2400" fmla="*/ 330050 h 736847"/>
              <a:gd name="connsiteX2401" fmla="*/ 240322 w 550059"/>
              <a:gd name="connsiteY2401" fmla="*/ 331672 h 736847"/>
              <a:gd name="connsiteX2402" fmla="*/ 240985 w 550059"/>
              <a:gd name="connsiteY2402" fmla="*/ 331524 h 736847"/>
              <a:gd name="connsiteX2403" fmla="*/ 243490 w 550059"/>
              <a:gd name="connsiteY2403" fmla="*/ 328798 h 736847"/>
              <a:gd name="connsiteX2404" fmla="*/ 259407 w 550059"/>
              <a:gd name="connsiteY2404" fmla="*/ 319881 h 736847"/>
              <a:gd name="connsiteX2405" fmla="*/ 259038 w 550059"/>
              <a:gd name="connsiteY2405" fmla="*/ 318997 h 736847"/>
              <a:gd name="connsiteX2406" fmla="*/ 257786 w 550059"/>
              <a:gd name="connsiteY2406" fmla="*/ 319218 h 736847"/>
              <a:gd name="connsiteX2407" fmla="*/ 258154 w 550059"/>
              <a:gd name="connsiteY2407" fmla="*/ 319955 h 736847"/>
              <a:gd name="connsiteX2408" fmla="*/ 256901 w 550059"/>
              <a:gd name="connsiteY2408" fmla="*/ 321650 h 736847"/>
              <a:gd name="connsiteX2409" fmla="*/ 255133 w 550059"/>
              <a:gd name="connsiteY2409" fmla="*/ 320471 h 736847"/>
              <a:gd name="connsiteX2410" fmla="*/ 255207 w 550059"/>
              <a:gd name="connsiteY2410" fmla="*/ 319587 h 736847"/>
              <a:gd name="connsiteX2411" fmla="*/ 253291 w 550059"/>
              <a:gd name="connsiteY2411" fmla="*/ 319881 h 736847"/>
              <a:gd name="connsiteX2412" fmla="*/ 253217 w 550059"/>
              <a:gd name="connsiteY2412" fmla="*/ 320987 h 736847"/>
              <a:gd name="connsiteX2413" fmla="*/ 256754 w 550059"/>
              <a:gd name="connsiteY2413" fmla="*/ 323271 h 736847"/>
              <a:gd name="connsiteX2414" fmla="*/ 259407 w 550059"/>
              <a:gd name="connsiteY2414" fmla="*/ 319881 h 736847"/>
              <a:gd name="connsiteX2415" fmla="*/ 279082 w 550059"/>
              <a:gd name="connsiteY2415" fmla="*/ 352820 h 736847"/>
              <a:gd name="connsiteX2416" fmla="*/ 273113 w 550059"/>
              <a:gd name="connsiteY2416" fmla="*/ 314502 h 736847"/>
              <a:gd name="connsiteX2417" fmla="*/ 279082 w 550059"/>
              <a:gd name="connsiteY2417" fmla="*/ 352820 h 736847"/>
              <a:gd name="connsiteX2418" fmla="*/ 235311 w 550059"/>
              <a:gd name="connsiteY2418" fmla="*/ 287164 h 736847"/>
              <a:gd name="connsiteX2419" fmla="*/ 242901 w 550059"/>
              <a:gd name="connsiteY2419" fmla="*/ 279205 h 736847"/>
              <a:gd name="connsiteX2420" fmla="*/ 242901 w 550059"/>
              <a:gd name="connsiteY2420" fmla="*/ 263878 h 736847"/>
              <a:gd name="connsiteX2421" fmla="*/ 240248 w 550059"/>
              <a:gd name="connsiteY2421" fmla="*/ 263878 h 736847"/>
              <a:gd name="connsiteX2422" fmla="*/ 240248 w 550059"/>
              <a:gd name="connsiteY2422" fmla="*/ 279205 h 736847"/>
              <a:gd name="connsiteX2423" fmla="*/ 235311 w 550059"/>
              <a:gd name="connsiteY2423" fmla="*/ 285027 h 736847"/>
              <a:gd name="connsiteX2424" fmla="*/ 230374 w 550059"/>
              <a:gd name="connsiteY2424" fmla="*/ 279205 h 736847"/>
              <a:gd name="connsiteX2425" fmla="*/ 230374 w 550059"/>
              <a:gd name="connsiteY2425" fmla="*/ 263878 h 736847"/>
              <a:gd name="connsiteX2426" fmla="*/ 227721 w 550059"/>
              <a:gd name="connsiteY2426" fmla="*/ 263878 h 736847"/>
              <a:gd name="connsiteX2427" fmla="*/ 227721 w 550059"/>
              <a:gd name="connsiteY2427" fmla="*/ 279205 h 736847"/>
              <a:gd name="connsiteX2428" fmla="*/ 235311 w 550059"/>
              <a:gd name="connsiteY2428" fmla="*/ 287164 h 736847"/>
              <a:gd name="connsiteX2429" fmla="*/ 339285 w 550059"/>
              <a:gd name="connsiteY2429" fmla="*/ 325334 h 736847"/>
              <a:gd name="connsiteX2430" fmla="*/ 345696 w 550059"/>
              <a:gd name="connsiteY2430" fmla="*/ 320397 h 736847"/>
              <a:gd name="connsiteX2431" fmla="*/ 336632 w 550059"/>
              <a:gd name="connsiteY2431" fmla="*/ 312807 h 736847"/>
              <a:gd name="connsiteX2432" fmla="*/ 339285 w 550059"/>
              <a:gd name="connsiteY2432" fmla="*/ 325334 h 736847"/>
              <a:gd name="connsiteX2433" fmla="*/ 352991 w 550059"/>
              <a:gd name="connsiteY2433" fmla="*/ 286795 h 736847"/>
              <a:gd name="connsiteX2434" fmla="*/ 355644 w 550059"/>
              <a:gd name="connsiteY2434" fmla="*/ 286795 h 736847"/>
              <a:gd name="connsiteX2435" fmla="*/ 355644 w 550059"/>
              <a:gd name="connsiteY2435" fmla="*/ 266310 h 736847"/>
              <a:gd name="connsiteX2436" fmla="*/ 362128 w 550059"/>
              <a:gd name="connsiteY2436" fmla="*/ 266310 h 736847"/>
              <a:gd name="connsiteX2437" fmla="*/ 362128 w 550059"/>
              <a:gd name="connsiteY2437" fmla="*/ 263878 h 736847"/>
              <a:gd name="connsiteX2438" fmla="*/ 346433 w 550059"/>
              <a:gd name="connsiteY2438" fmla="*/ 263878 h 736847"/>
              <a:gd name="connsiteX2439" fmla="*/ 346433 w 550059"/>
              <a:gd name="connsiteY2439" fmla="*/ 266310 h 736847"/>
              <a:gd name="connsiteX2440" fmla="*/ 352991 w 550059"/>
              <a:gd name="connsiteY2440" fmla="*/ 266310 h 736847"/>
              <a:gd name="connsiteX2441" fmla="*/ 352991 w 550059"/>
              <a:gd name="connsiteY2441" fmla="*/ 286795 h 736847"/>
              <a:gd name="connsiteX2442" fmla="*/ 352991 w 550059"/>
              <a:gd name="connsiteY2442" fmla="*/ 286795 h 736847"/>
              <a:gd name="connsiteX2443" fmla="*/ 306494 w 550059"/>
              <a:gd name="connsiteY2443" fmla="*/ 432477 h 736847"/>
              <a:gd name="connsiteX2444" fmla="*/ 285787 w 550059"/>
              <a:gd name="connsiteY2444" fmla="*/ 410444 h 736847"/>
              <a:gd name="connsiteX2445" fmla="*/ 291756 w 550059"/>
              <a:gd name="connsiteY2445" fmla="*/ 428351 h 736847"/>
              <a:gd name="connsiteX2446" fmla="*/ 292051 w 550059"/>
              <a:gd name="connsiteY2446" fmla="*/ 428793 h 736847"/>
              <a:gd name="connsiteX2447" fmla="*/ 291093 w 550059"/>
              <a:gd name="connsiteY2447" fmla="*/ 433288 h 736847"/>
              <a:gd name="connsiteX2448" fmla="*/ 273924 w 550059"/>
              <a:gd name="connsiteY2448" fmla="*/ 445373 h 736847"/>
              <a:gd name="connsiteX2449" fmla="*/ 267292 w 550059"/>
              <a:gd name="connsiteY2449" fmla="*/ 452594 h 736847"/>
              <a:gd name="connsiteX2450" fmla="*/ 265007 w 550059"/>
              <a:gd name="connsiteY2450" fmla="*/ 459447 h 736847"/>
              <a:gd name="connsiteX2451" fmla="*/ 265891 w 550059"/>
              <a:gd name="connsiteY2451" fmla="*/ 460258 h 736847"/>
              <a:gd name="connsiteX2452" fmla="*/ 276871 w 550059"/>
              <a:gd name="connsiteY2452" fmla="*/ 459963 h 736847"/>
              <a:gd name="connsiteX2453" fmla="*/ 277534 w 550059"/>
              <a:gd name="connsiteY2453" fmla="*/ 458784 h 736847"/>
              <a:gd name="connsiteX2454" fmla="*/ 277387 w 550059"/>
              <a:gd name="connsiteY2454" fmla="*/ 455173 h 736847"/>
              <a:gd name="connsiteX2455" fmla="*/ 276871 w 550059"/>
              <a:gd name="connsiteY2455" fmla="*/ 454436 h 736847"/>
              <a:gd name="connsiteX2456" fmla="*/ 278566 w 550059"/>
              <a:gd name="connsiteY2456" fmla="*/ 450973 h 736847"/>
              <a:gd name="connsiteX2457" fmla="*/ 282619 w 550059"/>
              <a:gd name="connsiteY2457" fmla="*/ 448173 h 736847"/>
              <a:gd name="connsiteX2458" fmla="*/ 306494 w 550059"/>
              <a:gd name="connsiteY2458" fmla="*/ 432477 h 736847"/>
              <a:gd name="connsiteX2459" fmla="*/ 214089 w 550059"/>
              <a:gd name="connsiteY2459" fmla="*/ 286795 h 736847"/>
              <a:gd name="connsiteX2460" fmla="*/ 216741 w 550059"/>
              <a:gd name="connsiteY2460" fmla="*/ 286795 h 736847"/>
              <a:gd name="connsiteX2461" fmla="*/ 216741 w 550059"/>
              <a:gd name="connsiteY2461" fmla="*/ 266310 h 736847"/>
              <a:gd name="connsiteX2462" fmla="*/ 223226 w 550059"/>
              <a:gd name="connsiteY2462" fmla="*/ 266310 h 736847"/>
              <a:gd name="connsiteX2463" fmla="*/ 223226 w 550059"/>
              <a:gd name="connsiteY2463" fmla="*/ 263878 h 736847"/>
              <a:gd name="connsiteX2464" fmla="*/ 207530 w 550059"/>
              <a:gd name="connsiteY2464" fmla="*/ 263878 h 736847"/>
              <a:gd name="connsiteX2465" fmla="*/ 207530 w 550059"/>
              <a:gd name="connsiteY2465" fmla="*/ 266310 h 736847"/>
              <a:gd name="connsiteX2466" fmla="*/ 214089 w 550059"/>
              <a:gd name="connsiteY2466" fmla="*/ 266310 h 736847"/>
              <a:gd name="connsiteX2467" fmla="*/ 214089 w 550059"/>
              <a:gd name="connsiteY2467" fmla="*/ 286795 h 736847"/>
              <a:gd name="connsiteX2468" fmla="*/ 214089 w 550059"/>
              <a:gd name="connsiteY2468" fmla="*/ 286795 h 736847"/>
              <a:gd name="connsiteX2469" fmla="*/ 204656 w 550059"/>
              <a:gd name="connsiteY2469" fmla="*/ 280974 h 736847"/>
              <a:gd name="connsiteX2470" fmla="*/ 198761 w 550059"/>
              <a:gd name="connsiteY2470" fmla="*/ 274416 h 736847"/>
              <a:gd name="connsiteX2471" fmla="*/ 196330 w 550059"/>
              <a:gd name="connsiteY2471" fmla="*/ 273900 h 736847"/>
              <a:gd name="connsiteX2472" fmla="*/ 192203 w 550059"/>
              <a:gd name="connsiteY2472" fmla="*/ 269700 h 736847"/>
              <a:gd name="connsiteX2473" fmla="*/ 196919 w 550059"/>
              <a:gd name="connsiteY2473" fmla="*/ 265868 h 736847"/>
              <a:gd name="connsiteX2474" fmla="*/ 201930 w 550059"/>
              <a:gd name="connsiteY2474" fmla="*/ 271026 h 736847"/>
              <a:gd name="connsiteX2475" fmla="*/ 204435 w 550059"/>
              <a:gd name="connsiteY2475" fmla="*/ 271026 h 736847"/>
              <a:gd name="connsiteX2476" fmla="*/ 196845 w 550059"/>
              <a:gd name="connsiteY2476" fmla="*/ 263436 h 736847"/>
              <a:gd name="connsiteX2477" fmla="*/ 189477 w 550059"/>
              <a:gd name="connsiteY2477" fmla="*/ 269700 h 736847"/>
              <a:gd name="connsiteX2478" fmla="*/ 195298 w 550059"/>
              <a:gd name="connsiteY2478" fmla="*/ 276258 h 736847"/>
              <a:gd name="connsiteX2479" fmla="*/ 197730 w 550059"/>
              <a:gd name="connsiteY2479" fmla="*/ 276774 h 736847"/>
              <a:gd name="connsiteX2480" fmla="*/ 201856 w 550059"/>
              <a:gd name="connsiteY2480" fmla="*/ 281048 h 736847"/>
              <a:gd name="connsiteX2481" fmla="*/ 196845 w 550059"/>
              <a:gd name="connsiteY2481" fmla="*/ 285100 h 736847"/>
              <a:gd name="connsiteX2482" fmla="*/ 191614 w 550059"/>
              <a:gd name="connsiteY2482" fmla="*/ 279869 h 736847"/>
              <a:gd name="connsiteX2483" fmla="*/ 189108 w 550059"/>
              <a:gd name="connsiteY2483" fmla="*/ 279869 h 736847"/>
              <a:gd name="connsiteX2484" fmla="*/ 196845 w 550059"/>
              <a:gd name="connsiteY2484" fmla="*/ 287237 h 736847"/>
              <a:gd name="connsiteX2485" fmla="*/ 204656 w 550059"/>
              <a:gd name="connsiteY2485" fmla="*/ 280974 h 736847"/>
              <a:gd name="connsiteX2486" fmla="*/ 224773 w 550059"/>
              <a:gd name="connsiteY2486" fmla="*/ 366895 h 736847"/>
              <a:gd name="connsiteX2487" fmla="*/ 233837 w 550059"/>
              <a:gd name="connsiteY2487" fmla="*/ 375737 h 736847"/>
              <a:gd name="connsiteX2488" fmla="*/ 233248 w 550059"/>
              <a:gd name="connsiteY2488" fmla="*/ 360484 h 736847"/>
              <a:gd name="connsiteX2489" fmla="*/ 226468 w 550059"/>
              <a:gd name="connsiteY2489" fmla="*/ 359305 h 736847"/>
              <a:gd name="connsiteX2490" fmla="*/ 221900 w 550059"/>
              <a:gd name="connsiteY2490" fmla="*/ 359305 h 736847"/>
              <a:gd name="connsiteX2491" fmla="*/ 202372 w 550059"/>
              <a:gd name="connsiteY2491" fmla="*/ 371758 h 736847"/>
              <a:gd name="connsiteX2492" fmla="*/ 200383 w 550059"/>
              <a:gd name="connsiteY2492" fmla="*/ 375811 h 736847"/>
              <a:gd name="connsiteX2493" fmla="*/ 197288 w 550059"/>
              <a:gd name="connsiteY2493" fmla="*/ 382590 h 736847"/>
              <a:gd name="connsiteX2494" fmla="*/ 197288 w 550059"/>
              <a:gd name="connsiteY2494" fmla="*/ 387601 h 736847"/>
              <a:gd name="connsiteX2495" fmla="*/ 198467 w 550059"/>
              <a:gd name="connsiteY2495" fmla="*/ 388780 h 736847"/>
              <a:gd name="connsiteX2496" fmla="*/ 206646 w 550059"/>
              <a:gd name="connsiteY2496" fmla="*/ 384506 h 736847"/>
              <a:gd name="connsiteX2497" fmla="*/ 206793 w 550059"/>
              <a:gd name="connsiteY2497" fmla="*/ 383474 h 736847"/>
              <a:gd name="connsiteX2498" fmla="*/ 205467 w 550059"/>
              <a:gd name="connsiteY2498" fmla="*/ 380895 h 736847"/>
              <a:gd name="connsiteX2499" fmla="*/ 204141 w 550059"/>
              <a:gd name="connsiteY2499" fmla="*/ 379053 h 736847"/>
              <a:gd name="connsiteX2500" fmla="*/ 205909 w 550059"/>
              <a:gd name="connsiteY2500" fmla="*/ 376990 h 736847"/>
              <a:gd name="connsiteX2501" fmla="*/ 206867 w 550059"/>
              <a:gd name="connsiteY2501" fmla="*/ 376474 h 736847"/>
              <a:gd name="connsiteX2502" fmla="*/ 219763 w 550059"/>
              <a:gd name="connsiteY2502" fmla="*/ 367558 h 736847"/>
              <a:gd name="connsiteX2503" fmla="*/ 224773 w 550059"/>
              <a:gd name="connsiteY2503" fmla="*/ 366895 h 73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Lst>
            <a:rect l="l" t="t" r="r" b="b"/>
            <a:pathLst>
              <a:path w="550059" h="736847">
                <a:moveTo>
                  <a:pt x="310989" y="57403"/>
                </a:moveTo>
                <a:cubicBezTo>
                  <a:pt x="310989" y="60498"/>
                  <a:pt x="310989" y="63593"/>
                  <a:pt x="310989" y="66688"/>
                </a:cubicBezTo>
                <a:cubicBezTo>
                  <a:pt x="310989" y="68825"/>
                  <a:pt x="310989" y="71036"/>
                  <a:pt x="309957" y="72730"/>
                </a:cubicBezTo>
                <a:cubicBezTo>
                  <a:pt x="308410" y="75310"/>
                  <a:pt x="305536" y="75457"/>
                  <a:pt x="302072" y="75310"/>
                </a:cubicBezTo>
                <a:cubicBezTo>
                  <a:pt x="283429" y="74646"/>
                  <a:pt x="264712" y="74720"/>
                  <a:pt x="246069" y="75383"/>
                </a:cubicBezTo>
                <a:cubicBezTo>
                  <a:pt x="246069" y="72878"/>
                  <a:pt x="246069" y="70372"/>
                  <a:pt x="246069" y="67867"/>
                </a:cubicBezTo>
                <a:cubicBezTo>
                  <a:pt x="263681" y="67204"/>
                  <a:pt x="281292" y="67130"/>
                  <a:pt x="298830" y="67720"/>
                </a:cubicBezTo>
                <a:cubicBezTo>
                  <a:pt x="300378" y="67867"/>
                  <a:pt x="301041" y="67130"/>
                  <a:pt x="300967" y="65656"/>
                </a:cubicBezTo>
                <a:cubicBezTo>
                  <a:pt x="300967" y="63004"/>
                  <a:pt x="300967" y="60277"/>
                  <a:pt x="300967" y="57624"/>
                </a:cubicBezTo>
                <a:cubicBezTo>
                  <a:pt x="300967" y="56151"/>
                  <a:pt x="300451" y="55487"/>
                  <a:pt x="298830" y="55414"/>
                </a:cubicBezTo>
                <a:cubicBezTo>
                  <a:pt x="283650" y="54972"/>
                  <a:pt x="268471" y="54898"/>
                  <a:pt x="253291" y="55340"/>
                </a:cubicBezTo>
                <a:cubicBezTo>
                  <a:pt x="251154" y="55414"/>
                  <a:pt x="249091" y="55414"/>
                  <a:pt x="247469" y="54603"/>
                </a:cubicBezTo>
                <a:cubicBezTo>
                  <a:pt x="244596" y="53203"/>
                  <a:pt x="244374" y="50108"/>
                  <a:pt x="244374" y="46718"/>
                </a:cubicBezTo>
                <a:cubicBezTo>
                  <a:pt x="244374" y="43697"/>
                  <a:pt x="244374" y="40676"/>
                  <a:pt x="244374" y="37655"/>
                </a:cubicBezTo>
                <a:cubicBezTo>
                  <a:pt x="244374" y="34928"/>
                  <a:pt x="244301" y="33455"/>
                  <a:pt x="245406" y="31539"/>
                </a:cubicBezTo>
                <a:cubicBezTo>
                  <a:pt x="246954" y="28812"/>
                  <a:pt x="249827" y="28444"/>
                  <a:pt x="253364" y="28370"/>
                </a:cubicBezTo>
                <a:cubicBezTo>
                  <a:pt x="272008" y="27854"/>
                  <a:pt x="290724" y="28002"/>
                  <a:pt x="309294" y="28812"/>
                </a:cubicBezTo>
                <a:cubicBezTo>
                  <a:pt x="309294" y="31318"/>
                  <a:pt x="309294" y="33823"/>
                  <a:pt x="309294" y="36328"/>
                </a:cubicBezTo>
                <a:cubicBezTo>
                  <a:pt x="291830" y="35370"/>
                  <a:pt x="274145" y="35149"/>
                  <a:pt x="256533" y="35591"/>
                </a:cubicBezTo>
                <a:cubicBezTo>
                  <a:pt x="254912" y="35591"/>
                  <a:pt x="254396" y="36255"/>
                  <a:pt x="254396" y="37728"/>
                </a:cubicBezTo>
                <a:cubicBezTo>
                  <a:pt x="254396" y="40381"/>
                  <a:pt x="254396" y="42960"/>
                  <a:pt x="254396" y="45613"/>
                </a:cubicBezTo>
                <a:cubicBezTo>
                  <a:pt x="254396" y="47161"/>
                  <a:pt x="254986" y="47750"/>
                  <a:pt x="256533" y="47750"/>
                </a:cubicBezTo>
                <a:cubicBezTo>
                  <a:pt x="271713" y="47382"/>
                  <a:pt x="286819" y="47455"/>
                  <a:pt x="301925" y="47971"/>
                </a:cubicBezTo>
                <a:cubicBezTo>
                  <a:pt x="309220" y="48192"/>
                  <a:pt x="310989" y="50624"/>
                  <a:pt x="310989" y="57403"/>
                </a:cubicBezTo>
                <a:close/>
                <a:moveTo>
                  <a:pt x="323663" y="30286"/>
                </a:moveTo>
                <a:cubicBezTo>
                  <a:pt x="320789" y="31686"/>
                  <a:pt x="320642" y="34707"/>
                  <a:pt x="320642" y="38097"/>
                </a:cubicBezTo>
                <a:cubicBezTo>
                  <a:pt x="320642" y="47750"/>
                  <a:pt x="320642" y="57330"/>
                  <a:pt x="320642" y="66983"/>
                </a:cubicBezTo>
                <a:cubicBezTo>
                  <a:pt x="320642" y="73836"/>
                  <a:pt x="322337" y="76120"/>
                  <a:pt x="329706" y="76636"/>
                </a:cubicBezTo>
                <a:cubicBezTo>
                  <a:pt x="347464" y="77889"/>
                  <a:pt x="365150" y="79731"/>
                  <a:pt x="382614" y="82236"/>
                </a:cubicBezTo>
                <a:cubicBezTo>
                  <a:pt x="382614" y="79215"/>
                  <a:pt x="382614" y="76267"/>
                  <a:pt x="382614" y="73246"/>
                </a:cubicBezTo>
                <a:cubicBezTo>
                  <a:pt x="366329" y="70962"/>
                  <a:pt x="349749" y="69120"/>
                  <a:pt x="333169" y="67867"/>
                </a:cubicBezTo>
                <a:cubicBezTo>
                  <a:pt x="331548" y="67793"/>
                  <a:pt x="331106" y="67130"/>
                  <a:pt x="331106" y="65656"/>
                </a:cubicBezTo>
                <a:cubicBezTo>
                  <a:pt x="331106" y="57477"/>
                  <a:pt x="331106" y="49298"/>
                  <a:pt x="331106" y="41118"/>
                </a:cubicBezTo>
                <a:cubicBezTo>
                  <a:pt x="331106" y="39497"/>
                  <a:pt x="331695" y="38981"/>
                  <a:pt x="333316" y="39055"/>
                </a:cubicBezTo>
                <a:cubicBezTo>
                  <a:pt x="349823" y="40308"/>
                  <a:pt x="366329" y="42076"/>
                  <a:pt x="382614" y="44360"/>
                </a:cubicBezTo>
                <a:cubicBezTo>
                  <a:pt x="382614" y="41266"/>
                  <a:pt x="382614" y="38244"/>
                  <a:pt x="382614" y="35297"/>
                </a:cubicBezTo>
                <a:cubicBezTo>
                  <a:pt x="365076" y="32791"/>
                  <a:pt x="347317" y="30949"/>
                  <a:pt x="329485" y="29696"/>
                </a:cubicBezTo>
                <a:cubicBezTo>
                  <a:pt x="327421" y="29623"/>
                  <a:pt x="325358" y="29475"/>
                  <a:pt x="323663" y="30286"/>
                </a:cubicBezTo>
                <a:close/>
                <a:moveTo>
                  <a:pt x="161475" y="73983"/>
                </a:moveTo>
                <a:cubicBezTo>
                  <a:pt x="161549" y="80910"/>
                  <a:pt x="159412" y="83415"/>
                  <a:pt x="152338" y="84594"/>
                </a:cubicBezTo>
                <a:cubicBezTo>
                  <a:pt x="137305" y="87026"/>
                  <a:pt x="122420" y="89900"/>
                  <a:pt x="107904" y="93216"/>
                </a:cubicBezTo>
                <a:cubicBezTo>
                  <a:pt x="104661" y="93953"/>
                  <a:pt x="101714" y="94542"/>
                  <a:pt x="100166" y="92258"/>
                </a:cubicBezTo>
                <a:cubicBezTo>
                  <a:pt x="99208" y="90784"/>
                  <a:pt x="99208" y="88721"/>
                  <a:pt x="99208" y="86584"/>
                </a:cubicBezTo>
                <a:cubicBezTo>
                  <a:pt x="99208" y="76931"/>
                  <a:pt x="99135" y="67351"/>
                  <a:pt x="99135" y="57698"/>
                </a:cubicBezTo>
                <a:cubicBezTo>
                  <a:pt x="99135" y="50550"/>
                  <a:pt x="101272" y="47824"/>
                  <a:pt x="108346" y="46276"/>
                </a:cubicBezTo>
                <a:cubicBezTo>
                  <a:pt x="122789" y="42960"/>
                  <a:pt x="137600" y="40086"/>
                  <a:pt x="152632" y="37655"/>
                </a:cubicBezTo>
                <a:cubicBezTo>
                  <a:pt x="156022" y="37065"/>
                  <a:pt x="158896" y="36844"/>
                  <a:pt x="160443" y="39276"/>
                </a:cubicBezTo>
                <a:cubicBezTo>
                  <a:pt x="161401" y="40823"/>
                  <a:pt x="161401" y="42960"/>
                  <a:pt x="161401" y="45024"/>
                </a:cubicBezTo>
                <a:cubicBezTo>
                  <a:pt x="161475" y="54677"/>
                  <a:pt x="161475" y="64330"/>
                  <a:pt x="161475" y="73983"/>
                </a:cubicBezTo>
                <a:close/>
                <a:moveTo>
                  <a:pt x="152632" y="73541"/>
                </a:moveTo>
                <a:cubicBezTo>
                  <a:pt x="152632" y="65362"/>
                  <a:pt x="152632" y="57182"/>
                  <a:pt x="152559" y="49003"/>
                </a:cubicBezTo>
                <a:cubicBezTo>
                  <a:pt x="152632" y="47455"/>
                  <a:pt x="151822" y="46718"/>
                  <a:pt x="150274" y="47087"/>
                </a:cubicBezTo>
                <a:cubicBezTo>
                  <a:pt x="136568" y="49371"/>
                  <a:pt x="123083" y="51950"/>
                  <a:pt x="109893" y="54972"/>
                </a:cubicBezTo>
                <a:cubicBezTo>
                  <a:pt x="108419" y="55193"/>
                  <a:pt x="107977" y="55929"/>
                  <a:pt x="107977" y="57330"/>
                </a:cubicBezTo>
                <a:cubicBezTo>
                  <a:pt x="107977" y="65509"/>
                  <a:pt x="108051" y="73688"/>
                  <a:pt x="108051" y="81868"/>
                </a:cubicBezTo>
                <a:cubicBezTo>
                  <a:pt x="108051" y="83489"/>
                  <a:pt x="108788" y="84152"/>
                  <a:pt x="110409" y="83710"/>
                </a:cubicBezTo>
                <a:cubicBezTo>
                  <a:pt x="123599" y="80762"/>
                  <a:pt x="137011" y="78110"/>
                  <a:pt x="150643" y="75899"/>
                </a:cubicBezTo>
                <a:cubicBezTo>
                  <a:pt x="152117" y="75604"/>
                  <a:pt x="152632" y="75015"/>
                  <a:pt x="152632" y="73541"/>
                </a:cubicBezTo>
                <a:close/>
                <a:moveTo>
                  <a:pt x="330885" y="286795"/>
                </a:moveTo>
                <a:lnTo>
                  <a:pt x="328232" y="286795"/>
                </a:lnTo>
                <a:lnTo>
                  <a:pt x="328232" y="263878"/>
                </a:lnTo>
                <a:lnTo>
                  <a:pt x="335453" y="263878"/>
                </a:lnTo>
                <a:cubicBezTo>
                  <a:pt x="340022" y="263878"/>
                  <a:pt x="342012" y="265720"/>
                  <a:pt x="342012" y="270879"/>
                </a:cubicBezTo>
                <a:cubicBezTo>
                  <a:pt x="342012" y="275226"/>
                  <a:pt x="340317" y="276921"/>
                  <a:pt x="337369" y="277289"/>
                </a:cubicBezTo>
                <a:lnTo>
                  <a:pt x="342675" y="286722"/>
                </a:lnTo>
                <a:lnTo>
                  <a:pt x="339654" y="286722"/>
                </a:lnTo>
                <a:lnTo>
                  <a:pt x="334643" y="277584"/>
                </a:lnTo>
                <a:lnTo>
                  <a:pt x="330958" y="277584"/>
                </a:lnTo>
                <a:lnTo>
                  <a:pt x="330885" y="286795"/>
                </a:lnTo>
                <a:lnTo>
                  <a:pt x="330885" y="286795"/>
                </a:lnTo>
                <a:close/>
                <a:moveTo>
                  <a:pt x="330885" y="275447"/>
                </a:moveTo>
                <a:lnTo>
                  <a:pt x="335380" y="275447"/>
                </a:lnTo>
                <a:cubicBezTo>
                  <a:pt x="338253" y="275447"/>
                  <a:pt x="339285" y="274563"/>
                  <a:pt x="339285" y="270879"/>
                </a:cubicBezTo>
                <a:cubicBezTo>
                  <a:pt x="339285" y="267268"/>
                  <a:pt x="338253" y="266310"/>
                  <a:pt x="335453" y="266310"/>
                </a:cubicBezTo>
                <a:lnTo>
                  <a:pt x="330885" y="266310"/>
                </a:lnTo>
                <a:lnTo>
                  <a:pt x="330885" y="275447"/>
                </a:lnTo>
                <a:close/>
                <a:moveTo>
                  <a:pt x="253954" y="286795"/>
                </a:moveTo>
                <a:lnTo>
                  <a:pt x="256607" y="286795"/>
                </a:lnTo>
                <a:lnTo>
                  <a:pt x="256607" y="266310"/>
                </a:lnTo>
                <a:lnTo>
                  <a:pt x="263091" y="266310"/>
                </a:lnTo>
                <a:lnTo>
                  <a:pt x="263091" y="263878"/>
                </a:lnTo>
                <a:lnTo>
                  <a:pt x="247396" y="263878"/>
                </a:lnTo>
                <a:lnTo>
                  <a:pt x="247396" y="266310"/>
                </a:lnTo>
                <a:lnTo>
                  <a:pt x="253954" y="266310"/>
                </a:lnTo>
                <a:lnTo>
                  <a:pt x="253954" y="286795"/>
                </a:lnTo>
                <a:lnTo>
                  <a:pt x="253954" y="286795"/>
                </a:lnTo>
                <a:close/>
                <a:moveTo>
                  <a:pt x="225437" y="61235"/>
                </a:moveTo>
                <a:cubicBezTo>
                  <a:pt x="225437" y="61751"/>
                  <a:pt x="225805" y="62193"/>
                  <a:pt x="226321" y="62414"/>
                </a:cubicBezTo>
                <a:cubicBezTo>
                  <a:pt x="231847" y="64183"/>
                  <a:pt x="234721" y="68751"/>
                  <a:pt x="235016" y="75825"/>
                </a:cubicBezTo>
                <a:cubicBezTo>
                  <a:pt x="231774" y="75973"/>
                  <a:pt x="228605" y="76194"/>
                  <a:pt x="225363" y="76415"/>
                </a:cubicBezTo>
                <a:cubicBezTo>
                  <a:pt x="225363" y="71920"/>
                  <a:pt x="224773" y="68088"/>
                  <a:pt x="220794" y="65804"/>
                </a:cubicBezTo>
                <a:cubicBezTo>
                  <a:pt x="218141" y="64330"/>
                  <a:pt x="215268" y="64404"/>
                  <a:pt x="211583" y="64698"/>
                </a:cubicBezTo>
                <a:cubicBezTo>
                  <a:pt x="201046" y="65583"/>
                  <a:pt x="190582" y="66614"/>
                  <a:pt x="180118" y="67941"/>
                </a:cubicBezTo>
                <a:cubicBezTo>
                  <a:pt x="180118" y="72215"/>
                  <a:pt x="180118" y="76415"/>
                  <a:pt x="180118" y="80689"/>
                </a:cubicBezTo>
                <a:cubicBezTo>
                  <a:pt x="176876" y="81057"/>
                  <a:pt x="173634" y="81499"/>
                  <a:pt x="170465" y="81942"/>
                </a:cubicBezTo>
                <a:cubicBezTo>
                  <a:pt x="170465" y="66246"/>
                  <a:pt x="170391" y="50698"/>
                  <a:pt x="170391" y="35076"/>
                </a:cubicBezTo>
                <a:cubicBezTo>
                  <a:pt x="188740" y="32570"/>
                  <a:pt x="207383" y="30654"/>
                  <a:pt x="226026" y="29475"/>
                </a:cubicBezTo>
                <a:cubicBezTo>
                  <a:pt x="229489" y="29254"/>
                  <a:pt x="232363" y="29328"/>
                  <a:pt x="233911" y="31907"/>
                </a:cubicBezTo>
                <a:cubicBezTo>
                  <a:pt x="234869" y="33528"/>
                  <a:pt x="234942" y="35739"/>
                  <a:pt x="234942" y="37876"/>
                </a:cubicBezTo>
                <a:cubicBezTo>
                  <a:pt x="234942" y="41413"/>
                  <a:pt x="234942" y="44950"/>
                  <a:pt x="234942" y="48487"/>
                </a:cubicBezTo>
                <a:cubicBezTo>
                  <a:pt x="234942" y="51140"/>
                  <a:pt x="234869" y="52098"/>
                  <a:pt x="234648" y="53350"/>
                </a:cubicBezTo>
                <a:cubicBezTo>
                  <a:pt x="234353" y="54677"/>
                  <a:pt x="233837" y="56077"/>
                  <a:pt x="232879" y="57182"/>
                </a:cubicBezTo>
                <a:cubicBezTo>
                  <a:pt x="231332" y="59024"/>
                  <a:pt x="229047" y="59835"/>
                  <a:pt x="226468" y="60130"/>
                </a:cubicBezTo>
                <a:cubicBezTo>
                  <a:pt x="225952" y="60056"/>
                  <a:pt x="225437" y="60572"/>
                  <a:pt x="225437" y="61235"/>
                </a:cubicBezTo>
                <a:close/>
                <a:moveTo>
                  <a:pt x="225658" y="52540"/>
                </a:moveTo>
                <a:cubicBezTo>
                  <a:pt x="225658" y="48634"/>
                  <a:pt x="225658" y="44655"/>
                  <a:pt x="225658" y="40750"/>
                </a:cubicBezTo>
                <a:cubicBezTo>
                  <a:pt x="225658" y="39202"/>
                  <a:pt x="225068" y="38613"/>
                  <a:pt x="223447" y="38686"/>
                </a:cubicBezTo>
                <a:cubicBezTo>
                  <a:pt x="209004" y="39644"/>
                  <a:pt x="194561" y="41044"/>
                  <a:pt x="180192" y="42813"/>
                </a:cubicBezTo>
                <a:cubicBezTo>
                  <a:pt x="180192" y="48192"/>
                  <a:pt x="180192" y="53571"/>
                  <a:pt x="180192" y="58877"/>
                </a:cubicBezTo>
                <a:cubicBezTo>
                  <a:pt x="194561" y="57109"/>
                  <a:pt x="209004" y="55708"/>
                  <a:pt x="223521" y="54750"/>
                </a:cubicBezTo>
                <a:cubicBezTo>
                  <a:pt x="225216" y="54677"/>
                  <a:pt x="225658" y="54014"/>
                  <a:pt x="225658" y="52540"/>
                </a:cubicBezTo>
                <a:close/>
                <a:moveTo>
                  <a:pt x="51606" y="214949"/>
                </a:moveTo>
                <a:cubicBezTo>
                  <a:pt x="53374" y="214360"/>
                  <a:pt x="54111" y="214433"/>
                  <a:pt x="55585" y="215612"/>
                </a:cubicBezTo>
                <a:cubicBezTo>
                  <a:pt x="58385" y="217749"/>
                  <a:pt x="61185" y="218560"/>
                  <a:pt x="64133" y="216791"/>
                </a:cubicBezTo>
                <a:cubicBezTo>
                  <a:pt x="66933" y="215096"/>
                  <a:pt x="67080" y="212886"/>
                  <a:pt x="65975" y="208317"/>
                </a:cubicBezTo>
                <a:cubicBezTo>
                  <a:pt x="65459" y="206475"/>
                  <a:pt x="65828" y="205591"/>
                  <a:pt x="67522" y="204706"/>
                </a:cubicBezTo>
                <a:cubicBezTo>
                  <a:pt x="108714" y="179873"/>
                  <a:pt x="152264" y="168820"/>
                  <a:pt x="192940" y="172726"/>
                </a:cubicBezTo>
                <a:cubicBezTo>
                  <a:pt x="202962" y="173610"/>
                  <a:pt x="213352" y="175821"/>
                  <a:pt x="224405" y="179358"/>
                </a:cubicBezTo>
                <a:cubicBezTo>
                  <a:pt x="229195" y="180905"/>
                  <a:pt x="232658" y="181126"/>
                  <a:pt x="232658" y="179063"/>
                </a:cubicBezTo>
                <a:cubicBezTo>
                  <a:pt x="232658" y="177515"/>
                  <a:pt x="230374" y="175894"/>
                  <a:pt x="226616" y="174273"/>
                </a:cubicBezTo>
                <a:cubicBezTo>
                  <a:pt x="223300" y="172799"/>
                  <a:pt x="219836" y="171399"/>
                  <a:pt x="216299" y="170147"/>
                </a:cubicBezTo>
                <a:cubicBezTo>
                  <a:pt x="214973" y="169631"/>
                  <a:pt x="213499" y="169189"/>
                  <a:pt x="211878" y="168673"/>
                </a:cubicBezTo>
                <a:cubicBezTo>
                  <a:pt x="203625" y="166020"/>
                  <a:pt x="207972" y="167494"/>
                  <a:pt x="205172" y="166462"/>
                </a:cubicBezTo>
                <a:cubicBezTo>
                  <a:pt x="202077" y="165283"/>
                  <a:pt x="201488" y="163367"/>
                  <a:pt x="203477" y="160714"/>
                </a:cubicBezTo>
                <a:cubicBezTo>
                  <a:pt x="209299" y="152535"/>
                  <a:pt x="220131" y="146493"/>
                  <a:pt x="231847" y="144135"/>
                </a:cubicBezTo>
                <a:cubicBezTo>
                  <a:pt x="233911" y="143766"/>
                  <a:pt x="235237" y="143324"/>
                  <a:pt x="235237" y="142587"/>
                </a:cubicBezTo>
                <a:cubicBezTo>
                  <a:pt x="235237" y="141850"/>
                  <a:pt x="233690" y="141555"/>
                  <a:pt x="231626" y="141703"/>
                </a:cubicBezTo>
                <a:cubicBezTo>
                  <a:pt x="219099" y="142440"/>
                  <a:pt x="207162" y="148630"/>
                  <a:pt x="197656" y="157325"/>
                </a:cubicBezTo>
                <a:cubicBezTo>
                  <a:pt x="191982" y="162630"/>
                  <a:pt x="189477" y="163662"/>
                  <a:pt x="181666" y="163588"/>
                </a:cubicBezTo>
                <a:cubicBezTo>
                  <a:pt x="177760" y="163515"/>
                  <a:pt x="174002" y="163441"/>
                  <a:pt x="170244" y="163441"/>
                </a:cubicBezTo>
                <a:cubicBezTo>
                  <a:pt x="166117" y="163441"/>
                  <a:pt x="164570" y="161746"/>
                  <a:pt x="165454" y="157546"/>
                </a:cubicBezTo>
                <a:cubicBezTo>
                  <a:pt x="167739" y="145166"/>
                  <a:pt x="177539" y="136250"/>
                  <a:pt x="186898" y="132123"/>
                </a:cubicBezTo>
                <a:cubicBezTo>
                  <a:pt x="188813" y="131313"/>
                  <a:pt x="189771" y="130797"/>
                  <a:pt x="189771" y="130060"/>
                </a:cubicBezTo>
                <a:cubicBezTo>
                  <a:pt x="189771" y="129323"/>
                  <a:pt x="188224" y="129176"/>
                  <a:pt x="186382" y="129692"/>
                </a:cubicBezTo>
                <a:cubicBezTo>
                  <a:pt x="181002" y="131018"/>
                  <a:pt x="175255" y="134039"/>
                  <a:pt x="170539" y="138092"/>
                </a:cubicBezTo>
                <a:cubicBezTo>
                  <a:pt x="166044" y="141998"/>
                  <a:pt x="162286" y="147008"/>
                  <a:pt x="158896" y="153640"/>
                </a:cubicBezTo>
                <a:cubicBezTo>
                  <a:pt x="157201" y="156956"/>
                  <a:pt x="156833" y="157693"/>
                  <a:pt x="155801" y="159167"/>
                </a:cubicBezTo>
                <a:cubicBezTo>
                  <a:pt x="154696" y="160714"/>
                  <a:pt x="153369" y="161967"/>
                  <a:pt x="151896" y="162851"/>
                </a:cubicBezTo>
                <a:cubicBezTo>
                  <a:pt x="149980" y="164030"/>
                  <a:pt x="147622" y="164915"/>
                  <a:pt x="144232" y="165652"/>
                </a:cubicBezTo>
                <a:cubicBezTo>
                  <a:pt x="139369" y="166683"/>
                  <a:pt x="133474" y="167788"/>
                  <a:pt x="128610" y="168894"/>
                </a:cubicBezTo>
                <a:cubicBezTo>
                  <a:pt x="124778" y="169778"/>
                  <a:pt x="122862" y="168599"/>
                  <a:pt x="122641" y="164473"/>
                </a:cubicBezTo>
                <a:cubicBezTo>
                  <a:pt x="121978" y="155851"/>
                  <a:pt x="125663" y="144798"/>
                  <a:pt x="134284" y="137945"/>
                </a:cubicBezTo>
                <a:cubicBezTo>
                  <a:pt x="136200" y="136471"/>
                  <a:pt x="136863" y="136029"/>
                  <a:pt x="136863" y="135218"/>
                </a:cubicBezTo>
                <a:cubicBezTo>
                  <a:pt x="136863" y="134408"/>
                  <a:pt x="135095" y="134629"/>
                  <a:pt x="133031" y="135808"/>
                </a:cubicBezTo>
                <a:cubicBezTo>
                  <a:pt x="128610" y="138166"/>
                  <a:pt x="124484" y="142145"/>
                  <a:pt x="121831" y="146198"/>
                </a:cubicBezTo>
                <a:cubicBezTo>
                  <a:pt x="119325" y="149956"/>
                  <a:pt x="117631" y="154451"/>
                  <a:pt x="116157" y="160714"/>
                </a:cubicBezTo>
                <a:cubicBezTo>
                  <a:pt x="115346" y="164399"/>
                  <a:pt x="115125" y="165283"/>
                  <a:pt x="114388" y="166978"/>
                </a:cubicBezTo>
                <a:cubicBezTo>
                  <a:pt x="113651" y="168746"/>
                  <a:pt x="112620" y="170220"/>
                  <a:pt x="111293" y="171473"/>
                </a:cubicBezTo>
                <a:cubicBezTo>
                  <a:pt x="109598" y="173020"/>
                  <a:pt x="107314" y="174420"/>
                  <a:pt x="104072" y="175747"/>
                </a:cubicBezTo>
                <a:cubicBezTo>
                  <a:pt x="99135" y="177810"/>
                  <a:pt x="95008" y="179210"/>
                  <a:pt x="89997" y="181126"/>
                </a:cubicBezTo>
                <a:cubicBezTo>
                  <a:pt x="86092" y="182674"/>
                  <a:pt x="83881" y="181642"/>
                  <a:pt x="83218" y="177368"/>
                </a:cubicBezTo>
                <a:cubicBezTo>
                  <a:pt x="81376" y="167346"/>
                  <a:pt x="83881" y="158283"/>
                  <a:pt x="88818" y="152830"/>
                </a:cubicBezTo>
                <a:cubicBezTo>
                  <a:pt x="90218" y="151282"/>
                  <a:pt x="90808" y="150766"/>
                  <a:pt x="90661" y="150030"/>
                </a:cubicBezTo>
                <a:cubicBezTo>
                  <a:pt x="90513" y="149219"/>
                  <a:pt x="88966" y="149587"/>
                  <a:pt x="87197" y="150840"/>
                </a:cubicBezTo>
                <a:cubicBezTo>
                  <a:pt x="80934" y="155335"/>
                  <a:pt x="77839" y="162188"/>
                  <a:pt x="77102" y="172726"/>
                </a:cubicBezTo>
                <a:cubicBezTo>
                  <a:pt x="76733" y="178473"/>
                  <a:pt x="76807" y="182010"/>
                  <a:pt x="74744" y="185179"/>
                </a:cubicBezTo>
                <a:cubicBezTo>
                  <a:pt x="73565" y="186947"/>
                  <a:pt x="71796" y="188495"/>
                  <a:pt x="68923" y="190263"/>
                </a:cubicBezTo>
                <a:cubicBezTo>
                  <a:pt x="65828" y="192179"/>
                  <a:pt x="63322" y="193285"/>
                  <a:pt x="60154" y="194980"/>
                </a:cubicBezTo>
                <a:cubicBezTo>
                  <a:pt x="58532" y="195864"/>
                  <a:pt x="57648" y="195790"/>
                  <a:pt x="56248" y="194537"/>
                </a:cubicBezTo>
                <a:cubicBezTo>
                  <a:pt x="53301" y="191885"/>
                  <a:pt x="50427" y="191074"/>
                  <a:pt x="47774" y="192769"/>
                </a:cubicBezTo>
                <a:cubicBezTo>
                  <a:pt x="45269" y="194390"/>
                  <a:pt x="44826" y="196822"/>
                  <a:pt x="45711" y="200875"/>
                </a:cubicBezTo>
                <a:cubicBezTo>
                  <a:pt x="46153" y="202790"/>
                  <a:pt x="45932" y="203527"/>
                  <a:pt x="44532" y="204854"/>
                </a:cubicBezTo>
                <a:cubicBezTo>
                  <a:pt x="40774" y="208612"/>
                  <a:pt x="40479" y="211412"/>
                  <a:pt x="42100" y="213696"/>
                </a:cubicBezTo>
                <a:cubicBezTo>
                  <a:pt x="43868" y="216275"/>
                  <a:pt x="46816" y="216497"/>
                  <a:pt x="51606" y="214949"/>
                </a:cubicBezTo>
                <a:close/>
                <a:moveTo>
                  <a:pt x="38121" y="217012"/>
                </a:moveTo>
                <a:cubicBezTo>
                  <a:pt x="34068" y="211854"/>
                  <a:pt x="36131" y="205959"/>
                  <a:pt x="40258" y="201685"/>
                </a:cubicBezTo>
                <a:cubicBezTo>
                  <a:pt x="40405" y="201538"/>
                  <a:pt x="40479" y="201390"/>
                  <a:pt x="40405" y="201169"/>
                </a:cubicBezTo>
                <a:cubicBezTo>
                  <a:pt x="39373" y="196380"/>
                  <a:pt x="40184" y="191295"/>
                  <a:pt x="44900" y="188348"/>
                </a:cubicBezTo>
                <a:cubicBezTo>
                  <a:pt x="49616" y="185400"/>
                  <a:pt x="54627" y="186800"/>
                  <a:pt x="58238" y="189674"/>
                </a:cubicBezTo>
                <a:cubicBezTo>
                  <a:pt x="58459" y="189821"/>
                  <a:pt x="58606" y="189895"/>
                  <a:pt x="58827" y="189748"/>
                </a:cubicBezTo>
                <a:cubicBezTo>
                  <a:pt x="61038" y="188569"/>
                  <a:pt x="64059" y="187095"/>
                  <a:pt x="66049" y="185842"/>
                </a:cubicBezTo>
                <a:cubicBezTo>
                  <a:pt x="70838" y="182895"/>
                  <a:pt x="71133" y="180979"/>
                  <a:pt x="71796" y="172357"/>
                </a:cubicBezTo>
                <a:cubicBezTo>
                  <a:pt x="72828" y="157619"/>
                  <a:pt x="78428" y="150766"/>
                  <a:pt x="84839" y="147156"/>
                </a:cubicBezTo>
                <a:cubicBezTo>
                  <a:pt x="89187" y="144724"/>
                  <a:pt x="93387" y="144577"/>
                  <a:pt x="95008" y="147008"/>
                </a:cubicBezTo>
                <a:cubicBezTo>
                  <a:pt x="96850" y="149809"/>
                  <a:pt x="94271" y="152314"/>
                  <a:pt x="91766" y="155777"/>
                </a:cubicBezTo>
                <a:cubicBezTo>
                  <a:pt x="88818" y="159830"/>
                  <a:pt x="86460" y="167125"/>
                  <a:pt x="87787" y="175599"/>
                </a:cubicBezTo>
                <a:cubicBezTo>
                  <a:pt x="87860" y="176115"/>
                  <a:pt x="88081" y="176263"/>
                  <a:pt x="88524" y="176042"/>
                </a:cubicBezTo>
                <a:cubicBezTo>
                  <a:pt x="91840" y="174789"/>
                  <a:pt x="98545" y="172283"/>
                  <a:pt x="101788" y="170957"/>
                </a:cubicBezTo>
                <a:cubicBezTo>
                  <a:pt x="104293" y="169925"/>
                  <a:pt x="106577" y="168746"/>
                  <a:pt x="108198" y="166609"/>
                </a:cubicBezTo>
                <a:cubicBezTo>
                  <a:pt x="109967" y="164325"/>
                  <a:pt x="110114" y="162851"/>
                  <a:pt x="110925" y="159462"/>
                </a:cubicBezTo>
                <a:cubicBezTo>
                  <a:pt x="112325" y="153419"/>
                  <a:pt x="114093" y="148114"/>
                  <a:pt x="117483" y="143177"/>
                </a:cubicBezTo>
                <a:cubicBezTo>
                  <a:pt x="121168" y="137871"/>
                  <a:pt x="126178" y="134039"/>
                  <a:pt x="131115" y="131976"/>
                </a:cubicBezTo>
                <a:cubicBezTo>
                  <a:pt x="135095" y="130281"/>
                  <a:pt x="139516" y="129986"/>
                  <a:pt x="141137" y="133081"/>
                </a:cubicBezTo>
                <a:cubicBezTo>
                  <a:pt x="142685" y="136102"/>
                  <a:pt x="139884" y="138387"/>
                  <a:pt x="136716" y="141334"/>
                </a:cubicBezTo>
                <a:cubicBezTo>
                  <a:pt x="130231" y="147229"/>
                  <a:pt x="127284" y="155704"/>
                  <a:pt x="127505" y="162999"/>
                </a:cubicBezTo>
                <a:cubicBezTo>
                  <a:pt x="127505" y="163515"/>
                  <a:pt x="127726" y="163662"/>
                  <a:pt x="128242" y="163588"/>
                </a:cubicBezTo>
                <a:cubicBezTo>
                  <a:pt x="133179" y="162483"/>
                  <a:pt x="138116" y="161599"/>
                  <a:pt x="142979" y="160567"/>
                </a:cubicBezTo>
                <a:cubicBezTo>
                  <a:pt x="149685" y="159093"/>
                  <a:pt x="151232" y="157104"/>
                  <a:pt x="154254" y="151209"/>
                </a:cubicBezTo>
                <a:cubicBezTo>
                  <a:pt x="157864" y="144208"/>
                  <a:pt x="161770" y="138829"/>
                  <a:pt x="167075" y="134555"/>
                </a:cubicBezTo>
                <a:cubicBezTo>
                  <a:pt x="172528" y="130134"/>
                  <a:pt x="178939" y="127039"/>
                  <a:pt x="185276" y="125786"/>
                </a:cubicBezTo>
                <a:cubicBezTo>
                  <a:pt x="189329" y="124976"/>
                  <a:pt x="193972" y="125344"/>
                  <a:pt x="194856" y="128734"/>
                </a:cubicBezTo>
                <a:cubicBezTo>
                  <a:pt x="195298" y="130355"/>
                  <a:pt x="194414" y="131902"/>
                  <a:pt x="193235" y="133008"/>
                </a:cubicBezTo>
                <a:cubicBezTo>
                  <a:pt x="191982" y="134187"/>
                  <a:pt x="191835" y="134187"/>
                  <a:pt x="188371" y="136029"/>
                </a:cubicBezTo>
                <a:cubicBezTo>
                  <a:pt x="182108" y="139345"/>
                  <a:pt x="172970" y="146345"/>
                  <a:pt x="170465" y="157546"/>
                </a:cubicBezTo>
                <a:cubicBezTo>
                  <a:pt x="170391" y="157988"/>
                  <a:pt x="170465" y="158283"/>
                  <a:pt x="170981" y="158283"/>
                </a:cubicBezTo>
                <a:cubicBezTo>
                  <a:pt x="174444" y="158283"/>
                  <a:pt x="177981" y="158430"/>
                  <a:pt x="181518" y="158430"/>
                </a:cubicBezTo>
                <a:cubicBezTo>
                  <a:pt x="184392" y="158430"/>
                  <a:pt x="186455" y="158283"/>
                  <a:pt x="188371" y="157546"/>
                </a:cubicBezTo>
                <a:cubicBezTo>
                  <a:pt x="190508" y="156662"/>
                  <a:pt x="190803" y="156440"/>
                  <a:pt x="193972" y="153567"/>
                </a:cubicBezTo>
                <a:cubicBezTo>
                  <a:pt x="204435" y="143987"/>
                  <a:pt x="217110" y="137871"/>
                  <a:pt x="231111" y="137724"/>
                </a:cubicBezTo>
                <a:cubicBezTo>
                  <a:pt x="234205" y="137724"/>
                  <a:pt x="240101" y="138239"/>
                  <a:pt x="240322" y="142440"/>
                </a:cubicBezTo>
                <a:cubicBezTo>
                  <a:pt x="240395" y="144135"/>
                  <a:pt x="239216" y="145535"/>
                  <a:pt x="237743" y="146419"/>
                </a:cubicBezTo>
                <a:cubicBezTo>
                  <a:pt x="236121" y="147451"/>
                  <a:pt x="236048" y="147377"/>
                  <a:pt x="232069" y="148482"/>
                </a:cubicBezTo>
                <a:cubicBezTo>
                  <a:pt x="222784" y="150988"/>
                  <a:pt x="214752" y="155188"/>
                  <a:pt x="209299" y="161599"/>
                </a:cubicBezTo>
                <a:cubicBezTo>
                  <a:pt x="208930" y="161967"/>
                  <a:pt x="209004" y="162262"/>
                  <a:pt x="209520" y="162483"/>
                </a:cubicBezTo>
                <a:cubicBezTo>
                  <a:pt x="212688" y="163662"/>
                  <a:pt x="216447" y="164915"/>
                  <a:pt x="221015" y="166831"/>
                </a:cubicBezTo>
                <a:cubicBezTo>
                  <a:pt x="224700" y="168378"/>
                  <a:pt x="227795" y="169778"/>
                  <a:pt x="230079" y="170957"/>
                </a:cubicBezTo>
                <a:cubicBezTo>
                  <a:pt x="232363" y="172136"/>
                  <a:pt x="234574" y="173536"/>
                  <a:pt x="236121" y="175526"/>
                </a:cubicBezTo>
                <a:cubicBezTo>
                  <a:pt x="237595" y="177442"/>
                  <a:pt x="238332" y="179873"/>
                  <a:pt x="237300" y="182158"/>
                </a:cubicBezTo>
                <a:cubicBezTo>
                  <a:pt x="236195" y="184442"/>
                  <a:pt x="233763" y="185474"/>
                  <a:pt x="231332" y="185621"/>
                </a:cubicBezTo>
                <a:cubicBezTo>
                  <a:pt x="229489" y="185695"/>
                  <a:pt x="226910" y="185179"/>
                  <a:pt x="224184" y="184442"/>
                </a:cubicBezTo>
                <a:cubicBezTo>
                  <a:pt x="214899" y="181863"/>
                  <a:pt x="205246" y="179210"/>
                  <a:pt x="192129" y="177957"/>
                </a:cubicBezTo>
                <a:cubicBezTo>
                  <a:pt x="153443" y="174347"/>
                  <a:pt x="112030" y="184295"/>
                  <a:pt x="71354" y="208391"/>
                </a:cubicBezTo>
                <a:cubicBezTo>
                  <a:pt x="71059" y="208538"/>
                  <a:pt x="71059" y="208686"/>
                  <a:pt x="71133" y="208980"/>
                </a:cubicBezTo>
                <a:cubicBezTo>
                  <a:pt x="72312" y="213844"/>
                  <a:pt x="71133" y="218855"/>
                  <a:pt x="66270" y="221581"/>
                </a:cubicBezTo>
                <a:cubicBezTo>
                  <a:pt x="61406" y="224307"/>
                  <a:pt x="56469" y="222907"/>
                  <a:pt x="52932" y="220328"/>
                </a:cubicBezTo>
                <a:cubicBezTo>
                  <a:pt x="52711" y="220181"/>
                  <a:pt x="52711" y="220181"/>
                  <a:pt x="52416" y="220255"/>
                </a:cubicBezTo>
                <a:cubicBezTo>
                  <a:pt x="47627" y="221581"/>
                  <a:pt x="41953" y="221876"/>
                  <a:pt x="38121" y="217012"/>
                </a:cubicBezTo>
                <a:close/>
                <a:moveTo>
                  <a:pt x="52637" y="218044"/>
                </a:moveTo>
                <a:cubicBezTo>
                  <a:pt x="53080" y="217897"/>
                  <a:pt x="53301" y="217970"/>
                  <a:pt x="53669" y="218191"/>
                </a:cubicBezTo>
                <a:cubicBezTo>
                  <a:pt x="57132" y="220770"/>
                  <a:pt x="61259" y="222244"/>
                  <a:pt x="65680" y="219591"/>
                </a:cubicBezTo>
                <a:cubicBezTo>
                  <a:pt x="70249" y="216939"/>
                  <a:pt x="70396" y="212812"/>
                  <a:pt x="69217" y="208022"/>
                </a:cubicBezTo>
                <a:cubicBezTo>
                  <a:pt x="69070" y="207507"/>
                  <a:pt x="69217" y="207285"/>
                  <a:pt x="69586" y="207064"/>
                </a:cubicBezTo>
                <a:cubicBezTo>
                  <a:pt x="110851" y="182452"/>
                  <a:pt x="153001" y="172136"/>
                  <a:pt x="192498" y="175821"/>
                </a:cubicBezTo>
                <a:cubicBezTo>
                  <a:pt x="205835" y="177073"/>
                  <a:pt x="215562" y="179800"/>
                  <a:pt x="224921" y="182379"/>
                </a:cubicBezTo>
                <a:cubicBezTo>
                  <a:pt x="230079" y="183853"/>
                  <a:pt x="234500" y="184074"/>
                  <a:pt x="235827" y="181052"/>
                </a:cubicBezTo>
                <a:cubicBezTo>
                  <a:pt x="237227" y="178031"/>
                  <a:pt x="234205" y="174863"/>
                  <a:pt x="229416" y="172357"/>
                </a:cubicBezTo>
                <a:cubicBezTo>
                  <a:pt x="226689" y="170883"/>
                  <a:pt x="223079" y="169262"/>
                  <a:pt x="219320" y="167788"/>
                </a:cubicBezTo>
                <a:cubicBezTo>
                  <a:pt x="216447" y="166683"/>
                  <a:pt x="210257" y="164546"/>
                  <a:pt x="208046" y="163588"/>
                </a:cubicBezTo>
                <a:cubicBezTo>
                  <a:pt x="206572" y="162999"/>
                  <a:pt x="206425" y="162114"/>
                  <a:pt x="207383" y="160935"/>
                </a:cubicBezTo>
                <a:cubicBezTo>
                  <a:pt x="212173" y="154967"/>
                  <a:pt x="219836" y="149661"/>
                  <a:pt x="231700" y="146493"/>
                </a:cubicBezTo>
                <a:cubicBezTo>
                  <a:pt x="235532" y="145461"/>
                  <a:pt x="238479" y="144503"/>
                  <a:pt x="238406" y="142366"/>
                </a:cubicBezTo>
                <a:cubicBezTo>
                  <a:pt x="238332" y="140376"/>
                  <a:pt x="235237" y="139418"/>
                  <a:pt x="231184" y="139418"/>
                </a:cubicBezTo>
                <a:cubicBezTo>
                  <a:pt x="217773" y="139566"/>
                  <a:pt x="205467" y="145461"/>
                  <a:pt x="195298" y="154746"/>
                </a:cubicBezTo>
                <a:cubicBezTo>
                  <a:pt x="191835" y="157914"/>
                  <a:pt x="191540" y="158209"/>
                  <a:pt x="189108" y="159167"/>
                </a:cubicBezTo>
                <a:cubicBezTo>
                  <a:pt x="186971" y="160051"/>
                  <a:pt x="184687" y="160199"/>
                  <a:pt x="181518" y="160199"/>
                </a:cubicBezTo>
                <a:cubicBezTo>
                  <a:pt x="177981" y="160125"/>
                  <a:pt x="174444" y="160051"/>
                  <a:pt x="170981" y="160051"/>
                </a:cubicBezTo>
                <a:cubicBezTo>
                  <a:pt x="168844" y="160051"/>
                  <a:pt x="168181" y="159167"/>
                  <a:pt x="168623" y="157104"/>
                </a:cubicBezTo>
                <a:cubicBezTo>
                  <a:pt x="171423" y="144503"/>
                  <a:pt x="181887" y="137208"/>
                  <a:pt x="187413" y="134334"/>
                </a:cubicBezTo>
                <a:cubicBezTo>
                  <a:pt x="190729" y="132565"/>
                  <a:pt x="193308" y="131165"/>
                  <a:pt x="192793" y="129176"/>
                </a:cubicBezTo>
                <a:cubicBezTo>
                  <a:pt x="192350" y="127334"/>
                  <a:pt x="189329" y="126891"/>
                  <a:pt x="185497" y="127628"/>
                </a:cubicBezTo>
                <a:cubicBezTo>
                  <a:pt x="178644" y="128955"/>
                  <a:pt x="171497" y="132713"/>
                  <a:pt x="165970" y="137871"/>
                </a:cubicBezTo>
                <a:cubicBezTo>
                  <a:pt x="162212" y="141408"/>
                  <a:pt x="158896" y="146050"/>
                  <a:pt x="155801" y="152093"/>
                </a:cubicBezTo>
                <a:cubicBezTo>
                  <a:pt x="152338" y="158946"/>
                  <a:pt x="150496" y="160788"/>
                  <a:pt x="143274" y="162409"/>
                </a:cubicBezTo>
                <a:cubicBezTo>
                  <a:pt x="138411" y="163515"/>
                  <a:pt x="133474" y="164399"/>
                  <a:pt x="128536" y="165430"/>
                </a:cubicBezTo>
                <a:cubicBezTo>
                  <a:pt x="126620" y="165873"/>
                  <a:pt x="125589" y="165209"/>
                  <a:pt x="125515" y="163072"/>
                </a:cubicBezTo>
                <a:cubicBezTo>
                  <a:pt x="125220" y="154451"/>
                  <a:pt x="128979" y="145756"/>
                  <a:pt x="135316" y="139934"/>
                </a:cubicBezTo>
                <a:cubicBezTo>
                  <a:pt x="137895" y="137576"/>
                  <a:pt x="140105" y="135734"/>
                  <a:pt x="139148" y="133892"/>
                </a:cubicBezTo>
                <a:cubicBezTo>
                  <a:pt x="138263" y="132123"/>
                  <a:pt x="135242" y="132197"/>
                  <a:pt x="131779" y="133744"/>
                </a:cubicBezTo>
                <a:cubicBezTo>
                  <a:pt x="127210" y="135660"/>
                  <a:pt x="122494" y="139271"/>
                  <a:pt x="119031" y="144282"/>
                </a:cubicBezTo>
                <a:cubicBezTo>
                  <a:pt x="115715" y="148998"/>
                  <a:pt x="114020" y="154304"/>
                  <a:pt x="112693" y="159978"/>
                </a:cubicBezTo>
                <a:cubicBezTo>
                  <a:pt x="110999" y="167125"/>
                  <a:pt x="109525" y="169778"/>
                  <a:pt x="102451" y="172726"/>
                </a:cubicBezTo>
                <a:cubicBezTo>
                  <a:pt x="99724" y="173905"/>
                  <a:pt x="94124" y="175894"/>
                  <a:pt x="89187" y="177810"/>
                </a:cubicBezTo>
                <a:cubicBezTo>
                  <a:pt x="87197" y="178547"/>
                  <a:pt x="86239" y="178031"/>
                  <a:pt x="85945" y="175894"/>
                </a:cubicBezTo>
                <a:cubicBezTo>
                  <a:pt x="84839" y="169041"/>
                  <a:pt x="85945" y="160567"/>
                  <a:pt x="90218" y="154672"/>
                </a:cubicBezTo>
                <a:cubicBezTo>
                  <a:pt x="92282" y="151798"/>
                  <a:pt x="94271" y="149809"/>
                  <a:pt x="93166" y="148040"/>
                </a:cubicBezTo>
                <a:cubicBezTo>
                  <a:pt x="92134" y="146493"/>
                  <a:pt x="89113" y="146787"/>
                  <a:pt x="85723" y="148703"/>
                </a:cubicBezTo>
                <a:cubicBezTo>
                  <a:pt x="79902" y="152019"/>
                  <a:pt x="74597" y="158283"/>
                  <a:pt x="73639" y="172431"/>
                </a:cubicBezTo>
                <a:cubicBezTo>
                  <a:pt x="73344" y="176484"/>
                  <a:pt x="73344" y="179358"/>
                  <a:pt x="72165" y="182084"/>
                </a:cubicBezTo>
                <a:cubicBezTo>
                  <a:pt x="71059" y="184589"/>
                  <a:pt x="69291" y="186063"/>
                  <a:pt x="67007" y="187390"/>
                </a:cubicBezTo>
                <a:cubicBezTo>
                  <a:pt x="64796" y="188716"/>
                  <a:pt x="62512" y="189821"/>
                  <a:pt x="58901" y="191737"/>
                </a:cubicBezTo>
                <a:cubicBezTo>
                  <a:pt x="58385" y="191958"/>
                  <a:pt x="58164" y="191958"/>
                  <a:pt x="57722" y="191590"/>
                </a:cubicBezTo>
                <a:cubicBezTo>
                  <a:pt x="54480" y="188790"/>
                  <a:pt x="50427" y="187316"/>
                  <a:pt x="46300" y="189600"/>
                </a:cubicBezTo>
                <a:cubicBezTo>
                  <a:pt x="41731" y="192106"/>
                  <a:pt x="41289" y="196601"/>
                  <a:pt x="42395" y="201390"/>
                </a:cubicBezTo>
                <a:cubicBezTo>
                  <a:pt x="42468" y="201833"/>
                  <a:pt x="42395" y="202054"/>
                  <a:pt x="42100" y="202422"/>
                </a:cubicBezTo>
                <a:cubicBezTo>
                  <a:pt x="38194" y="206328"/>
                  <a:pt x="35910" y="211191"/>
                  <a:pt x="39668" y="215833"/>
                </a:cubicBezTo>
                <a:cubicBezTo>
                  <a:pt x="43500" y="220697"/>
                  <a:pt x="49100" y="219149"/>
                  <a:pt x="52637" y="218044"/>
                </a:cubicBezTo>
                <a:close/>
                <a:moveTo>
                  <a:pt x="549518" y="153788"/>
                </a:moveTo>
                <a:cubicBezTo>
                  <a:pt x="548928" y="196674"/>
                  <a:pt x="548044" y="240003"/>
                  <a:pt x="546865" y="282890"/>
                </a:cubicBezTo>
                <a:cubicBezTo>
                  <a:pt x="545539" y="332408"/>
                  <a:pt x="544139" y="383106"/>
                  <a:pt x="534780" y="429309"/>
                </a:cubicBezTo>
                <a:cubicBezTo>
                  <a:pt x="521516" y="494818"/>
                  <a:pt x="490936" y="557821"/>
                  <a:pt x="449154" y="609993"/>
                </a:cubicBezTo>
                <a:cubicBezTo>
                  <a:pt x="406857" y="662754"/>
                  <a:pt x="350928" y="707261"/>
                  <a:pt x="282913" y="734526"/>
                </a:cubicBezTo>
                <a:cubicBezTo>
                  <a:pt x="275250" y="737621"/>
                  <a:pt x="274955" y="737621"/>
                  <a:pt x="267292" y="734526"/>
                </a:cubicBezTo>
                <a:cubicBezTo>
                  <a:pt x="199277" y="707261"/>
                  <a:pt x="143348" y="662754"/>
                  <a:pt x="101051" y="609993"/>
                </a:cubicBezTo>
                <a:cubicBezTo>
                  <a:pt x="59196" y="557821"/>
                  <a:pt x="28615" y="494818"/>
                  <a:pt x="15351" y="429309"/>
                </a:cubicBezTo>
                <a:cubicBezTo>
                  <a:pt x="5993" y="383032"/>
                  <a:pt x="4519" y="330419"/>
                  <a:pt x="3266" y="282890"/>
                </a:cubicBezTo>
                <a:cubicBezTo>
                  <a:pt x="2013" y="237792"/>
                  <a:pt x="1129" y="194316"/>
                  <a:pt x="613" y="153788"/>
                </a:cubicBezTo>
                <a:cubicBezTo>
                  <a:pt x="24" y="113038"/>
                  <a:pt x="-123" y="83710"/>
                  <a:pt x="98" y="66614"/>
                </a:cubicBezTo>
                <a:cubicBezTo>
                  <a:pt x="245" y="54529"/>
                  <a:pt x="834" y="53203"/>
                  <a:pt x="12330" y="48192"/>
                </a:cubicBezTo>
                <a:cubicBezTo>
                  <a:pt x="42616" y="34928"/>
                  <a:pt x="83586" y="22549"/>
                  <a:pt x="129273" y="13706"/>
                </a:cubicBezTo>
                <a:cubicBezTo>
                  <a:pt x="175402" y="4863"/>
                  <a:pt x="224552" y="0"/>
                  <a:pt x="275029" y="0"/>
                </a:cubicBezTo>
                <a:cubicBezTo>
                  <a:pt x="325505" y="0"/>
                  <a:pt x="374729" y="4863"/>
                  <a:pt x="420784" y="13706"/>
                </a:cubicBezTo>
                <a:cubicBezTo>
                  <a:pt x="466471" y="22475"/>
                  <a:pt x="507442" y="34928"/>
                  <a:pt x="537728" y="48192"/>
                </a:cubicBezTo>
                <a:cubicBezTo>
                  <a:pt x="549223" y="53203"/>
                  <a:pt x="549813" y="54603"/>
                  <a:pt x="549960" y="66614"/>
                </a:cubicBezTo>
                <a:cubicBezTo>
                  <a:pt x="550181" y="83710"/>
                  <a:pt x="550034" y="113038"/>
                  <a:pt x="549518" y="153788"/>
                </a:cubicBezTo>
                <a:close/>
                <a:moveTo>
                  <a:pt x="19846" y="391801"/>
                </a:moveTo>
                <a:lnTo>
                  <a:pt x="171055" y="391875"/>
                </a:lnTo>
                <a:cubicBezTo>
                  <a:pt x="170612" y="378979"/>
                  <a:pt x="170318" y="360263"/>
                  <a:pt x="170244" y="338672"/>
                </a:cubicBezTo>
                <a:cubicBezTo>
                  <a:pt x="136937" y="336314"/>
                  <a:pt x="102377" y="347957"/>
                  <a:pt x="75702" y="361073"/>
                </a:cubicBezTo>
                <a:cubicBezTo>
                  <a:pt x="75407" y="361221"/>
                  <a:pt x="75333" y="361368"/>
                  <a:pt x="75407" y="361663"/>
                </a:cubicBezTo>
                <a:cubicBezTo>
                  <a:pt x="76291" y="365789"/>
                  <a:pt x="74818" y="369695"/>
                  <a:pt x="71059" y="371758"/>
                </a:cubicBezTo>
                <a:cubicBezTo>
                  <a:pt x="67301" y="373821"/>
                  <a:pt x="62954" y="372937"/>
                  <a:pt x="59564" y="370358"/>
                </a:cubicBezTo>
                <a:cubicBezTo>
                  <a:pt x="59343" y="370211"/>
                  <a:pt x="59269" y="370211"/>
                  <a:pt x="59048" y="370284"/>
                </a:cubicBezTo>
                <a:cubicBezTo>
                  <a:pt x="54848" y="371684"/>
                  <a:pt x="49690" y="371463"/>
                  <a:pt x="46890" y="366895"/>
                </a:cubicBezTo>
                <a:cubicBezTo>
                  <a:pt x="44163" y="362473"/>
                  <a:pt x="45858" y="357610"/>
                  <a:pt x="49469" y="354294"/>
                </a:cubicBezTo>
                <a:cubicBezTo>
                  <a:pt x="49690" y="354146"/>
                  <a:pt x="49690" y="354073"/>
                  <a:pt x="49616" y="353778"/>
                </a:cubicBezTo>
                <a:cubicBezTo>
                  <a:pt x="47921" y="344125"/>
                  <a:pt x="58754" y="339998"/>
                  <a:pt x="65385" y="345525"/>
                </a:cubicBezTo>
                <a:cubicBezTo>
                  <a:pt x="65607" y="345672"/>
                  <a:pt x="65680" y="345746"/>
                  <a:pt x="65975" y="345599"/>
                </a:cubicBezTo>
                <a:cubicBezTo>
                  <a:pt x="67965" y="344714"/>
                  <a:pt x="68775" y="344346"/>
                  <a:pt x="69880" y="343830"/>
                </a:cubicBezTo>
                <a:cubicBezTo>
                  <a:pt x="73344" y="342135"/>
                  <a:pt x="74007" y="340809"/>
                  <a:pt x="74081" y="337051"/>
                </a:cubicBezTo>
                <a:cubicBezTo>
                  <a:pt x="74302" y="328282"/>
                  <a:pt x="76070" y="319881"/>
                  <a:pt x="81081" y="314797"/>
                </a:cubicBezTo>
                <a:cubicBezTo>
                  <a:pt x="83292" y="312513"/>
                  <a:pt x="87713" y="310376"/>
                  <a:pt x="90218" y="313618"/>
                </a:cubicBezTo>
                <a:cubicBezTo>
                  <a:pt x="92061" y="316050"/>
                  <a:pt x="90292" y="318776"/>
                  <a:pt x="89555" y="320545"/>
                </a:cubicBezTo>
                <a:cubicBezTo>
                  <a:pt x="87713" y="324671"/>
                  <a:pt x="86976" y="330566"/>
                  <a:pt x="88376" y="336314"/>
                </a:cubicBezTo>
                <a:cubicBezTo>
                  <a:pt x="88450" y="336756"/>
                  <a:pt x="88671" y="336830"/>
                  <a:pt x="89113" y="336682"/>
                </a:cubicBezTo>
                <a:cubicBezTo>
                  <a:pt x="91029" y="336093"/>
                  <a:pt x="93682" y="335209"/>
                  <a:pt x="95524" y="334398"/>
                </a:cubicBezTo>
                <a:cubicBezTo>
                  <a:pt x="100756" y="332261"/>
                  <a:pt x="101493" y="330198"/>
                  <a:pt x="102524" y="325040"/>
                </a:cubicBezTo>
                <a:cubicBezTo>
                  <a:pt x="103924" y="318187"/>
                  <a:pt x="105619" y="313397"/>
                  <a:pt x="108346" y="308975"/>
                </a:cubicBezTo>
                <a:cubicBezTo>
                  <a:pt x="111441" y="303965"/>
                  <a:pt x="116083" y="299322"/>
                  <a:pt x="121536" y="296964"/>
                </a:cubicBezTo>
                <a:cubicBezTo>
                  <a:pt x="125368" y="295343"/>
                  <a:pt x="129494" y="295343"/>
                  <a:pt x="130673" y="298364"/>
                </a:cubicBezTo>
                <a:cubicBezTo>
                  <a:pt x="131779" y="301165"/>
                  <a:pt x="129421" y="302933"/>
                  <a:pt x="126694" y="305291"/>
                </a:cubicBezTo>
                <a:cubicBezTo>
                  <a:pt x="119915" y="311039"/>
                  <a:pt x="117483" y="318923"/>
                  <a:pt x="117704" y="327766"/>
                </a:cubicBezTo>
                <a:cubicBezTo>
                  <a:pt x="117704" y="328208"/>
                  <a:pt x="117925" y="328356"/>
                  <a:pt x="118367" y="328282"/>
                </a:cubicBezTo>
                <a:cubicBezTo>
                  <a:pt x="120283" y="327913"/>
                  <a:pt x="123231" y="327250"/>
                  <a:pt x="125147" y="326734"/>
                </a:cubicBezTo>
                <a:cubicBezTo>
                  <a:pt x="127578" y="326145"/>
                  <a:pt x="129568" y="325482"/>
                  <a:pt x="131189" y="323861"/>
                </a:cubicBezTo>
                <a:cubicBezTo>
                  <a:pt x="131852" y="323197"/>
                  <a:pt x="132442" y="322387"/>
                  <a:pt x="132958" y="321281"/>
                </a:cubicBezTo>
                <a:cubicBezTo>
                  <a:pt x="133474" y="320250"/>
                  <a:pt x="133400" y="320397"/>
                  <a:pt x="134284" y="317965"/>
                </a:cubicBezTo>
                <a:cubicBezTo>
                  <a:pt x="136053" y="312955"/>
                  <a:pt x="138263" y="308460"/>
                  <a:pt x="142095" y="304480"/>
                </a:cubicBezTo>
                <a:cubicBezTo>
                  <a:pt x="145706" y="300649"/>
                  <a:pt x="150422" y="297775"/>
                  <a:pt x="155359" y="296670"/>
                </a:cubicBezTo>
                <a:cubicBezTo>
                  <a:pt x="158454" y="296006"/>
                  <a:pt x="162212" y="296154"/>
                  <a:pt x="163170" y="299175"/>
                </a:cubicBezTo>
                <a:cubicBezTo>
                  <a:pt x="164202" y="302417"/>
                  <a:pt x="160738" y="304407"/>
                  <a:pt x="159043" y="305512"/>
                </a:cubicBezTo>
                <a:cubicBezTo>
                  <a:pt x="153148" y="309197"/>
                  <a:pt x="148211" y="314723"/>
                  <a:pt x="147695" y="322903"/>
                </a:cubicBezTo>
                <a:cubicBezTo>
                  <a:pt x="147695" y="323345"/>
                  <a:pt x="147843" y="323492"/>
                  <a:pt x="148285" y="323492"/>
                </a:cubicBezTo>
                <a:cubicBezTo>
                  <a:pt x="151011" y="323345"/>
                  <a:pt x="153296" y="323197"/>
                  <a:pt x="156022" y="323124"/>
                </a:cubicBezTo>
                <a:cubicBezTo>
                  <a:pt x="161254" y="322976"/>
                  <a:pt x="166191" y="323050"/>
                  <a:pt x="170244" y="318850"/>
                </a:cubicBezTo>
                <a:cubicBezTo>
                  <a:pt x="170170" y="300649"/>
                  <a:pt x="170244" y="281195"/>
                  <a:pt x="170391" y="261373"/>
                </a:cubicBezTo>
                <a:cubicBezTo>
                  <a:pt x="140548" y="258794"/>
                  <a:pt x="105988" y="268078"/>
                  <a:pt x="72975" y="286058"/>
                </a:cubicBezTo>
                <a:cubicBezTo>
                  <a:pt x="72681" y="286206"/>
                  <a:pt x="72607" y="286353"/>
                  <a:pt x="72681" y="286648"/>
                </a:cubicBezTo>
                <a:cubicBezTo>
                  <a:pt x="73786" y="291217"/>
                  <a:pt x="72312" y="295638"/>
                  <a:pt x="68038" y="297996"/>
                </a:cubicBezTo>
                <a:cubicBezTo>
                  <a:pt x="63838" y="300280"/>
                  <a:pt x="59048" y="299175"/>
                  <a:pt x="55364" y="296227"/>
                </a:cubicBezTo>
                <a:cubicBezTo>
                  <a:pt x="55143" y="296080"/>
                  <a:pt x="55069" y="296080"/>
                  <a:pt x="54848" y="296154"/>
                </a:cubicBezTo>
                <a:cubicBezTo>
                  <a:pt x="50132" y="297701"/>
                  <a:pt x="44532" y="297406"/>
                  <a:pt x="41437" y="292396"/>
                </a:cubicBezTo>
                <a:cubicBezTo>
                  <a:pt x="38416" y="287532"/>
                  <a:pt x="40184" y="282079"/>
                  <a:pt x="44237" y="278542"/>
                </a:cubicBezTo>
                <a:cubicBezTo>
                  <a:pt x="44458" y="278395"/>
                  <a:pt x="44458" y="278247"/>
                  <a:pt x="44384" y="278026"/>
                </a:cubicBezTo>
                <a:cubicBezTo>
                  <a:pt x="42321" y="267268"/>
                  <a:pt x="54185" y="262773"/>
                  <a:pt x="61554" y="269036"/>
                </a:cubicBezTo>
                <a:cubicBezTo>
                  <a:pt x="61775" y="269257"/>
                  <a:pt x="61922" y="269257"/>
                  <a:pt x="62143" y="269110"/>
                </a:cubicBezTo>
                <a:cubicBezTo>
                  <a:pt x="63027" y="268668"/>
                  <a:pt x="63985" y="268226"/>
                  <a:pt x="64796" y="267784"/>
                </a:cubicBezTo>
                <a:cubicBezTo>
                  <a:pt x="68112" y="266015"/>
                  <a:pt x="68554" y="264615"/>
                  <a:pt x="68333" y="261078"/>
                </a:cubicBezTo>
                <a:cubicBezTo>
                  <a:pt x="67596" y="248993"/>
                  <a:pt x="70175" y="239929"/>
                  <a:pt x="76144" y="234403"/>
                </a:cubicBezTo>
                <a:cubicBezTo>
                  <a:pt x="78944" y="231750"/>
                  <a:pt x="83218" y="230203"/>
                  <a:pt x="85429" y="233003"/>
                </a:cubicBezTo>
                <a:cubicBezTo>
                  <a:pt x="87050" y="235140"/>
                  <a:pt x="85797" y="237571"/>
                  <a:pt x="84618" y="240224"/>
                </a:cubicBezTo>
                <a:cubicBezTo>
                  <a:pt x="82260" y="245530"/>
                  <a:pt x="81228" y="252309"/>
                  <a:pt x="83144" y="259162"/>
                </a:cubicBezTo>
                <a:cubicBezTo>
                  <a:pt x="83292" y="259604"/>
                  <a:pt x="83439" y="259678"/>
                  <a:pt x="83881" y="259531"/>
                </a:cubicBezTo>
                <a:cubicBezTo>
                  <a:pt x="86387" y="258646"/>
                  <a:pt x="90587" y="257025"/>
                  <a:pt x="92798" y="256141"/>
                </a:cubicBezTo>
                <a:cubicBezTo>
                  <a:pt x="97661" y="254151"/>
                  <a:pt x="98472" y="252456"/>
                  <a:pt x="99135" y="247446"/>
                </a:cubicBezTo>
                <a:cubicBezTo>
                  <a:pt x="101640" y="228581"/>
                  <a:pt x="109304" y="221581"/>
                  <a:pt x="114978" y="218486"/>
                </a:cubicBezTo>
                <a:cubicBezTo>
                  <a:pt x="118883" y="216349"/>
                  <a:pt x="123157" y="215760"/>
                  <a:pt x="124852" y="218412"/>
                </a:cubicBezTo>
                <a:cubicBezTo>
                  <a:pt x="126694" y="221286"/>
                  <a:pt x="123673" y="224307"/>
                  <a:pt x="121168" y="227181"/>
                </a:cubicBezTo>
                <a:cubicBezTo>
                  <a:pt x="118073" y="230792"/>
                  <a:pt x="113799" y="237571"/>
                  <a:pt x="115272" y="249067"/>
                </a:cubicBezTo>
                <a:cubicBezTo>
                  <a:pt x="115346" y="249509"/>
                  <a:pt x="115494" y="249656"/>
                  <a:pt x="115936" y="249509"/>
                </a:cubicBezTo>
                <a:cubicBezTo>
                  <a:pt x="118367" y="248993"/>
                  <a:pt x="123083" y="248035"/>
                  <a:pt x="125220" y="247446"/>
                </a:cubicBezTo>
                <a:cubicBezTo>
                  <a:pt x="131189" y="245898"/>
                  <a:pt x="132221" y="243761"/>
                  <a:pt x="134063" y="238308"/>
                </a:cubicBezTo>
                <a:cubicBezTo>
                  <a:pt x="138263" y="225781"/>
                  <a:pt x="145558" y="215244"/>
                  <a:pt x="158380" y="211707"/>
                </a:cubicBezTo>
                <a:cubicBezTo>
                  <a:pt x="162728" y="210528"/>
                  <a:pt x="167296" y="210675"/>
                  <a:pt x="168254" y="213844"/>
                </a:cubicBezTo>
                <a:cubicBezTo>
                  <a:pt x="169212" y="217012"/>
                  <a:pt x="165602" y="219002"/>
                  <a:pt x="162359" y="221213"/>
                </a:cubicBezTo>
                <a:cubicBezTo>
                  <a:pt x="155506" y="225855"/>
                  <a:pt x="150569" y="232929"/>
                  <a:pt x="149832" y="243909"/>
                </a:cubicBezTo>
                <a:cubicBezTo>
                  <a:pt x="149832" y="244351"/>
                  <a:pt x="149980" y="244498"/>
                  <a:pt x="150422" y="244498"/>
                </a:cubicBezTo>
                <a:cubicBezTo>
                  <a:pt x="153148" y="244424"/>
                  <a:pt x="155727" y="244351"/>
                  <a:pt x="158012" y="244277"/>
                </a:cubicBezTo>
                <a:cubicBezTo>
                  <a:pt x="163907" y="244056"/>
                  <a:pt x="165749" y="242877"/>
                  <a:pt x="169654" y="238529"/>
                </a:cubicBezTo>
                <a:cubicBezTo>
                  <a:pt x="177539" y="229613"/>
                  <a:pt x="187340" y="222686"/>
                  <a:pt x="199498" y="222686"/>
                </a:cubicBezTo>
                <a:cubicBezTo>
                  <a:pt x="203551" y="222686"/>
                  <a:pt x="207678" y="224013"/>
                  <a:pt x="207604" y="227402"/>
                </a:cubicBezTo>
                <a:cubicBezTo>
                  <a:pt x="207604" y="230571"/>
                  <a:pt x="204141" y="231529"/>
                  <a:pt x="200825" y="232561"/>
                </a:cubicBezTo>
                <a:cubicBezTo>
                  <a:pt x="195519" y="234329"/>
                  <a:pt x="190508" y="237424"/>
                  <a:pt x="186013" y="242582"/>
                </a:cubicBezTo>
                <a:lnTo>
                  <a:pt x="271197" y="242582"/>
                </a:lnTo>
                <a:lnTo>
                  <a:pt x="271197" y="99700"/>
                </a:lnTo>
                <a:cubicBezTo>
                  <a:pt x="254617" y="99774"/>
                  <a:pt x="238185" y="100437"/>
                  <a:pt x="221826" y="101543"/>
                </a:cubicBezTo>
                <a:cubicBezTo>
                  <a:pt x="209151" y="102427"/>
                  <a:pt x="196698" y="103606"/>
                  <a:pt x="184318" y="105080"/>
                </a:cubicBezTo>
                <a:cubicBezTo>
                  <a:pt x="169507" y="106848"/>
                  <a:pt x="154991" y="109059"/>
                  <a:pt x="140842" y="111564"/>
                </a:cubicBezTo>
                <a:cubicBezTo>
                  <a:pt x="87860" y="121586"/>
                  <a:pt x="41216" y="136250"/>
                  <a:pt x="10856" y="150914"/>
                </a:cubicBezTo>
                <a:cubicBezTo>
                  <a:pt x="11372" y="192253"/>
                  <a:pt x="12256" y="236540"/>
                  <a:pt x="13509" y="282669"/>
                </a:cubicBezTo>
                <a:cubicBezTo>
                  <a:pt x="14467" y="318187"/>
                  <a:pt x="15572" y="356062"/>
                  <a:pt x="19846" y="391801"/>
                </a:cubicBezTo>
                <a:close/>
                <a:moveTo>
                  <a:pt x="202519" y="227623"/>
                </a:moveTo>
                <a:cubicBezTo>
                  <a:pt x="202519" y="228287"/>
                  <a:pt x="201488" y="228581"/>
                  <a:pt x="199719" y="229024"/>
                </a:cubicBezTo>
                <a:cubicBezTo>
                  <a:pt x="191761" y="230939"/>
                  <a:pt x="184834" y="235803"/>
                  <a:pt x="179823" y="242951"/>
                </a:cubicBezTo>
                <a:lnTo>
                  <a:pt x="183434" y="242951"/>
                </a:lnTo>
                <a:cubicBezTo>
                  <a:pt x="188224" y="236761"/>
                  <a:pt x="194266" y="233076"/>
                  <a:pt x="200014" y="231161"/>
                </a:cubicBezTo>
                <a:cubicBezTo>
                  <a:pt x="201635" y="230645"/>
                  <a:pt x="205467" y="229613"/>
                  <a:pt x="205246" y="227476"/>
                </a:cubicBezTo>
                <a:cubicBezTo>
                  <a:pt x="205025" y="225118"/>
                  <a:pt x="200972" y="224823"/>
                  <a:pt x="199204" y="224823"/>
                </a:cubicBezTo>
                <a:cubicBezTo>
                  <a:pt x="188371" y="224750"/>
                  <a:pt x="179013" y="230718"/>
                  <a:pt x="170760" y="240003"/>
                </a:cubicBezTo>
                <a:cubicBezTo>
                  <a:pt x="166412" y="244940"/>
                  <a:pt x="164496" y="246119"/>
                  <a:pt x="157864" y="246414"/>
                </a:cubicBezTo>
                <a:cubicBezTo>
                  <a:pt x="157054" y="246414"/>
                  <a:pt x="152043" y="246561"/>
                  <a:pt x="149611" y="246635"/>
                </a:cubicBezTo>
                <a:cubicBezTo>
                  <a:pt x="149095" y="246635"/>
                  <a:pt x="148506" y="246635"/>
                  <a:pt x="148064" y="246267"/>
                </a:cubicBezTo>
                <a:cubicBezTo>
                  <a:pt x="147695" y="245825"/>
                  <a:pt x="147695" y="245235"/>
                  <a:pt x="147695" y="244719"/>
                </a:cubicBezTo>
                <a:cubicBezTo>
                  <a:pt x="148285" y="234255"/>
                  <a:pt x="152411" y="225929"/>
                  <a:pt x="161107" y="219960"/>
                </a:cubicBezTo>
                <a:cubicBezTo>
                  <a:pt x="164202" y="217897"/>
                  <a:pt x="166560" y="216349"/>
                  <a:pt x="166044" y="214581"/>
                </a:cubicBezTo>
                <a:cubicBezTo>
                  <a:pt x="165528" y="212959"/>
                  <a:pt x="162433" y="212665"/>
                  <a:pt x="158675" y="213770"/>
                </a:cubicBezTo>
                <a:cubicBezTo>
                  <a:pt x="145264" y="217454"/>
                  <a:pt x="139000" y="229097"/>
                  <a:pt x="135684" y="239119"/>
                </a:cubicBezTo>
                <a:cubicBezTo>
                  <a:pt x="134800" y="241772"/>
                  <a:pt x="134874" y="241624"/>
                  <a:pt x="134358" y="242730"/>
                </a:cubicBezTo>
                <a:cubicBezTo>
                  <a:pt x="133768" y="243982"/>
                  <a:pt x="133105" y="245014"/>
                  <a:pt x="132368" y="245898"/>
                </a:cubicBezTo>
                <a:cubicBezTo>
                  <a:pt x="130526" y="247888"/>
                  <a:pt x="128168" y="248772"/>
                  <a:pt x="125589" y="249435"/>
                </a:cubicBezTo>
                <a:cubicBezTo>
                  <a:pt x="124262" y="249804"/>
                  <a:pt x="119620" y="250762"/>
                  <a:pt x="115641" y="251646"/>
                </a:cubicBezTo>
                <a:cubicBezTo>
                  <a:pt x="115125" y="251793"/>
                  <a:pt x="114536" y="251867"/>
                  <a:pt x="114093" y="251572"/>
                </a:cubicBezTo>
                <a:cubicBezTo>
                  <a:pt x="113651" y="251277"/>
                  <a:pt x="113504" y="250688"/>
                  <a:pt x="113430" y="250098"/>
                </a:cubicBezTo>
                <a:cubicBezTo>
                  <a:pt x="111883" y="239635"/>
                  <a:pt x="114904" y="231750"/>
                  <a:pt x="119694" y="226150"/>
                </a:cubicBezTo>
                <a:cubicBezTo>
                  <a:pt x="122125" y="223350"/>
                  <a:pt x="123968" y="221213"/>
                  <a:pt x="123157" y="219665"/>
                </a:cubicBezTo>
                <a:cubicBezTo>
                  <a:pt x="122347" y="218191"/>
                  <a:pt x="119325" y="218412"/>
                  <a:pt x="115862" y="220255"/>
                </a:cubicBezTo>
                <a:cubicBezTo>
                  <a:pt x="106430" y="225339"/>
                  <a:pt x="102524" y="236024"/>
                  <a:pt x="100977" y="247814"/>
                </a:cubicBezTo>
                <a:cubicBezTo>
                  <a:pt x="100682" y="250172"/>
                  <a:pt x="100387" y="252309"/>
                  <a:pt x="99061" y="254299"/>
                </a:cubicBezTo>
                <a:cubicBezTo>
                  <a:pt x="97661" y="256215"/>
                  <a:pt x="95671" y="257173"/>
                  <a:pt x="93534" y="258057"/>
                </a:cubicBezTo>
                <a:cubicBezTo>
                  <a:pt x="91250" y="259015"/>
                  <a:pt x="86166" y="260857"/>
                  <a:pt x="84029" y="261668"/>
                </a:cubicBezTo>
                <a:cubicBezTo>
                  <a:pt x="82776" y="262110"/>
                  <a:pt x="81965" y="261741"/>
                  <a:pt x="81597" y="260489"/>
                </a:cubicBezTo>
                <a:cubicBezTo>
                  <a:pt x="79165" y="252825"/>
                  <a:pt x="80492" y="245235"/>
                  <a:pt x="82923" y="239635"/>
                </a:cubicBezTo>
                <a:cubicBezTo>
                  <a:pt x="83586" y="238161"/>
                  <a:pt x="84913" y="235582"/>
                  <a:pt x="83660" y="234182"/>
                </a:cubicBezTo>
                <a:cubicBezTo>
                  <a:pt x="82186" y="232634"/>
                  <a:pt x="79313" y="234034"/>
                  <a:pt x="77397" y="235803"/>
                </a:cubicBezTo>
                <a:cubicBezTo>
                  <a:pt x="70838" y="241919"/>
                  <a:pt x="69659" y="251646"/>
                  <a:pt x="70175" y="261004"/>
                </a:cubicBezTo>
                <a:cubicBezTo>
                  <a:pt x="70396" y="265278"/>
                  <a:pt x="69733" y="267268"/>
                  <a:pt x="65680" y="269479"/>
                </a:cubicBezTo>
                <a:cubicBezTo>
                  <a:pt x="64649" y="269994"/>
                  <a:pt x="63175" y="270731"/>
                  <a:pt x="62069" y="271321"/>
                </a:cubicBezTo>
                <a:cubicBezTo>
                  <a:pt x="61627" y="271542"/>
                  <a:pt x="61333" y="271542"/>
                  <a:pt x="61038" y="271173"/>
                </a:cubicBezTo>
                <a:cubicBezTo>
                  <a:pt x="54701" y="264836"/>
                  <a:pt x="44016" y="268963"/>
                  <a:pt x="46448" y="278616"/>
                </a:cubicBezTo>
                <a:cubicBezTo>
                  <a:pt x="46521" y="278984"/>
                  <a:pt x="46521" y="279205"/>
                  <a:pt x="46153" y="279500"/>
                </a:cubicBezTo>
                <a:cubicBezTo>
                  <a:pt x="42395" y="282521"/>
                  <a:pt x="40258" y="287090"/>
                  <a:pt x="43058" y="291585"/>
                </a:cubicBezTo>
                <a:cubicBezTo>
                  <a:pt x="45858" y="296154"/>
                  <a:pt x="50795" y="295859"/>
                  <a:pt x="55069" y="294311"/>
                </a:cubicBezTo>
                <a:cubicBezTo>
                  <a:pt x="55511" y="294164"/>
                  <a:pt x="55659" y="294238"/>
                  <a:pt x="56027" y="294533"/>
                </a:cubicBezTo>
                <a:cubicBezTo>
                  <a:pt x="59638" y="297701"/>
                  <a:pt x="63764" y="298512"/>
                  <a:pt x="67301" y="296596"/>
                </a:cubicBezTo>
                <a:cubicBezTo>
                  <a:pt x="70912" y="294606"/>
                  <a:pt x="72017" y="290996"/>
                  <a:pt x="70617" y="286279"/>
                </a:cubicBezTo>
                <a:cubicBezTo>
                  <a:pt x="70470" y="285764"/>
                  <a:pt x="70544" y="285543"/>
                  <a:pt x="71059" y="285248"/>
                </a:cubicBezTo>
                <a:cubicBezTo>
                  <a:pt x="100535" y="269036"/>
                  <a:pt x="136716" y="256804"/>
                  <a:pt x="170465" y="259752"/>
                </a:cubicBezTo>
                <a:lnTo>
                  <a:pt x="170465" y="256804"/>
                </a:lnTo>
                <a:cubicBezTo>
                  <a:pt x="139148" y="254151"/>
                  <a:pt x="103335" y="263952"/>
                  <a:pt x="68407" y="283332"/>
                </a:cubicBezTo>
                <a:cubicBezTo>
                  <a:pt x="67007" y="284069"/>
                  <a:pt x="66638" y="284806"/>
                  <a:pt x="67228" y="286353"/>
                </a:cubicBezTo>
                <a:cubicBezTo>
                  <a:pt x="68628" y="290627"/>
                  <a:pt x="67743" y="292617"/>
                  <a:pt x="65312" y="293869"/>
                </a:cubicBezTo>
                <a:cubicBezTo>
                  <a:pt x="63175" y="294975"/>
                  <a:pt x="60375" y="294533"/>
                  <a:pt x="57648" y="292175"/>
                </a:cubicBezTo>
                <a:cubicBezTo>
                  <a:pt x="56322" y="290922"/>
                  <a:pt x="55585" y="290774"/>
                  <a:pt x="53890" y="291438"/>
                </a:cubicBezTo>
                <a:cubicBezTo>
                  <a:pt x="49616" y="292985"/>
                  <a:pt x="46890" y="292248"/>
                  <a:pt x="45490" y="289890"/>
                </a:cubicBezTo>
                <a:cubicBezTo>
                  <a:pt x="44090" y="287458"/>
                  <a:pt x="44605" y="284585"/>
                  <a:pt x="47995" y="281932"/>
                </a:cubicBezTo>
                <a:cubicBezTo>
                  <a:pt x="49542" y="280679"/>
                  <a:pt x="49690" y="279942"/>
                  <a:pt x="49248" y="278100"/>
                </a:cubicBezTo>
                <a:cubicBezTo>
                  <a:pt x="48437" y="274637"/>
                  <a:pt x="49690" y="272721"/>
                  <a:pt x="51679" y="271837"/>
                </a:cubicBezTo>
                <a:cubicBezTo>
                  <a:pt x="53890" y="270879"/>
                  <a:pt x="56911" y="271321"/>
                  <a:pt x="59196" y="273900"/>
                </a:cubicBezTo>
                <a:cubicBezTo>
                  <a:pt x="60227" y="275152"/>
                  <a:pt x="60964" y="275300"/>
                  <a:pt x="62364" y="274563"/>
                </a:cubicBezTo>
                <a:cubicBezTo>
                  <a:pt x="64059" y="273679"/>
                  <a:pt x="65459" y="273089"/>
                  <a:pt x="67154" y="272205"/>
                </a:cubicBezTo>
                <a:cubicBezTo>
                  <a:pt x="72533" y="269331"/>
                  <a:pt x="73565" y="266826"/>
                  <a:pt x="73196" y="260931"/>
                </a:cubicBezTo>
                <a:cubicBezTo>
                  <a:pt x="72533" y="249951"/>
                  <a:pt x="74597" y="242066"/>
                  <a:pt x="79239" y="237350"/>
                </a:cubicBezTo>
                <a:cubicBezTo>
                  <a:pt x="80271" y="236319"/>
                  <a:pt x="81081" y="235950"/>
                  <a:pt x="81523" y="236319"/>
                </a:cubicBezTo>
                <a:cubicBezTo>
                  <a:pt x="81965" y="236761"/>
                  <a:pt x="81671" y="237498"/>
                  <a:pt x="81007" y="238603"/>
                </a:cubicBezTo>
                <a:cubicBezTo>
                  <a:pt x="77397" y="244940"/>
                  <a:pt x="76439" y="253930"/>
                  <a:pt x="79018" y="261741"/>
                </a:cubicBezTo>
                <a:cubicBezTo>
                  <a:pt x="80049" y="264984"/>
                  <a:pt x="81671" y="265720"/>
                  <a:pt x="84765" y="264541"/>
                </a:cubicBezTo>
                <a:cubicBezTo>
                  <a:pt x="90661" y="262331"/>
                  <a:pt x="92355" y="261741"/>
                  <a:pt x="92798" y="261594"/>
                </a:cubicBezTo>
                <a:cubicBezTo>
                  <a:pt x="92798" y="261594"/>
                  <a:pt x="93166" y="261446"/>
                  <a:pt x="94640" y="260857"/>
                </a:cubicBezTo>
                <a:cubicBezTo>
                  <a:pt x="97440" y="259752"/>
                  <a:pt x="99282" y="258720"/>
                  <a:pt x="100608" y="257394"/>
                </a:cubicBezTo>
                <a:cubicBezTo>
                  <a:pt x="101640" y="256362"/>
                  <a:pt x="102451" y="255109"/>
                  <a:pt x="102967" y="253562"/>
                </a:cubicBezTo>
                <a:cubicBezTo>
                  <a:pt x="103409" y="252162"/>
                  <a:pt x="103630" y="251277"/>
                  <a:pt x="103998" y="248330"/>
                </a:cubicBezTo>
                <a:cubicBezTo>
                  <a:pt x="106061" y="233003"/>
                  <a:pt x="111367" y="225781"/>
                  <a:pt x="117188" y="222244"/>
                </a:cubicBezTo>
                <a:cubicBezTo>
                  <a:pt x="118736" y="221286"/>
                  <a:pt x="120210" y="220918"/>
                  <a:pt x="120578" y="221434"/>
                </a:cubicBezTo>
                <a:cubicBezTo>
                  <a:pt x="120946" y="221949"/>
                  <a:pt x="120210" y="222760"/>
                  <a:pt x="118515" y="224381"/>
                </a:cubicBezTo>
                <a:cubicBezTo>
                  <a:pt x="113430" y="229318"/>
                  <a:pt x="108862" y="238308"/>
                  <a:pt x="110777" y="251056"/>
                </a:cubicBezTo>
                <a:cubicBezTo>
                  <a:pt x="111220" y="254520"/>
                  <a:pt x="112767" y="255478"/>
                  <a:pt x="116009" y="254667"/>
                </a:cubicBezTo>
                <a:cubicBezTo>
                  <a:pt x="119546" y="253857"/>
                  <a:pt x="123010" y="253193"/>
                  <a:pt x="126547" y="252309"/>
                </a:cubicBezTo>
                <a:cubicBezTo>
                  <a:pt x="129568" y="251572"/>
                  <a:pt x="131779" y="250541"/>
                  <a:pt x="133474" y="249288"/>
                </a:cubicBezTo>
                <a:cubicBezTo>
                  <a:pt x="134726" y="248330"/>
                  <a:pt x="135758" y="247077"/>
                  <a:pt x="136642" y="245530"/>
                </a:cubicBezTo>
                <a:cubicBezTo>
                  <a:pt x="137453" y="244130"/>
                  <a:pt x="137674" y="243319"/>
                  <a:pt x="138779" y="240150"/>
                </a:cubicBezTo>
                <a:cubicBezTo>
                  <a:pt x="142758" y="228360"/>
                  <a:pt x="149243" y="219370"/>
                  <a:pt x="159780" y="215612"/>
                </a:cubicBezTo>
                <a:cubicBezTo>
                  <a:pt x="161770" y="214875"/>
                  <a:pt x="163317" y="214728"/>
                  <a:pt x="163612" y="215318"/>
                </a:cubicBezTo>
                <a:cubicBezTo>
                  <a:pt x="163907" y="215907"/>
                  <a:pt x="162801" y="216718"/>
                  <a:pt x="160738" y="217897"/>
                </a:cubicBezTo>
                <a:cubicBezTo>
                  <a:pt x="151748" y="223055"/>
                  <a:pt x="145779" y="231897"/>
                  <a:pt x="145116" y="245161"/>
                </a:cubicBezTo>
                <a:cubicBezTo>
                  <a:pt x="144895" y="248625"/>
                  <a:pt x="146148" y="249877"/>
                  <a:pt x="149611" y="249730"/>
                </a:cubicBezTo>
                <a:cubicBezTo>
                  <a:pt x="151159" y="249656"/>
                  <a:pt x="156833" y="249509"/>
                  <a:pt x="158380" y="249435"/>
                </a:cubicBezTo>
                <a:cubicBezTo>
                  <a:pt x="163612" y="249214"/>
                  <a:pt x="167223" y="248404"/>
                  <a:pt x="170760" y="244940"/>
                </a:cubicBezTo>
                <a:cubicBezTo>
                  <a:pt x="171644" y="244056"/>
                  <a:pt x="172455" y="243098"/>
                  <a:pt x="173413" y="242066"/>
                </a:cubicBezTo>
                <a:cubicBezTo>
                  <a:pt x="181739" y="232561"/>
                  <a:pt x="190803" y="227402"/>
                  <a:pt x="199793" y="226887"/>
                </a:cubicBezTo>
                <a:cubicBezTo>
                  <a:pt x="201267" y="226666"/>
                  <a:pt x="202519" y="227034"/>
                  <a:pt x="202519" y="227623"/>
                </a:cubicBezTo>
                <a:close/>
                <a:moveTo>
                  <a:pt x="80713" y="541610"/>
                </a:moveTo>
                <a:cubicBezTo>
                  <a:pt x="82334" y="538957"/>
                  <a:pt x="83955" y="536304"/>
                  <a:pt x="85576" y="533651"/>
                </a:cubicBezTo>
                <a:cubicBezTo>
                  <a:pt x="84176" y="530999"/>
                  <a:pt x="82776" y="528346"/>
                  <a:pt x="81302" y="525693"/>
                </a:cubicBezTo>
                <a:cubicBezTo>
                  <a:pt x="78281" y="525693"/>
                  <a:pt x="75333" y="525693"/>
                  <a:pt x="72386" y="525693"/>
                </a:cubicBezTo>
                <a:cubicBezTo>
                  <a:pt x="70765" y="528420"/>
                  <a:pt x="69144" y="531072"/>
                  <a:pt x="67522" y="533799"/>
                </a:cubicBezTo>
                <a:cubicBezTo>
                  <a:pt x="68923" y="536452"/>
                  <a:pt x="70323" y="539031"/>
                  <a:pt x="71649" y="541683"/>
                </a:cubicBezTo>
                <a:cubicBezTo>
                  <a:pt x="74597" y="541610"/>
                  <a:pt x="77691" y="541610"/>
                  <a:pt x="80713" y="541610"/>
                </a:cubicBezTo>
                <a:close/>
                <a:moveTo>
                  <a:pt x="88745" y="512724"/>
                </a:moveTo>
                <a:cubicBezTo>
                  <a:pt x="91692" y="512724"/>
                  <a:pt x="94640" y="512724"/>
                  <a:pt x="97587" y="512724"/>
                </a:cubicBezTo>
                <a:cubicBezTo>
                  <a:pt x="99061" y="510071"/>
                  <a:pt x="100535" y="507418"/>
                  <a:pt x="102009" y="504766"/>
                </a:cubicBezTo>
                <a:cubicBezTo>
                  <a:pt x="100535" y="502113"/>
                  <a:pt x="99061" y="499460"/>
                  <a:pt x="97514" y="496734"/>
                </a:cubicBezTo>
                <a:cubicBezTo>
                  <a:pt x="94566" y="496734"/>
                  <a:pt x="91619" y="496734"/>
                  <a:pt x="88671" y="496734"/>
                </a:cubicBezTo>
                <a:cubicBezTo>
                  <a:pt x="87197" y="499386"/>
                  <a:pt x="85723" y="502039"/>
                  <a:pt x="84250" y="504692"/>
                </a:cubicBezTo>
                <a:cubicBezTo>
                  <a:pt x="85797" y="507345"/>
                  <a:pt x="87271" y="509997"/>
                  <a:pt x="88745" y="512724"/>
                </a:cubicBezTo>
                <a:close/>
                <a:moveTo>
                  <a:pt x="81597" y="506313"/>
                </a:moveTo>
                <a:cubicBezTo>
                  <a:pt x="78649" y="506313"/>
                  <a:pt x="75702" y="506313"/>
                  <a:pt x="72754" y="506313"/>
                </a:cubicBezTo>
                <a:cubicBezTo>
                  <a:pt x="71207" y="508966"/>
                  <a:pt x="69733" y="511619"/>
                  <a:pt x="68186" y="514271"/>
                </a:cubicBezTo>
                <a:cubicBezTo>
                  <a:pt x="69586" y="516924"/>
                  <a:pt x="71059" y="519577"/>
                  <a:pt x="72460" y="522230"/>
                </a:cubicBezTo>
                <a:cubicBezTo>
                  <a:pt x="75407" y="522230"/>
                  <a:pt x="78428" y="522230"/>
                  <a:pt x="81376" y="522230"/>
                </a:cubicBezTo>
                <a:cubicBezTo>
                  <a:pt x="82923" y="519577"/>
                  <a:pt x="84397" y="516924"/>
                  <a:pt x="85945" y="514271"/>
                </a:cubicBezTo>
                <a:cubicBezTo>
                  <a:pt x="84544" y="511692"/>
                  <a:pt x="83071" y="509039"/>
                  <a:pt x="81597" y="506313"/>
                </a:cubicBezTo>
                <a:close/>
                <a:moveTo>
                  <a:pt x="120357" y="477427"/>
                </a:moveTo>
                <a:cubicBezTo>
                  <a:pt x="118957" y="480080"/>
                  <a:pt x="117483" y="482733"/>
                  <a:pt x="116083" y="485386"/>
                </a:cubicBezTo>
                <a:cubicBezTo>
                  <a:pt x="117631" y="488038"/>
                  <a:pt x="119104" y="490691"/>
                  <a:pt x="120652" y="493418"/>
                </a:cubicBezTo>
                <a:cubicBezTo>
                  <a:pt x="123599" y="493418"/>
                  <a:pt x="126547" y="493418"/>
                  <a:pt x="129494" y="493418"/>
                </a:cubicBezTo>
                <a:cubicBezTo>
                  <a:pt x="130894" y="490765"/>
                  <a:pt x="132368" y="488112"/>
                  <a:pt x="133768" y="485459"/>
                </a:cubicBezTo>
                <a:cubicBezTo>
                  <a:pt x="132221" y="482806"/>
                  <a:pt x="130747" y="480154"/>
                  <a:pt x="129200" y="477427"/>
                </a:cubicBezTo>
                <a:cubicBezTo>
                  <a:pt x="126252" y="477427"/>
                  <a:pt x="123305" y="477427"/>
                  <a:pt x="120357" y="477427"/>
                </a:cubicBezTo>
                <a:close/>
                <a:moveTo>
                  <a:pt x="197509" y="533651"/>
                </a:moveTo>
                <a:cubicBezTo>
                  <a:pt x="199056" y="536304"/>
                  <a:pt x="200604" y="538957"/>
                  <a:pt x="202077" y="541610"/>
                </a:cubicBezTo>
                <a:cubicBezTo>
                  <a:pt x="205025" y="541610"/>
                  <a:pt x="208046" y="541610"/>
                  <a:pt x="210994" y="541610"/>
                </a:cubicBezTo>
                <a:cubicBezTo>
                  <a:pt x="212467" y="538957"/>
                  <a:pt x="213868" y="536304"/>
                  <a:pt x="215341" y="533651"/>
                </a:cubicBezTo>
                <a:cubicBezTo>
                  <a:pt x="213794" y="530999"/>
                  <a:pt x="212320" y="528346"/>
                  <a:pt x="210773" y="525693"/>
                </a:cubicBezTo>
                <a:cubicBezTo>
                  <a:pt x="207825" y="525693"/>
                  <a:pt x="204804" y="525693"/>
                  <a:pt x="201856" y="525693"/>
                </a:cubicBezTo>
                <a:cubicBezTo>
                  <a:pt x="200383" y="528346"/>
                  <a:pt x="198982" y="530999"/>
                  <a:pt x="197509" y="533651"/>
                </a:cubicBezTo>
                <a:close/>
                <a:moveTo>
                  <a:pt x="199056" y="524072"/>
                </a:moveTo>
                <a:cubicBezTo>
                  <a:pt x="197509" y="521419"/>
                  <a:pt x="195961" y="518766"/>
                  <a:pt x="194487" y="516114"/>
                </a:cubicBezTo>
                <a:cubicBezTo>
                  <a:pt x="191540" y="516114"/>
                  <a:pt x="188519" y="516114"/>
                  <a:pt x="185571" y="516114"/>
                </a:cubicBezTo>
                <a:cubicBezTo>
                  <a:pt x="184097" y="518766"/>
                  <a:pt x="182697" y="521419"/>
                  <a:pt x="181224" y="524072"/>
                </a:cubicBezTo>
                <a:cubicBezTo>
                  <a:pt x="182771" y="526725"/>
                  <a:pt x="184318" y="529378"/>
                  <a:pt x="185792" y="532030"/>
                </a:cubicBezTo>
                <a:cubicBezTo>
                  <a:pt x="188740" y="532030"/>
                  <a:pt x="191761" y="532030"/>
                  <a:pt x="194709" y="532030"/>
                </a:cubicBezTo>
                <a:cubicBezTo>
                  <a:pt x="196182" y="529378"/>
                  <a:pt x="197582" y="526725"/>
                  <a:pt x="199056" y="524072"/>
                </a:cubicBezTo>
                <a:close/>
                <a:moveTo>
                  <a:pt x="218068" y="532030"/>
                </a:moveTo>
                <a:cubicBezTo>
                  <a:pt x="221015" y="532030"/>
                  <a:pt x="224036" y="532030"/>
                  <a:pt x="226984" y="532030"/>
                </a:cubicBezTo>
                <a:cubicBezTo>
                  <a:pt x="228458" y="529378"/>
                  <a:pt x="229932" y="526725"/>
                  <a:pt x="231332" y="524072"/>
                </a:cubicBezTo>
                <a:cubicBezTo>
                  <a:pt x="229784" y="521419"/>
                  <a:pt x="228310" y="518766"/>
                  <a:pt x="226763" y="516114"/>
                </a:cubicBezTo>
                <a:cubicBezTo>
                  <a:pt x="223742" y="516114"/>
                  <a:pt x="220794" y="516114"/>
                  <a:pt x="217847" y="516114"/>
                </a:cubicBezTo>
                <a:cubicBezTo>
                  <a:pt x="216373" y="518766"/>
                  <a:pt x="214899" y="521419"/>
                  <a:pt x="213499" y="524072"/>
                </a:cubicBezTo>
                <a:cubicBezTo>
                  <a:pt x="215046" y="526725"/>
                  <a:pt x="216594" y="529378"/>
                  <a:pt x="218068" y="532030"/>
                </a:cubicBezTo>
                <a:close/>
                <a:moveTo>
                  <a:pt x="215120" y="514419"/>
                </a:moveTo>
                <a:cubicBezTo>
                  <a:pt x="213573" y="511766"/>
                  <a:pt x="212025" y="509113"/>
                  <a:pt x="210552" y="506460"/>
                </a:cubicBezTo>
                <a:cubicBezTo>
                  <a:pt x="207530" y="506460"/>
                  <a:pt x="204583" y="506460"/>
                  <a:pt x="201562" y="506460"/>
                </a:cubicBezTo>
                <a:cubicBezTo>
                  <a:pt x="200088" y="509113"/>
                  <a:pt x="198688" y="511766"/>
                  <a:pt x="197214" y="514419"/>
                </a:cubicBezTo>
                <a:cubicBezTo>
                  <a:pt x="198761" y="517072"/>
                  <a:pt x="200309" y="519724"/>
                  <a:pt x="201783" y="522377"/>
                </a:cubicBezTo>
                <a:cubicBezTo>
                  <a:pt x="204730" y="522377"/>
                  <a:pt x="207751" y="522377"/>
                  <a:pt x="210699" y="522377"/>
                </a:cubicBezTo>
                <a:cubicBezTo>
                  <a:pt x="212173" y="519724"/>
                  <a:pt x="213646" y="517072"/>
                  <a:pt x="215120" y="514419"/>
                </a:cubicBezTo>
                <a:close/>
                <a:moveTo>
                  <a:pt x="198761" y="504766"/>
                </a:moveTo>
                <a:cubicBezTo>
                  <a:pt x="197214" y="502113"/>
                  <a:pt x="195666" y="499460"/>
                  <a:pt x="194119" y="496807"/>
                </a:cubicBezTo>
                <a:cubicBezTo>
                  <a:pt x="191098" y="496807"/>
                  <a:pt x="188150" y="496807"/>
                  <a:pt x="185129" y="496807"/>
                </a:cubicBezTo>
                <a:cubicBezTo>
                  <a:pt x="183655" y="499460"/>
                  <a:pt x="182255" y="502113"/>
                  <a:pt x="180781" y="504766"/>
                </a:cubicBezTo>
                <a:cubicBezTo>
                  <a:pt x="182329" y="507418"/>
                  <a:pt x="183876" y="510071"/>
                  <a:pt x="185424" y="512724"/>
                </a:cubicBezTo>
                <a:cubicBezTo>
                  <a:pt x="188371" y="512724"/>
                  <a:pt x="191393" y="512724"/>
                  <a:pt x="194340" y="512724"/>
                </a:cubicBezTo>
                <a:cubicBezTo>
                  <a:pt x="195814" y="510071"/>
                  <a:pt x="197288" y="507418"/>
                  <a:pt x="198761" y="504766"/>
                </a:cubicBezTo>
                <a:close/>
                <a:moveTo>
                  <a:pt x="178129" y="506387"/>
                </a:moveTo>
                <a:cubicBezTo>
                  <a:pt x="175107" y="506387"/>
                  <a:pt x="172160" y="506387"/>
                  <a:pt x="169212" y="506387"/>
                </a:cubicBezTo>
                <a:cubicBezTo>
                  <a:pt x="167739" y="509039"/>
                  <a:pt x="166339" y="511692"/>
                  <a:pt x="164865" y="514345"/>
                </a:cubicBezTo>
                <a:cubicBezTo>
                  <a:pt x="166412" y="516998"/>
                  <a:pt x="167960" y="519651"/>
                  <a:pt x="169433" y="522303"/>
                </a:cubicBezTo>
                <a:cubicBezTo>
                  <a:pt x="172381" y="522303"/>
                  <a:pt x="175402" y="522303"/>
                  <a:pt x="178350" y="522303"/>
                </a:cubicBezTo>
                <a:cubicBezTo>
                  <a:pt x="179823" y="519651"/>
                  <a:pt x="181224" y="516998"/>
                  <a:pt x="182697" y="514345"/>
                </a:cubicBezTo>
                <a:cubicBezTo>
                  <a:pt x="181224" y="511766"/>
                  <a:pt x="179676" y="509039"/>
                  <a:pt x="178129" y="506387"/>
                </a:cubicBezTo>
                <a:close/>
                <a:moveTo>
                  <a:pt x="166412" y="504766"/>
                </a:moveTo>
                <a:cubicBezTo>
                  <a:pt x="164865" y="502113"/>
                  <a:pt x="163317" y="499460"/>
                  <a:pt x="161770" y="496807"/>
                </a:cubicBezTo>
                <a:cubicBezTo>
                  <a:pt x="158822" y="496807"/>
                  <a:pt x="155801" y="496807"/>
                  <a:pt x="152854" y="496807"/>
                </a:cubicBezTo>
                <a:cubicBezTo>
                  <a:pt x="151380" y="499460"/>
                  <a:pt x="149980" y="502113"/>
                  <a:pt x="148506" y="504766"/>
                </a:cubicBezTo>
                <a:cubicBezTo>
                  <a:pt x="150053" y="507418"/>
                  <a:pt x="151601" y="510071"/>
                  <a:pt x="153075" y="512724"/>
                </a:cubicBezTo>
                <a:cubicBezTo>
                  <a:pt x="156022" y="512724"/>
                  <a:pt x="159043" y="512724"/>
                  <a:pt x="161991" y="512724"/>
                </a:cubicBezTo>
                <a:cubicBezTo>
                  <a:pt x="163465" y="510071"/>
                  <a:pt x="164938" y="507418"/>
                  <a:pt x="166412" y="504766"/>
                </a:cubicBezTo>
                <a:close/>
                <a:moveTo>
                  <a:pt x="132589" y="514345"/>
                </a:moveTo>
                <a:cubicBezTo>
                  <a:pt x="134137" y="516998"/>
                  <a:pt x="135610" y="519651"/>
                  <a:pt x="137158" y="522303"/>
                </a:cubicBezTo>
                <a:cubicBezTo>
                  <a:pt x="140105" y="522303"/>
                  <a:pt x="143127" y="522303"/>
                  <a:pt x="146074" y="522303"/>
                </a:cubicBezTo>
                <a:cubicBezTo>
                  <a:pt x="147548" y="519651"/>
                  <a:pt x="148948" y="516998"/>
                  <a:pt x="150422" y="514345"/>
                </a:cubicBezTo>
                <a:cubicBezTo>
                  <a:pt x="148874" y="511692"/>
                  <a:pt x="147401" y="509039"/>
                  <a:pt x="145853" y="506387"/>
                </a:cubicBezTo>
                <a:cubicBezTo>
                  <a:pt x="142906" y="506387"/>
                  <a:pt x="139884" y="506387"/>
                  <a:pt x="136937" y="506387"/>
                </a:cubicBezTo>
                <a:cubicBezTo>
                  <a:pt x="135463" y="509039"/>
                  <a:pt x="133989" y="511692"/>
                  <a:pt x="132589" y="514345"/>
                </a:cubicBezTo>
                <a:close/>
                <a:moveTo>
                  <a:pt x="134137" y="504766"/>
                </a:moveTo>
                <a:cubicBezTo>
                  <a:pt x="132589" y="502113"/>
                  <a:pt x="131115" y="499460"/>
                  <a:pt x="129568" y="496807"/>
                </a:cubicBezTo>
                <a:cubicBezTo>
                  <a:pt x="126620" y="496807"/>
                  <a:pt x="123673" y="496807"/>
                  <a:pt x="120725" y="496807"/>
                </a:cubicBezTo>
                <a:cubicBezTo>
                  <a:pt x="119252" y="499460"/>
                  <a:pt x="117852" y="502113"/>
                  <a:pt x="116378" y="504766"/>
                </a:cubicBezTo>
                <a:cubicBezTo>
                  <a:pt x="117925" y="507418"/>
                  <a:pt x="119399" y="510071"/>
                  <a:pt x="120873" y="512724"/>
                </a:cubicBezTo>
                <a:cubicBezTo>
                  <a:pt x="123820" y="512724"/>
                  <a:pt x="126768" y="512724"/>
                  <a:pt x="129789" y="512724"/>
                </a:cubicBezTo>
                <a:cubicBezTo>
                  <a:pt x="131189" y="510071"/>
                  <a:pt x="132663" y="507418"/>
                  <a:pt x="134137" y="504766"/>
                </a:cubicBezTo>
                <a:close/>
                <a:moveTo>
                  <a:pt x="150053" y="495112"/>
                </a:moveTo>
                <a:cubicBezTo>
                  <a:pt x="148506" y="492460"/>
                  <a:pt x="146958" y="489807"/>
                  <a:pt x="145485" y="487154"/>
                </a:cubicBezTo>
                <a:cubicBezTo>
                  <a:pt x="142537" y="487154"/>
                  <a:pt x="139516" y="487154"/>
                  <a:pt x="136568" y="487154"/>
                </a:cubicBezTo>
                <a:cubicBezTo>
                  <a:pt x="135168" y="489807"/>
                  <a:pt x="133695" y="492460"/>
                  <a:pt x="132294" y="495112"/>
                </a:cubicBezTo>
                <a:cubicBezTo>
                  <a:pt x="133842" y="497765"/>
                  <a:pt x="135316" y="500418"/>
                  <a:pt x="136863" y="503071"/>
                </a:cubicBezTo>
                <a:cubicBezTo>
                  <a:pt x="139811" y="503071"/>
                  <a:pt x="142758" y="503071"/>
                  <a:pt x="145779" y="503071"/>
                </a:cubicBezTo>
                <a:cubicBezTo>
                  <a:pt x="147180" y="500418"/>
                  <a:pt x="148653" y="497765"/>
                  <a:pt x="150053" y="495112"/>
                </a:cubicBezTo>
                <a:close/>
                <a:moveTo>
                  <a:pt x="113357" y="487080"/>
                </a:moveTo>
                <a:cubicBezTo>
                  <a:pt x="110409" y="487080"/>
                  <a:pt x="107462" y="487080"/>
                  <a:pt x="104514" y="487080"/>
                </a:cubicBezTo>
                <a:cubicBezTo>
                  <a:pt x="103040" y="489733"/>
                  <a:pt x="101640" y="492386"/>
                  <a:pt x="100166" y="495039"/>
                </a:cubicBezTo>
                <a:cubicBezTo>
                  <a:pt x="101640" y="497691"/>
                  <a:pt x="103188" y="500344"/>
                  <a:pt x="104661" y="502997"/>
                </a:cubicBezTo>
                <a:cubicBezTo>
                  <a:pt x="107609" y="502997"/>
                  <a:pt x="110556" y="502997"/>
                  <a:pt x="113504" y="502997"/>
                </a:cubicBezTo>
                <a:cubicBezTo>
                  <a:pt x="114978" y="500344"/>
                  <a:pt x="116378" y="497691"/>
                  <a:pt x="117852" y="495039"/>
                </a:cubicBezTo>
                <a:cubicBezTo>
                  <a:pt x="116378" y="492386"/>
                  <a:pt x="114904" y="489733"/>
                  <a:pt x="113357" y="487080"/>
                </a:cubicBezTo>
                <a:close/>
                <a:moveTo>
                  <a:pt x="100314" y="514345"/>
                </a:moveTo>
                <a:cubicBezTo>
                  <a:pt x="101788" y="516998"/>
                  <a:pt x="103261" y="519651"/>
                  <a:pt x="104735" y="522303"/>
                </a:cubicBezTo>
                <a:cubicBezTo>
                  <a:pt x="107683" y="522303"/>
                  <a:pt x="110704" y="522303"/>
                  <a:pt x="113651" y="522303"/>
                </a:cubicBezTo>
                <a:cubicBezTo>
                  <a:pt x="115125" y="519651"/>
                  <a:pt x="116599" y="516998"/>
                  <a:pt x="118073" y="514345"/>
                </a:cubicBezTo>
                <a:cubicBezTo>
                  <a:pt x="116599" y="511692"/>
                  <a:pt x="115051" y="509039"/>
                  <a:pt x="113578" y="506387"/>
                </a:cubicBezTo>
                <a:cubicBezTo>
                  <a:pt x="110630" y="506387"/>
                  <a:pt x="107683" y="506387"/>
                  <a:pt x="104735" y="506387"/>
                </a:cubicBezTo>
                <a:cubicBezTo>
                  <a:pt x="103261" y="509039"/>
                  <a:pt x="101788" y="511692"/>
                  <a:pt x="100314" y="514345"/>
                </a:cubicBezTo>
                <a:close/>
                <a:moveTo>
                  <a:pt x="116525" y="523998"/>
                </a:moveTo>
                <a:cubicBezTo>
                  <a:pt x="117999" y="526651"/>
                  <a:pt x="119546" y="529304"/>
                  <a:pt x="121020" y="531957"/>
                </a:cubicBezTo>
                <a:cubicBezTo>
                  <a:pt x="123968" y="531957"/>
                  <a:pt x="126989" y="531957"/>
                  <a:pt x="130010" y="531957"/>
                </a:cubicBezTo>
                <a:cubicBezTo>
                  <a:pt x="131484" y="529304"/>
                  <a:pt x="132958" y="526651"/>
                  <a:pt x="134431" y="523998"/>
                </a:cubicBezTo>
                <a:cubicBezTo>
                  <a:pt x="132884" y="521345"/>
                  <a:pt x="131410" y="518693"/>
                  <a:pt x="129863" y="516040"/>
                </a:cubicBezTo>
                <a:cubicBezTo>
                  <a:pt x="126915" y="516040"/>
                  <a:pt x="123894" y="516040"/>
                  <a:pt x="120946" y="516040"/>
                </a:cubicBezTo>
                <a:cubicBezTo>
                  <a:pt x="119399" y="518693"/>
                  <a:pt x="117999" y="521345"/>
                  <a:pt x="116525" y="523998"/>
                </a:cubicBezTo>
                <a:close/>
                <a:moveTo>
                  <a:pt x="132737" y="533651"/>
                </a:moveTo>
                <a:cubicBezTo>
                  <a:pt x="134284" y="536304"/>
                  <a:pt x="135758" y="538957"/>
                  <a:pt x="137232" y="541610"/>
                </a:cubicBezTo>
                <a:cubicBezTo>
                  <a:pt x="140253" y="541610"/>
                  <a:pt x="143200" y="541610"/>
                  <a:pt x="146222" y="541610"/>
                </a:cubicBezTo>
                <a:cubicBezTo>
                  <a:pt x="147695" y="538957"/>
                  <a:pt x="149169" y="536304"/>
                  <a:pt x="150643" y="533651"/>
                </a:cubicBezTo>
                <a:cubicBezTo>
                  <a:pt x="149095" y="530999"/>
                  <a:pt x="147622" y="528346"/>
                  <a:pt x="146074" y="525693"/>
                </a:cubicBezTo>
                <a:cubicBezTo>
                  <a:pt x="143053" y="525693"/>
                  <a:pt x="140105" y="525693"/>
                  <a:pt x="137158" y="525693"/>
                </a:cubicBezTo>
                <a:cubicBezTo>
                  <a:pt x="135684" y="528346"/>
                  <a:pt x="134210" y="530999"/>
                  <a:pt x="132737" y="533651"/>
                </a:cubicBezTo>
                <a:close/>
                <a:moveTo>
                  <a:pt x="153443" y="532030"/>
                </a:moveTo>
                <a:cubicBezTo>
                  <a:pt x="156391" y="532030"/>
                  <a:pt x="159412" y="532030"/>
                  <a:pt x="162359" y="532030"/>
                </a:cubicBezTo>
                <a:cubicBezTo>
                  <a:pt x="163833" y="529378"/>
                  <a:pt x="165233" y="526725"/>
                  <a:pt x="166707" y="524072"/>
                </a:cubicBezTo>
                <a:cubicBezTo>
                  <a:pt x="165159" y="521419"/>
                  <a:pt x="163612" y="518766"/>
                  <a:pt x="162138" y="516114"/>
                </a:cubicBezTo>
                <a:cubicBezTo>
                  <a:pt x="159191" y="516114"/>
                  <a:pt x="156170" y="516114"/>
                  <a:pt x="153222" y="516114"/>
                </a:cubicBezTo>
                <a:cubicBezTo>
                  <a:pt x="151748" y="518766"/>
                  <a:pt x="150348" y="521419"/>
                  <a:pt x="148874" y="524072"/>
                </a:cubicBezTo>
                <a:cubicBezTo>
                  <a:pt x="150348" y="526725"/>
                  <a:pt x="151896" y="529378"/>
                  <a:pt x="153443" y="532030"/>
                </a:cubicBezTo>
                <a:close/>
                <a:moveTo>
                  <a:pt x="165159" y="533651"/>
                </a:moveTo>
                <a:cubicBezTo>
                  <a:pt x="166707" y="536304"/>
                  <a:pt x="168254" y="538957"/>
                  <a:pt x="169728" y="541610"/>
                </a:cubicBezTo>
                <a:cubicBezTo>
                  <a:pt x="172676" y="541610"/>
                  <a:pt x="175697" y="541610"/>
                  <a:pt x="178644" y="541610"/>
                </a:cubicBezTo>
                <a:cubicBezTo>
                  <a:pt x="180118" y="538957"/>
                  <a:pt x="181518" y="536304"/>
                  <a:pt x="182992" y="533651"/>
                </a:cubicBezTo>
                <a:cubicBezTo>
                  <a:pt x="181445" y="530999"/>
                  <a:pt x="179897" y="528346"/>
                  <a:pt x="178423" y="525693"/>
                </a:cubicBezTo>
                <a:cubicBezTo>
                  <a:pt x="175476" y="525693"/>
                  <a:pt x="172455" y="525693"/>
                  <a:pt x="169507" y="525693"/>
                </a:cubicBezTo>
                <a:cubicBezTo>
                  <a:pt x="168033" y="528346"/>
                  <a:pt x="166633" y="530999"/>
                  <a:pt x="165159" y="533651"/>
                </a:cubicBezTo>
                <a:close/>
                <a:moveTo>
                  <a:pt x="181445" y="543378"/>
                </a:moveTo>
                <a:lnTo>
                  <a:pt x="199351" y="543378"/>
                </a:lnTo>
                <a:cubicBezTo>
                  <a:pt x="197803" y="540726"/>
                  <a:pt x="196256" y="537999"/>
                  <a:pt x="194709" y="535346"/>
                </a:cubicBezTo>
                <a:cubicBezTo>
                  <a:pt x="191761" y="535346"/>
                  <a:pt x="188740" y="535346"/>
                  <a:pt x="185792" y="535346"/>
                </a:cubicBezTo>
                <a:cubicBezTo>
                  <a:pt x="184392" y="537999"/>
                  <a:pt x="182918" y="540652"/>
                  <a:pt x="181445" y="543378"/>
                </a:cubicBezTo>
                <a:close/>
                <a:moveTo>
                  <a:pt x="213278" y="647353"/>
                </a:moveTo>
                <a:cubicBezTo>
                  <a:pt x="211731" y="644626"/>
                  <a:pt x="210183" y="641900"/>
                  <a:pt x="208562" y="639173"/>
                </a:cubicBezTo>
                <a:cubicBezTo>
                  <a:pt x="205467" y="639173"/>
                  <a:pt x="202372" y="639173"/>
                  <a:pt x="199277" y="639173"/>
                </a:cubicBezTo>
                <a:cubicBezTo>
                  <a:pt x="197730" y="641900"/>
                  <a:pt x="196182" y="644626"/>
                  <a:pt x="194709" y="647353"/>
                </a:cubicBezTo>
                <a:cubicBezTo>
                  <a:pt x="196256" y="650079"/>
                  <a:pt x="197803" y="652806"/>
                  <a:pt x="199425" y="655532"/>
                </a:cubicBezTo>
                <a:cubicBezTo>
                  <a:pt x="202519" y="655532"/>
                  <a:pt x="205614" y="655532"/>
                  <a:pt x="208709" y="655532"/>
                </a:cubicBezTo>
                <a:cubicBezTo>
                  <a:pt x="210183" y="652806"/>
                  <a:pt x="211731" y="650079"/>
                  <a:pt x="213278" y="647353"/>
                </a:cubicBezTo>
                <a:close/>
                <a:moveTo>
                  <a:pt x="211509" y="657153"/>
                </a:moveTo>
                <a:cubicBezTo>
                  <a:pt x="213057" y="659880"/>
                  <a:pt x="214604" y="662606"/>
                  <a:pt x="216152" y="665333"/>
                </a:cubicBezTo>
                <a:cubicBezTo>
                  <a:pt x="219247" y="665333"/>
                  <a:pt x="222342" y="665333"/>
                  <a:pt x="225437" y="665333"/>
                </a:cubicBezTo>
                <a:cubicBezTo>
                  <a:pt x="226984" y="662606"/>
                  <a:pt x="228458" y="659880"/>
                  <a:pt x="230005" y="657153"/>
                </a:cubicBezTo>
                <a:cubicBezTo>
                  <a:pt x="228458" y="654427"/>
                  <a:pt x="226910" y="651700"/>
                  <a:pt x="225363" y="648974"/>
                </a:cubicBezTo>
                <a:cubicBezTo>
                  <a:pt x="222268" y="648974"/>
                  <a:pt x="219173" y="648974"/>
                  <a:pt x="216078" y="648974"/>
                </a:cubicBezTo>
                <a:cubicBezTo>
                  <a:pt x="214604" y="651774"/>
                  <a:pt x="213057" y="654500"/>
                  <a:pt x="211509" y="657153"/>
                </a:cubicBezTo>
                <a:close/>
                <a:moveTo>
                  <a:pt x="196403" y="637478"/>
                </a:moveTo>
                <a:cubicBezTo>
                  <a:pt x="194856" y="634752"/>
                  <a:pt x="193308" y="632025"/>
                  <a:pt x="191687" y="629299"/>
                </a:cubicBezTo>
                <a:cubicBezTo>
                  <a:pt x="188592" y="629299"/>
                  <a:pt x="185497" y="629299"/>
                  <a:pt x="182403" y="629299"/>
                </a:cubicBezTo>
                <a:cubicBezTo>
                  <a:pt x="180855" y="632025"/>
                  <a:pt x="179308" y="634752"/>
                  <a:pt x="177834" y="637478"/>
                </a:cubicBezTo>
                <a:cubicBezTo>
                  <a:pt x="179381" y="640205"/>
                  <a:pt x="180929" y="642931"/>
                  <a:pt x="182550" y="645658"/>
                </a:cubicBezTo>
                <a:cubicBezTo>
                  <a:pt x="185645" y="645658"/>
                  <a:pt x="188740" y="645658"/>
                  <a:pt x="191835" y="645658"/>
                </a:cubicBezTo>
                <a:cubicBezTo>
                  <a:pt x="193382" y="642931"/>
                  <a:pt x="194856" y="640205"/>
                  <a:pt x="196403" y="637478"/>
                </a:cubicBezTo>
                <a:close/>
                <a:moveTo>
                  <a:pt x="175034" y="639173"/>
                </a:moveTo>
                <a:cubicBezTo>
                  <a:pt x="171939" y="639173"/>
                  <a:pt x="168844" y="639173"/>
                  <a:pt x="165749" y="639173"/>
                </a:cubicBezTo>
                <a:cubicBezTo>
                  <a:pt x="164202" y="641900"/>
                  <a:pt x="162654" y="644626"/>
                  <a:pt x="161180" y="647353"/>
                </a:cubicBezTo>
                <a:cubicBezTo>
                  <a:pt x="162728" y="650079"/>
                  <a:pt x="164275" y="652806"/>
                  <a:pt x="165896" y="655532"/>
                </a:cubicBezTo>
                <a:cubicBezTo>
                  <a:pt x="168991" y="655532"/>
                  <a:pt x="172086" y="655532"/>
                  <a:pt x="175181" y="655532"/>
                </a:cubicBezTo>
                <a:cubicBezTo>
                  <a:pt x="176729" y="652806"/>
                  <a:pt x="178202" y="650079"/>
                  <a:pt x="179750" y="647353"/>
                </a:cubicBezTo>
                <a:cubicBezTo>
                  <a:pt x="178129" y="644626"/>
                  <a:pt x="176581" y="641900"/>
                  <a:pt x="175034" y="639173"/>
                </a:cubicBezTo>
                <a:close/>
                <a:moveTo>
                  <a:pt x="177981" y="657153"/>
                </a:moveTo>
                <a:cubicBezTo>
                  <a:pt x="179529" y="659880"/>
                  <a:pt x="181076" y="662606"/>
                  <a:pt x="182697" y="665333"/>
                </a:cubicBezTo>
                <a:cubicBezTo>
                  <a:pt x="185792" y="665333"/>
                  <a:pt x="188887" y="665333"/>
                  <a:pt x="191982" y="665333"/>
                </a:cubicBezTo>
                <a:cubicBezTo>
                  <a:pt x="193530" y="662606"/>
                  <a:pt x="195003" y="659880"/>
                  <a:pt x="196551" y="657153"/>
                </a:cubicBezTo>
                <a:cubicBezTo>
                  <a:pt x="195003" y="654427"/>
                  <a:pt x="193456" y="651700"/>
                  <a:pt x="191835" y="648974"/>
                </a:cubicBezTo>
                <a:cubicBezTo>
                  <a:pt x="188740" y="648974"/>
                  <a:pt x="185645" y="648974"/>
                  <a:pt x="182550" y="648974"/>
                </a:cubicBezTo>
                <a:cubicBezTo>
                  <a:pt x="181002" y="651774"/>
                  <a:pt x="179529" y="654500"/>
                  <a:pt x="177981" y="657153"/>
                </a:cubicBezTo>
                <a:close/>
                <a:moveTo>
                  <a:pt x="194782" y="667027"/>
                </a:moveTo>
                <a:cubicBezTo>
                  <a:pt x="196330" y="669754"/>
                  <a:pt x="197877" y="672480"/>
                  <a:pt x="199425" y="675207"/>
                </a:cubicBezTo>
                <a:cubicBezTo>
                  <a:pt x="202519" y="675207"/>
                  <a:pt x="205614" y="675207"/>
                  <a:pt x="208709" y="675207"/>
                </a:cubicBezTo>
                <a:cubicBezTo>
                  <a:pt x="210257" y="672480"/>
                  <a:pt x="211731" y="669754"/>
                  <a:pt x="213278" y="667027"/>
                </a:cubicBezTo>
                <a:cubicBezTo>
                  <a:pt x="211731" y="664301"/>
                  <a:pt x="210183" y="661574"/>
                  <a:pt x="208636" y="658848"/>
                </a:cubicBezTo>
                <a:cubicBezTo>
                  <a:pt x="205541" y="658848"/>
                  <a:pt x="202446" y="658848"/>
                  <a:pt x="199351" y="658848"/>
                </a:cubicBezTo>
                <a:cubicBezTo>
                  <a:pt x="197877" y="661574"/>
                  <a:pt x="196330" y="664301"/>
                  <a:pt x="194782" y="667027"/>
                </a:cubicBezTo>
                <a:close/>
                <a:moveTo>
                  <a:pt x="211657" y="676902"/>
                </a:moveTo>
                <a:cubicBezTo>
                  <a:pt x="213204" y="679628"/>
                  <a:pt x="214752" y="682355"/>
                  <a:pt x="216299" y="685081"/>
                </a:cubicBezTo>
                <a:cubicBezTo>
                  <a:pt x="219394" y="685081"/>
                  <a:pt x="222489" y="685081"/>
                  <a:pt x="225584" y="685081"/>
                </a:cubicBezTo>
                <a:cubicBezTo>
                  <a:pt x="227131" y="682355"/>
                  <a:pt x="228679" y="679628"/>
                  <a:pt x="230153" y="676902"/>
                </a:cubicBezTo>
                <a:cubicBezTo>
                  <a:pt x="228605" y="674175"/>
                  <a:pt x="227058" y="671449"/>
                  <a:pt x="225510" y="668722"/>
                </a:cubicBezTo>
                <a:cubicBezTo>
                  <a:pt x="222415" y="668722"/>
                  <a:pt x="219320" y="668722"/>
                  <a:pt x="216226" y="668722"/>
                </a:cubicBezTo>
                <a:cubicBezTo>
                  <a:pt x="214678" y="671449"/>
                  <a:pt x="213131" y="674175"/>
                  <a:pt x="211657" y="676902"/>
                </a:cubicBezTo>
                <a:close/>
                <a:moveTo>
                  <a:pt x="228458" y="686702"/>
                </a:moveTo>
                <a:cubicBezTo>
                  <a:pt x="230005" y="689429"/>
                  <a:pt x="231553" y="692155"/>
                  <a:pt x="233100" y="694882"/>
                </a:cubicBezTo>
                <a:cubicBezTo>
                  <a:pt x="236195" y="694882"/>
                  <a:pt x="239290" y="694882"/>
                  <a:pt x="242385" y="694882"/>
                </a:cubicBezTo>
                <a:cubicBezTo>
                  <a:pt x="243932" y="692155"/>
                  <a:pt x="245480" y="689429"/>
                  <a:pt x="246954" y="686702"/>
                </a:cubicBezTo>
                <a:cubicBezTo>
                  <a:pt x="245406" y="683976"/>
                  <a:pt x="243859" y="681249"/>
                  <a:pt x="242311" y="678523"/>
                </a:cubicBezTo>
                <a:cubicBezTo>
                  <a:pt x="239216" y="678523"/>
                  <a:pt x="236121" y="678523"/>
                  <a:pt x="233026" y="678523"/>
                </a:cubicBezTo>
                <a:cubicBezTo>
                  <a:pt x="231479" y="681323"/>
                  <a:pt x="229932" y="684049"/>
                  <a:pt x="228458" y="686702"/>
                </a:cubicBezTo>
                <a:close/>
                <a:moveTo>
                  <a:pt x="246880" y="667027"/>
                </a:moveTo>
                <a:cubicBezTo>
                  <a:pt x="245332" y="664301"/>
                  <a:pt x="243785" y="661574"/>
                  <a:pt x="242238" y="658848"/>
                </a:cubicBezTo>
                <a:cubicBezTo>
                  <a:pt x="239143" y="658848"/>
                  <a:pt x="236048" y="658848"/>
                  <a:pt x="232953" y="658848"/>
                </a:cubicBezTo>
                <a:cubicBezTo>
                  <a:pt x="231405" y="661574"/>
                  <a:pt x="229858" y="664301"/>
                  <a:pt x="228384" y="667027"/>
                </a:cubicBezTo>
                <a:cubicBezTo>
                  <a:pt x="229932" y="669754"/>
                  <a:pt x="231479" y="672480"/>
                  <a:pt x="233026" y="675207"/>
                </a:cubicBezTo>
                <a:cubicBezTo>
                  <a:pt x="236121" y="675207"/>
                  <a:pt x="239216" y="675207"/>
                  <a:pt x="242311" y="675207"/>
                </a:cubicBezTo>
                <a:cubicBezTo>
                  <a:pt x="243785" y="672480"/>
                  <a:pt x="245332" y="669754"/>
                  <a:pt x="246880" y="667027"/>
                </a:cubicBezTo>
                <a:close/>
                <a:moveTo>
                  <a:pt x="246732" y="647353"/>
                </a:moveTo>
                <a:cubicBezTo>
                  <a:pt x="245185" y="644626"/>
                  <a:pt x="243638" y="641900"/>
                  <a:pt x="242016" y="639173"/>
                </a:cubicBezTo>
                <a:cubicBezTo>
                  <a:pt x="238922" y="639173"/>
                  <a:pt x="235827" y="639173"/>
                  <a:pt x="232732" y="639173"/>
                </a:cubicBezTo>
                <a:cubicBezTo>
                  <a:pt x="231184" y="641900"/>
                  <a:pt x="229637" y="644626"/>
                  <a:pt x="228163" y="647353"/>
                </a:cubicBezTo>
                <a:cubicBezTo>
                  <a:pt x="229711" y="650079"/>
                  <a:pt x="231258" y="652806"/>
                  <a:pt x="232805" y="655532"/>
                </a:cubicBezTo>
                <a:cubicBezTo>
                  <a:pt x="235900" y="655532"/>
                  <a:pt x="238995" y="655532"/>
                  <a:pt x="242090" y="655532"/>
                </a:cubicBezTo>
                <a:cubicBezTo>
                  <a:pt x="243711" y="652806"/>
                  <a:pt x="245259" y="650079"/>
                  <a:pt x="246732" y="647353"/>
                </a:cubicBezTo>
                <a:close/>
                <a:moveTo>
                  <a:pt x="229932" y="637478"/>
                </a:moveTo>
                <a:cubicBezTo>
                  <a:pt x="228384" y="634752"/>
                  <a:pt x="226837" y="632025"/>
                  <a:pt x="225216" y="629299"/>
                </a:cubicBezTo>
                <a:cubicBezTo>
                  <a:pt x="222121" y="629299"/>
                  <a:pt x="219026" y="629299"/>
                  <a:pt x="215931" y="629299"/>
                </a:cubicBezTo>
                <a:cubicBezTo>
                  <a:pt x="214383" y="632025"/>
                  <a:pt x="212836" y="634752"/>
                  <a:pt x="211362" y="637478"/>
                </a:cubicBezTo>
                <a:cubicBezTo>
                  <a:pt x="212910" y="640205"/>
                  <a:pt x="214457" y="642931"/>
                  <a:pt x="216078" y="645658"/>
                </a:cubicBezTo>
                <a:cubicBezTo>
                  <a:pt x="219173" y="645658"/>
                  <a:pt x="222268" y="645658"/>
                  <a:pt x="225363" y="645658"/>
                </a:cubicBezTo>
                <a:cubicBezTo>
                  <a:pt x="226910" y="642931"/>
                  <a:pt x="228384" y="640205"/>
                  <a:pt x="229932" y="637478"/>
                </a:cubicBezTo>
                <a:close/>
                <a:moveTo>
                  <a:pt x="213425" y="627088"/>
                </a:moveTo>
                <a:cubicBezTo>
                  <a:pt x="213425" y="627088"/>
                  <a:pt x="194119" y="627088"/>
                  <a:pt x="194266" y="627088"/>
                </a:cubicBezTo>
                <a:cubicBezTo>
                  <a:pt x="195961" y="630036"/>
                  <a:pt x="197582" y="632910"/>
                  <a:pt x="199277" y="635784"/>
                </a:cubicBezTo>
                <a:cubicBezTo>
                  <a:pt x="202372" y="635784"/>
                  <a:pt x="205467" y="635784"/>
                  <a:pt x="208562" y="635784"/>
                </a:cubicBezTo>
                <a:cubicBezTo>
                  <a:pt x="210183" y="632910"/>
                  <a:pt x="211804" y="630036"/>
                  <a:pt x="213425" y="627088"/>
                </a:cubicBezTo>
                <a:close/>
                <a:moveTo>
                  <a:pt x="231626" y="543378"/>
                </a:moveTo>
                <a:cubicBezTo>
                  <a:pt x="230079" y="540726"/>
                  <a:pt x="228605" y="537999"/>
                  <a:pt x="227058" y="535346"/>
                </a:cubicBezTo>
                <a:cubicBezTo>
                  <a:pt x="224110" y="535346"/>
                  <a:pt x="221089" y="535346"/>
                  <a:pt x="218141" y="535346"/>
                </a:cubicBezTo>
                <a:cubicBezTo>
                  <a:pt x="216668" y="537999"/>
                  <a:pt x="215194" y="540726"/>
                  <a:pt x="213794" y="543378"/>
                </a:cubicBezTo>
                <a:lnTo>
                  <a:pt x="231626" y="543378"/>
                </a:lnTo>
                <a:close/>
                <a:moveTo>
                  <a:pt x="234353" y="541683"/>
                </a:moveTo>
                <a:cubicBezTo>
                  <a:pt x="237300" y="541683"/>
                  <a:pt x="240322" y="541683"/>
                  <a:pt x="243269" y="541683"/>
                </a:cubicBezTo>
                <a:cubicBezTo>
                  <a:pt x="244743" y="539031"/>
                  <a:pt x="246217" y="536378"/>
                  <a:pt x="247690" y="533725"/>
                </a:cubicBezTo>
                <a:cubicBezTo>
                  <a:pt x="246217" y="531072"/>
                  <a:pt x="244669" y="528420"/>
                  <a:pt x="243195" y="525767"/>
                </a:cubicBezTo>
                <a:cubicBezTo>
                  <a:pt x="240248" y="525767"/>
                  <a:pt x="237227" y="525767"/>
                  <a:pt x="234279" y="525767"/>
                </a:cubicBezTo>
                <a:cubicBezTo>
                  <a:pt x="232805" y="528420"/>
                  <a:pt x="231332" y="531072"/>
                  <a:pt x="229932" y="533725"/>
                </a:cubicBezTo>
                <a:cubicBezTo>
                  <a:pt x="231332" y="536378"/>
                  <a:pt x="232805" y="539031"/>
                  <a:pt x="234353" y="541683"/>
                </a:cubicBezTo>
                <a:close/>
                <a:moveTo>
                  <a:pt x="247469" y="514419"/>
                </a:moveTo>
                <a:cubicBezTo>
                  <a:pt x="245922" y="511766"/>
                  <a:pt x="244448" y="509113"/>
                  <a:pt x="242901" y="506460"/>
                </a:cubicBezTo>
                <a:cubicBezTo>
                  <a:pt x="239879" y="506460"/>
                  <a:pt x="236932" y="506460"/>
                  <a:pt x="233911" y="506460"/>
                </a:cubicBezTo>
                <a:cubicBezTo>
                  <a:pt x="232437" y="509113"/>
                  <a:pt x="230963" y="511766"/>
                  <a:pt x="229489" y="514419"/>
                </a:cubicBezTo>
                <a:cubicBezTo>
                  <a:pt x="231037" y="517072"/>
                  <a:pt x="232511" y="519724"/>
                  <a:pt x="234058" y="522377"/>
                </a:cubicBezTo>
                <a:cubicBezTo>
                  <a:pt x="237006" y="522377"/>
                  <a:pt x="240027" y="522377"/>
                  <a:pt x="242974" y="522377"/>
                </a:cubicBezTo>
                <a:cubicBezTo>
                  <a:pt x="244522" y="519724"/>
                  <a:pt x="245996" y="517072"/>
                  <a:pt x="247469" y="514419"/>
                </a:cubicBezTo>
                <a:close/>
                <a:moveTo>
                  <a:pt x="231184" y="504766"/>
                </a:moveTo>
                <a:cubicBezTo>
                  <a:pt x="229637" y="502113"/>
                  <a:pt x="228163" y="499460"/>
                  <a:pt x="226616" y="496807"/>
                </a:cubicBezTo>
                <a:cubicBezTo>
                  <a:pt x="223594" y="496807"/>
                  <a:pt x="220647" y="496807"/>
                  <a:pt x="217626" y="496807"/>
                </a:cubicBezTo>
                <a:cubicBezTo>
                  <a:pt x="216152" y="499460"/>
                  <a:pt x="214678" y="502113"/>
                  <a:pt x="213278" y="504766"/>
                </a:cubicBezTo>
                <a:cubicBezTo>
                  <a:pt x="214825" y="507418"/>
                  <a:pt x="216373" y="510071"/>
                  <a:pt x="217847" y="512724"/>
                </a:cubicBezTo>
                <a:cubicBezTo>
                  <a:pt x="220794" y="512724"/>
                  <a:pt x="223815" y="512724"/>
                  <a:pt x="226837" y="512724"/>
                </a:cubicBezTo>
                <a:cubicBezTo>
                  <a:pt x="228237" y="510145"/>
                  <a:pt x="229711" y="507418"/>
                  <a:pt x="231184" y="504766"/>
                </a:cubicBezTo>
                <a:close/>
                <a:moveTo>
                  <a:pt x="214825" y="495112"/>
                </a:moveTo>
                <a:cubicBezTo>
                  <a:pt x="213278" y="492460"/>
                  <a:pt x="211731" y="489807"/>
                  <a:pt x="210183" y="487154"/>
                </a:cubicBezTo>
                <a:cubicBezTo>
                  <a:pt x="207162" y="487154"/>
                  <a:pt x="204214" y="487154"/>
                  <a:pt x="201193" y="487154"/>
                </a:cubicBezTo>
                <a:cubicBezTo>
                  <a:pt x="199719" y="489807"/>
                  <a:pt x="198319" y="492460"/>
                  <a:pt x="196845" y="495112"/>
                </a:cubicBezTo>
                <a:cubicBezTo>
                  <a:pt x="198393" y="497765"/>
                  <a:pt x="199940" y="500418"/>
                  <a:pt x="201488" y="503071"/>
                </a:cubicBezTo>
                <a:cubicBezTo>
                  <a:pt x="204435" y="503071"/>
                  <a:pt x="207457" y="503071"/>
                  <a:pt x="210478" y="503071"/>
                </a:cubicBezTo>
                <a:cubicBezTo>
                  <a:pt x="211878" y="500492"/>
                  <a:pt x="213352" y="497839"/>
                  <a:pt x="214825" y="495112"/>
                </a:cubicBezTo>
                <a:close/>
                <a:moveTo>
                  <a:pt x="198393" y="485459"/>
                </a:moveTo>
                <a:cubicBezTo>
                  <a:pt x="196845" y="482806"/>
                  <a:pt x="195298" y="480154"/>
                  <a:pt x="193751" y="477501"/>
                </a:cubicBezTo>
                <a:cubicBezTo>
                  <a:pt x="190729" y="477501"/>
                  <a:pt x="187782" y="477501"/>
                  <a:pt x="184761" y="477501"/>
                </a:cubicBezTo>
                <a:cubicBezTo>
                  <a:pt x="183287" y="480154"/>
                  <a:pt x="181887" y="482806"/>
                  <a:pt x="180413" y="485459"/>
                </a:cubicBezTo>
                <a:cubicBezTo>
                  <a:pt x="181960" y="488112"/>
                  <a:pt x="183508" y="490765"/>
                  <a:pt x="185055" y="493418"/>
                </a:cubicBezTo>
                <a:cubicBezTo>
                  <a:pt x="188003" y="493418"/>
                  <a:pt x="191024" y="493418"/>
                  <a:pt x="194045" y="493418"/>
                </a:cubicBezTo>
                <a:cubicBezTo>
                  <a:pt x="195519" y="490838"/>
                  <a:pt x="196993" y="488186"/>
                  <a:pt x="198393" y="485459"/>
                </a:cubicBezTo>
                <a:close/>
                <a:moveTo>
                  <a:pt x="177760" y="487154"/>
                </a:moveTo>
                <a:cubicBezTo>
                  <a:pt x="174739" y="487154"/>
                  <a:pt x="171791" y="487154"/>
                  <a:pt x="168844" y="487154"/>
                </a:cubicBezTo>
                <a:cubicBezTo>
                  <a:pt x="167370" y="489807"/>
                  <a:pt x="165970" y="492460"/>
                  <a:pt x="164496" y="495112"/>
                </a:cubicBezTo>
                <a:cubicBezTo>
                  <a:pt x="166044" y="497765"/>
                  <a:pt x="167591" y="500418"/>
                  <a:pt x="169139" y="503071"/>
                </a:cubicBezTo>
                <a:cubicBezTo>
                  <a:pt x="172086" y="503071"/>
                  <a:pt x="175107" y="503071"/>
                  <a:pt x="178055" y="503071"/>
                </a:cubicBezTo>
                <a:cubicBezTo>
                  <a:pt x="179529" y="500418"/>
                  <a:pt x="180929" y="497765"/>
                  <a:pt x="182403" y="495112"/>
                </a:cubicBezTo>
                <a:cubicBezTo>
                  <a:pt x="180855" y="492460"/>
                  <a:pt x="179308" y="489807"/>
                  <a:pt x="177760" y="487154"/>
                </a:cubicBezTo>
                <a:close/>
                <a:moveTo>
                  <a:pt x="166044" y="485459"/>
                </a:moveTo>
                <a:cubicBezTo>
                  <a:pt x="164496" y="482806"/>
                  <a:pt x="162949" y="480154"/>
                  <a:pt x="161401" y="477501"/>
                </a:cubicBezTo>
                <a:cubicBezTo>
                  <a:pt x="158454" y="477501"/>
                  <a:pt x="155433" y="477501"/>
                  <a:pt x="152485" y="477501"/>
                </a:cubicBezTo>
                <a:cubicBezTo>
                  <a:pt x="151085" y="480154"/>
                  <a:pt x="149611" y="482806"/>
                  <a:pt x="148211" y="485459"/>
                </a:cubicBezTo>
                <a:cubicBezTo>
                  <a:pt x="149759" y="488112"/>
                  <a:pt x="151306" y="490765"/>
                  <a:pt x="152854" y="493418"/>
                </a:cubicBezTo>
                <a:cubicBezTo>
                  <a:pt x="155801" y="493418"/>
                  <a:pt x="158822" y="493418"/>
                  <a:pt x="161770" y="493418"/>
                </a:cubicBezTo>
                <a:cubicBezTo>
                  <a:pt x="163170" y="490838"/>
                  <a:pt x="164570" y="488112"/>
                  <a:pt x="166044" y="485459"/>
                </a:cubicBezTo>
                <a:close/>
                <a:moveTo>
                  <a:pt x="149685" y="475732"/>
                </a:moveTo>
                <a:lnTo>
                  <a:pt x="131852" y="475732"/>
                </a:lnTo>
                <a:cubicBezTo>
                  <a:pt x="133400" y="478459"/>
                  <a:pt x="134947" y="481112"/>
                  <a:pt x="136495" y="483764"/>
                </a:cubicBezTo>
                <a:cubicBezTo>
                  <a:pt x="139442" y="483764"/>
                  <a:pt x="142390" y="483764"/>
                  <a:pt x="145411" y="483764"/>
                </a:cubicBezTo>
                <a:cubicBezTo>
                  <a:pt x="146811" y="481112"/>
                  <a:pt x="148285" y="478459"/>
                  <a:pt x="149685" y="475732"/>
                </a:cubicBezTo>
                <a:close/>
                <a:moveTo>
                  <a:pt x="117631" y="475732"/>
                </a:moveTo>
                <a:lnTo>
                  <a:pt x="99945" y="475732"/>
                </a:lnTo>
                <a:cubicBezTo>
                  <a:pt x="101493" y="478385"/>
                  <a:pt x="102967" y="481112"/>
                  <a:pt x="104440" y="483764"/>
                </a:cubicBezTo>
                <a:cubicBezTo>
                  <a:pt x="107388" y="483764"/>
                  <a:pt x="110335" y="483764"/>
                  <a:pt x="113283" y="483764"/>
                </a:cubicBezTo>
                <a:cubicBezTo>
                  <a:pt x="114757" y="481112"/>
                  <a:pt x="116230" y="478459"/>
                  <a:pt x="117631" y="475732"/>
                </a:cubicBezTo>
                <a:close/>
                <a:moveTo>
                  <a:pt x="88597" y="477427"/>
                </a:moveTo>
                <a:cubicBezTo>
                  <a:pt x="87124" y="480080"/>
                  <a:pt x="85723" y="482733"/>
                  <a:pt x="84323" y="485386"/>
                </a:cubicBezTo>
                <a:cubicBezTo>
                  <a:pt x="85797" y="488038"/>
                  <a:pt x="87271" y="490691"/>
                  <a:pt x="88745" y="493418"/>
                </a:cubicBezTo>
                <a:cubicBezTo>
                  <a:pt x="91692" y="493418"/>
                  <a:pt x="94566" y="493418"/>
                  <a:pt x="97514" y="493418"/>
                </a:cubicBezTo>
                <a:cubicBezTo>
                  <a:pt x="98914" y="490765"/>
                  <a:pt x="100387" y="488112"/>
                  <a:pt x="101861" y="485459"/>
                </a:cubicBezTo>
                <a:cubicBezTo>
                  <a:pt x="100387" y="482806"/>
                  <a:pt x="98840" y="480154"/>
                  <a:pt x="97366" y="477427"/>
                </a:cubicBezTo>
                <a:cubicBezTo>
                  <a:pt x="94419" y="477427"/>
                  <a:pt x="91471" y="477427"/>
                  <a:pt x="88597" y="477427"/>
                </a:cubicBezTo>
                <a:close/>
                <a:moveTo>
                  <a:pt x="81597" y="487080"/>
                </a:moveTo>
                <a:cubicBezTo>
                  <a:pt x="78649" y="487080"/>
                  <a:pt x="75776" y="487080"/>
                  <a:pt x="72902" y="487080"/>
                </a:cubicBezTo>
                <a:cubicBezTo>
                  <a:pt x="71428" y="489733"/>
                  <a:pt x="69954" y="492386"/>
                  <a:pt x="68480" y="495039"/>
                </a:cubicBezTo>
                <a:cubicBezTo>
                  <a:pt x="69954" y="497691"/>
                  <a:pt x="71354" y="500344"/>
                  <a:pt x="72828" y="503071"/>
                </a:cubicBezTo>
                <a:cubicBezTo>
                  <a:pt x="75776" y="503071"/>
                  <a:pt x="78649" y="503071"/>
                  <a:pt x="81597" y="503071"/>
                </a:cubicBezTo>
                <a:cubicBezTo>
                  <a:pt x="83071" y="500418"/>
                  <a:pt x="84544" y="497765"/>
                  <a:pt x="86018" y="495112"/>
                </a:cubicBezTo>
                <a:cubicBezTo>
                  <a:pt x="84544" y="492386"/>
                  <a:pt x="83071" y="489733"/>
                  <a:pt x="81597" y="487080"/>
                </a:cubicBezTo>
                <a:close/>
                <a:moveTo>
                  <a:pt x="70396" y="485386"/>
                </a:moveTo>
                <a:cubicBezTo>
                  <a:pt x="68996" y="482733"/>
                  <a:pt x="67522" y="480080"/>
                  <a:pt x="66122" y="477353"/>
                </a:cubicBezTo>
                <a:cubicBezTo>
                  <a:pt x="63248" y="477353"/>
                  <a:pt x="60375" y="477353"/>
                  <a:pt x="57501" y="477353"/>
                </a:cubicBezTo>
                <a:cubicBezTo>
                  <a:pt x="56027" y="480006"/>
                  <a:pt x="54553" y="482659"/>
                  <a:pt x="53080" y="485312"/>
                </a:cubicBezTo>
                <a:cubicBezTo>
                  <a:pt x="54480" y="487965"/>
                  <a:pt x="55880" y="490617"/>
                  <a:pt x="57280" y="493344"/>
                </a:cubicBezTo>
                <a:cubicBezTo>
                  <a:pt x="60154" y="493344"/>
                  <a:pt x="63101" y="493344"/>
                  <a:pt x="65975" y="493344"/>
                </a:cubicBezTo>
                <a:cubicBezTo>
                  <a:pt x="67449" y="490765"/>
                  <a:pt x="68923" y="488038"/>
                  <a:pt x="70396" y="485386"/>
                </a:cubicBezTo>
                <a:close/>
                <a:moveTo>
                  <a:pt x="57132" y="496660"/>
                </a:moveTo>
                <a:cubicBezTo>
                  <a:pt x="55585" y="499313"/>
                  <a:pt x="54111" y="501965"/>
                  <a:pt x="52564" y="504618"/>
                </a:cubicBezTo>
                <a:cubicBezTo>
                  <a:pt x="53964" y="507271"/>
                  <a:pt x="55290" y="509924"/>
                  <a:pt x="56690" y="512650"/>
                </a:cubicBezTo>
                <a:cubicBezTo>
                  <a:pt x="59638" y="512650"/>
                  <a:pt x="62585" y="512650"/>
                  <a:pt x="65533" y="512650"/>
                </a:cubicBezTo>
                <a:cubicBezTo>
                  <a:pt x="67080" y="509997"/>
                  <a:pt x="68628" y="507345"/>
                  <a:pt x="70102" y="504692"/>
                </a:cubicBezTo>
                <a:cubicBezTo>
                  <a:pt x="68701" y="502039"/>
                  <a:pt x="67301" y="499386"/>
                  <a:pt x="65828" y="496660"/>
                </a:cubicBezTo>
                <a:cubicBezTo>
                  <a:pt x="62954" y="496660"/>
                  <a:pt x="60080" y="496660"/>
                  <a:pt x="57132" y="496660"/>
                </a:cubicBezTo>
                <a:close/>
                <a:moveTo>
                  <a:pt x="64796" y="531957"/>
                </a:moveTo>
                <a:cubicBezTo>
                  <a:pt x="66417" y="529304"/>
                  <a:pt x="68038" y="526651"/>
                  <a:pt x="69659" y="523998"/>
                </a:cubicBezTo>
                <a:cubicBezTo>
                  <a:pt x="68259" y="521345"/>
                  <a:pt x="66859" y="518693"/>
                  <a:pt x="65459" y="516040"/>
                </a:cubicBezTo>
                <a:cubicBezTo>
                  <a:pt x="62512" y="516040"/>
                  <a:pt x="59638" y="516040"/>
                  <a:pt x="56690" y="516040"/>
                </a:cubicBezTo>
                <a:cubicBezTo>
                  <a:pt x="56395" y="516556"/>
                  <a:pt x="55880" y="517366"/>
                  <a:pt x="55585" y="517956"/>
                </a:cubicBezTo>
                <a:cubicBezTo>
                  <a:pt x="57796" y="522672"/>
                  <a:pt x="60154" y="527388"/>
                  <a:pt x="62512" y="532030"/>
                </a:cubicBezTo>
                <a:cubicBezTo>
                  <a:pt x="62512" y="531957"/>
                  <a:pt x="64206" y="531957"/>
                  <a:pt x="64796" y="531957"/>
                </a:cubicBezTo>
                <a:close/>
                <a:moveTo>
                  <a:pt x="88524" y="531957"/>
                </a:moveTo>
                <a:cubicBezTo>
                  <a:pt x="91545" y="531957"/>
                  <a:pt x="94492" y="531957"/>
                  <a:pt x="97514" y="531957"/>
                </a:cubicBezTo>
                <a:cubicBezTo>
                  <a:pt x="99061" y="529304"/>
                  <a:pt x="100535" y="526651"/>
                  <a:pt x="102082" y="523998"/>
                </a:cubicBezTo>
                <a:cubicBezTo>
                  <a:pt x="100608" y="521345"/>
                  <a:pt x="99135" y="518693"/>
                  <a:pt x="97661" y="516040"/>
                </a:cubicBezTo>
                <a:cubicBezTo>
                  <a:pt x="94713" y="516040"/>
                  <a:pt x="91692" y="516040"/>
                  <a:pt x="88745" y="516040"/>
                </a:cubicBezTo>
                <a:cubicBezTo>
                  <a:pt x="87197" y="518693"/>
                  <a:pt x="85723" y="521345"/>
                  <a:pt x="84176" y="523998"/>
                </a:cubicBezTo>
                <a:cubicBezTo>
                  <a:pt x="85576" y="526651"/>
                  <a:pt x="87050" y="529304"/>
                  <a:pt x="88524" y="531957"/>
                </a:cubicBezTo>
                <a:close/>
                <a:moveTo>
                  <a:pt x="100240" y="533651"/>
                </a:moveTo>
                <a:cubicBezTo>
                  <a:pt x="101714" y="536304"/>
                  <a:pt x="103188" y="538957"/>
                  <a:pt x="104661" y="541610"/>
                </a:cubicBezTo>
                <a:cubicBezTo>
                  <a:pt x="107683" y="541610"/>
                  <a:pt x="110704" y="541610"/>
                  <a:pt x="113725" y="541610"/>
                </a:cubicBezTo>
                <a:cubicBezTo>
                  <a:pt x="115272" y="538957"/>
                  <a:pt x="116746" y="536304"/>
                  <a:pt x="118294" y="533651"/>
                </a:cubicBezTo>
                <a:cubicBezTo>
                  <a:pt x="116820" y="530999"/>
                  <a:pt x="115272" y="528346"/>
                  <a:pt x="113799" y="525693"/>
                </a:cubicBezTo>
                <a:cubicBezTo>
                  <a:pt x="110777" y="525693"/>
                  <a:pt x="107830" y="525693"/>
                  <a:pt x="104882" y="525693"/>
                </a:cubicBezTo>
                <a:cubicBezTo>
                  <a:pt x="103261" y="528272"/>
                  <a:pt x="101788" y="530999"/>
                  <a:pt x="100240" y="533651"/>
                </a:cubicBezTo>
                <a:close/>
                <a:moveTo>
                  <a:pt x="167002" y="543378"/>
                </a:moveTo>
                <a:cubicBezTo>
                  <a:pt x="165454" y="540726"/>
                  <a:pt x="163907" y="537999"/>
                  <a:pt x="162359" y="535346"/>
                </a:cubicBezTo>
                <a:cubicBezTo>
                  <a:pt x="159338" y="535346"/>
                  <a:pt x="156391" y="535346"/>
                  <a:pt x="153369" y="535346"/>
                </a:cubicBezTo>
                <a:cubicBezTo>
                  <a:pt x="151896" y="537999"/>
                  <a:pt x="150422" y="540726"/>
                  <a:pt x="148948" y="543378"/>
                </a:cubicBezTo>
                <a:lnTo>
                  <a:pt x="167002" y="543378"/>
                </a:lnTo>
                <a:close/>
                <a:moveTo>
                  <a:pt x="134505" y="543305"/>
                </a:moveTo>
                <a:cubicBezTo>
                  <a:pt x="132958" y="540652"/>
                  <a:pt x="131484" y="537925"/>
                  <a:pt x="129936" y="535273"/>
                </a:cubicBezTo>
                <a:cubicBezTo>
                  <a:pt x="126915" y="535273"/>
                  <a:pt x="123968" y="535273"/>
                  <a:pt x="120946" y="535273"/>
                </a:cubicBezTo>
                <a:cubicBezTo>
                  <a:pt x="119399" y="537925"/>
                  <a:pt x="117925" y="540652"/>
                  <a:pt x="116378" y="543305"/>
                </a:cubicBezTo>
                <a:lnTo>
                  <a:pt x="134505" y="543305"/>
                </a:lnTo>
                <a:close/>
                <a:moveTo>
                  <a:pt x="160738" y="627088"/>
                </a:moveTo>
                <a:cubicBezTo>
                  <a:pt x="162433" y="630036"/>
                  <a:pt x="164054" y="632910"/>
                  <a:pt x="165749" y="635784"/>
                </a:cubicBezTo>
                <a:cubicBezTo>
                  <a:pt x="168844" y="635784"/>
                  <a:pt x="171939" y="635784"/>
                  <a:pt x="175034" y="635784"/>
                </a:cubicBezTo>
                <a:cubicBezTo>
                  <a:pt x="176655" y="632910"/>
                  <a:pt x="178276" y="629962"/>
                  <a:pt x="179897" y="627088"/>
                </a:cubicBezTo>
                <a:lnTo>
                  <a:pt x="160738" y="627088"/>
                </a:lnTo>
                <a:close/>
                <a:moveTo>
                  <a:pt x="148874" y="629299"/>
                </a:moveTo>
                <a:cubicBezTo>
                  <a:pt x="147327" y="632025"/>
                  <a:pt x="145779" y="634752"/>
                  <a:pt x="144306" y="637478"/>
                </a:cubicBezTo>
                <a:cubicBezTo>
                  <a:pt x="145853" y="640205"/>
                  <a:pt x="147401" y="642931"/>
                  <a:pt x="149022" y="645658"/>
                </a:cubicBezTo>
                <a:cubicBezTo>
                  <a:pt x="152117" y="645658"/>
                  <a:pt x="155212" y="645658"/>
                  <a:pt x="158306" y="645658"/>
                </a:cubicBezTo>
                <a:cubicBezTo>
                  <a:pt x="159854" y="642931"/>
                  <a:pt x="161328" y="640205"/>
                  <a:pt x="162875" y="637478"/>
                </a:cubicBezTo>
                <a:cubicBezTo>
                  <a:pt x="161328" y="634752"/>
                  <a:pt x="159780" y="632025"/>
                  <a:pt x="158159" y="629299"/>
                </a:cubicBezTo>
                <a:cubicBezTo>
                  <a:pt x="155064" y="629299"/>
                  <a:pt x="151969" y="629299"/>
                  <a:pt x="148874" y="629299"/>
                </a:cubicBezTo>
                <a:close/>
                <a:moveTo>
                  <a:pt x="162138" y="658627"/>
                </a:moveTo>
                <a:cubicBezTo>
                  <a:pt x="162359" y="658185"/>
                  <a:pt x="162728" y="657595"/>
                  <a:pt x="162949" y="657153"/>
                </a:cubicBezTo>
                <a:cubicBezTo>
                  <a:pt x="161401" y="654427"/>
                  <a:pt x="159854" y="651700"/>
                  <a:pt x="158233" y="648974"/>
                </a:cubicBezTo>
                <a:cubicBezTo>
                  <a:pt x="156170" y="648974"/>
                  <a:pt x="151232" y="648974"/>
                  <a:pt x="151232" y="648974"/>
                </a:cubicBezTo>
                <a:cubicBezTo>
                  <a:pt x="154843" y="652290"/>
                  <a:pt x="158454" y="655532"/>
                  <a:pt x="162138" y="658627"/>
                </a:cubicBezTo>
                <a:close/>
                <a:moveTo>
                  <a:pt x="179750" y="667027"/>
                </a:moveTo>
                <a:cubicBezTo>
                  <a:pt x="178202" y="664301"/>
                  <a:pt x="176655" y="661574"/>
                  <a:pt x="175034" y="658848"/>
                </a:cubicBezTo>
                <a:cubicBezTo>
                  <a:pt x="171939" y="658848"/>
                  <a:pt x="168844" y="658848"/>
                  <a:pt x="165749" y="658848"/>
                </a:cubicBezTo>
                <a:cubicBezTo>
                  <a:pt x="165454" y="659438"/>
                  <a:pt x="164938" y="660248"/>
                  <a:pt x="164644" y="660838"/>
                </a:cubicBezTo>
                <a:cubicBezTo>
                  <a:pt x="168844" y="664375"/>
                  <a:pt x="173044" y="667838"/>
                  <a:pt x="177392" y="671154"/>
                </a:cubicBezTo>
                <a:cubicBezTo>
                  <a:pt x="178202" y="669901"/>
                  <a:pt x="179013" y="668354"/>
                  <a:pt x="179750" y="667027"/>
                </a:cubicBezTo>
                <a:close/>
                <a:moveTo>
                  <a:pt x="193235" y="682870"/>
                </a:moveTo>
                <a:cubicBezTo>
                  <a:pt x="194340" y="680955"/>
                  <a:pt x="195519" y="678818"/>
                  <a:pt x="196624" y="676902"/>
                </a:cubicBezTo>
                <a:cubicBezTo>
                  <a:pt x="195077" y="674175"/>
                  <a:pt x="193530" y="671449"/>
                  <a:pt x="191982" y="668722"/>
                </a:cubicBezTo>
                <a:cubicBezTo>
                  <a:pt x="188887" y="668722"/>
                  <a:pt x="185792" y="668722"/>
                  <a:pt x="182697" y="668722"/>
                </a:cubicBezTo>
                <a:cubicBezTo>
                  <a:pt x="181887" y="670122"/>
                  <a:pt x="180118" y="673217"/>
                  <a:pt x="180118" y="673217"/>
                </a:cubicBezTo>
                <a:cubicBezTo>
                  <a:pt x="184392" y="676533"/>
                  <a:pt x="188813" y="679776"/>
                  <a:pt x="193235" y="682870"/>
                </a:cubicBezTo>
                <a:close/>
                <a:moveTo>
                  <a:pt x="195961" y="684786"/>
                </a:moveTo>
                <a:cubicBezTo>
                  <a:pt x="200383" y="687881"/>
                  <a:pt x="204951" y="690829"/>
                  <a:pt x="209520" y="693703"/>
                </a:cubicBezTo>
                <a:cubicBezTo>
                  <a:pt x="210773" y="691492"/>
                  <a:pt x="212173" y="688987"/>
                  <a:pt x="213425" y="686776"/>
                </a:cubicBezTo>
                <a:cubicBezTo>
                  <a:pt x="211878" y="684049"/>
                  <a:pt x="210330" y="681323"/>
                  <a:pt x="208783" y="678597"/>
                </a:cubicBezTo>
                <a:cubicBezTo>
                  <a:pt x="205688" y="678597"/>
                  <a:pt x="202593" y="678597"/>
                  <a:pt x="199498" y="678597"/>
                </a:cubicBezTo>
                <a:lnTo>
                  <a:pt x="195961" y="684786"/>
                </a:lnTo>
                <a:close/>
                <a:moveTo>
                  <a:pt x="212320" y="695397"/>
                </a:moveTo>
                <a:cubicBezTo>
                  <a:pt x="217331" y="698492"/>
                  <a:pt x="226689" y="703872"/>
                  <a:pt x="226247" y="703577"/>
                </a:cubicBezTo>
                <a:cubicBezTo>
                  <a:pt x="227500" y="701293"/>
                  <a:pt x="228900" y="698787"/>
                  <a:pt x="230226" y="696576"/>
                </a:cubicBezTo>
                <a:cubicBezTo>
                  <a:pt x="228679" y="693850"/>
                  <a:pt x="227131" y="691124"/>
                  <a:pt x="225584" y="688397"/>
                </a:cubicBezTo>
                <a:cubicBezTo>
                  <a:pt x="222489" y="688397"/>
                  <a:pt x="219394" y="688397"/>
                  <a:pt x="216299" y="688397"/>
                </a:cubicBezTo>
                <a:cubicBezTo>
                  <a:pt x="214973" y="690681"/>
                  <a:pt x="213573" y="693187"/>
                  <a:pt x="212320" y="695397"/>
                </a:cubicBezTo>
                <a:close/>
                <a:moveTo>
                  <a:pt x="229195" y="705198"/>
                </a:moveTo>
                <a:cubicBezTo>
                  <a:pt x="233984" y="707851"/>
                  <a:pt x="243638" y="712714"/>
                  <a:pt x="243490" y="712714"/>
                </a:cubicBezTo>
                <a:cubicBezTo>
                  <a:pt x="244596" y="710725"/>
                  <a:pt x="245922" y="708440"/>
                  <a:pt x="247027" y="706451"/>
                </a:cubicBezTo>
                <a:cubicBezTo>
                  <a:pt x="245480" y="703724"/>
                  <a:pt x="243932" y="700998"/>
                  <a:pt x="242385" y="698271"/>
                </a:cubicBezTo>
                <a:cubicBezTo>
                  <a:pt x="239290" y="698271"/>
                  <a:pt x="236195" y="698271"/>
                  <a:pt x="233100" y="698271"/>
                </a:cubicBezTo>
                <a:cubicBezTo>
                  <a:pt x="231847" y="700482"/>
                  <a:pt x="230447" y="702987"/>
                  <a:pt x="229195" y="705198"/>
                </a:cubicBezTo>
                <a:close/>
                <a:moveTo>
                  <a:pt x="246511" y="714188"/>
                </a:moveTo>
                <a:cubicBezTo>
                  <a:pt x="251375" y="716546"/>
                  <a:pt x="256238" y="718757"/>
                  <a:pt x="261249" y="720967"/>
                </a:cubicBezTo>
                <a:cubicBezTo>
                  <a:pt x="262060" y="719494"/>
                  <a:pt x="263018" y="717799"/>
                  <a:pt x="263902" y="716325"/>
                </a:cubicBezTo>
                <a:cubicBezTo>
                  <a:pt x="262354" y="713599"/>
                  <a:pt x="260807" y="710872"/>
                  <a:pt x="259260" y="708146"/>
                </a:cubicBezTo>
                <a:cubicBezTo>
                  <a:pt x="256165" y="708146"/>
                  <a:pt x="253070" y="708146"/>
                  <a:pt x="249975" y="708146"/>
                </a:cubicBezTo>
                <a:cubicBezTo>
                  <a:pt x="248796" y="710061"/>
                  <a:pt x="247617" y="712272"/>
                  <a:pt x="246511" y="714188"/>
                </a:cubicBezTo>
                <a:close/>
                <a:moveTo>
                  <a:pt x="263755" y="696576"/>
                </a:moveTo>
                <a:cubicBezTo>
                  <a:pt x="262207" y="693850"/>
                  <a:pt x="260660" y="691124"/>
                  <a:pt x="259112" y="688397"/>
                </a:cubicBezTo>
                <a:cubicBezTo>
                  <a:pt x="256017" y="688397"/>
                  <a:pt x="252922" y="688397"/>
                  <a:pt x="249827" y="688397"/>
                </a:cubicBezTo>
                <a:cubicBezTo>
                  <a:pt x="248280" y="691124"/>
                  <a:pt x="246732" y="693850"/>
                  <a:pt x="245259" y="696576"/>
                </a:cubicBezTo>
                <a:cubicBezTo>
                  <a:pt x="246806" y="699303"/>
                  <a:pt x="248354" y="702029"/>
                  <a:pt x="249901" y="704756"/>
                </a:cubicBezTo>
                <a:cubicBezTo>
                  <a:pt x="252996" y="704756"/>
                  <a:pt x="256091" y="704756"/>
                  <a:pt x="259186" y="704756"/>
                </a:cubicBezTo>
                <a:cubicBezTo>
                  <a:pt x="260660" y="702029"/>
                  <a:pt x="262207" y="699303"/>
                  <a:pt x="263755" y="696576"/>
                </a:cubicBezTo>
                <a:close/>
                <a:moveTo>
                  <a:pt x="263681" y="676902"/>
                </a:moveTo>
                <a:cubicBezTo>
                  <a:pt x="262133" y="674175"/>
                  <a:pt x="260586" y="671449"/>
                  <a:pt x="259038" y="668722"/>
                </a:cubicBezTo>
                <a:cubicBezTo>
                  <a:pt x="255944" y="668722"/>
                  <a:pt x="252849" y="668722"/>
                  <a:pt x="249754" y="668722"/>
                </a:cubicBezTo>
                <a:cubicBezTo>
                  <a:pt x="248206" y="671449"/>
                  <a:pt x="246659" y="674175"/>
                  <a:pt x="245185" y="676902"/>
                </a:cubicBezTo>
                <a:cubicBezTo>
                  <a:pt x="246732" y="679628"/>
                  <a:pt x="248280" y="682355"/>
                  <a:pt x="249827" y="685081"/>
                </a:cubicBezTo>
                <a:cubicBezTo>
                  <a:pt x="252922" y="685081"/>
                  <a:pt x="256017" y="685081"/>
                  <a:pt x="259112" y="685081"/>
                </a:cubicBezTo>
                <a:cubicBezTo>
                  <a:pt x="260586" y="682355"/>
                  <a:pt x="262133" y="679628"/>
                  <a:pt x="263681" y="676902"/>
                </a:cubicBezTo>
                <a:close/>
                <a:moveTo>
                  <a:pt x="263533" y="657227"/>
                </a:moveTo>
                <a:cubicBezTo>
                  <a:pt x="261986" y="654500"/>
                  <a:pt x="260439" y="651774"/>
                  <a:pt x="258891" y="649047"/>
                </a:cubicBezTo>
                <a:cubicBezTo>
                  <a:pt x="255796" y="649047"/>
                  <a:pt x="252701" y="649047"/>
                  <a:pt x="249606" y="649047"/>
                </a:cubicBezTo>
                <a:cubicBezTo>
                  <a:pt x="248059" y="651774"/>
                  <a:pt x="246511" y="654500"/>
                  <a:pt x="245038" y="657227"/>
                </a:cubicBezTo>
                <a:cubicBezTo>
                  <a:pt x="246585" y="659953"/>
                  <a:pt x="248133" y="662680"/>
                  <a:pt x="249680" y="665406"/>
                </a:cubicBezTo>
                <a:cubicBezTo>
                  <a:pt x="252775" y="665406"/>
                  <a:pt x="255870" y="665406"/>
                  <a:pt x="258965" y="665406"/>
                </a:cubicBezTo>
                <a:cubicBezTo>
                  <a:pt x="260512" y="662680"/>
                  <a:pt x="262060" y="659953"/>
                  <a:pt x="263533" y="657227"/>
                </a:cubicBezTo>
                <a:close/>
                <a:moveTo>
                  <a:pt x="263460" y="637478"/>
                </a:moveTo>
                <a:cubicBezTo>
                  <a:pt x="261912" y="634752"/>
                  <a:pt x="260365" y="632025"/>
                  <a:pt x="258744" y="629299"/>
                </a:cubicBezTo>
                <a:cubicBezTo>
                  <a:pt x="255649" y="629299"/>
                  <a:pt x="252554" y="629299"/>
                  <a:pt x="249459" y="629299"/>
                </a:cubicBezTo>
                <a:cubicBezTo>
                  <a:pt x="247912" y="632025"/>
                  <a:pt x="246438" y="634752"/>
                  <a:pt x="244890" y="637478"/>
                </a:cubicBezTo>
                <a:cubicBezTo>
                  <a:pt x="246438" y="640205"/>
                  <a:pt x="247985" y="642931"/>
                  <a:pt x="249606" y="645658"/>
                </a:cubicBezTo>
                <a:cubicBezTo>
                  <a:pt x="252701" y="645658"/>
                  <a:pt x="255796" y="645658"/>
                  <a:pt x="258891" y="645658"/>
                </a:cubicBezTo>
                <a:cubicBezTo>
                  <a:pt x="260365" y="642931"/>
                  <a:pt x="261912" y="640205"/>
                  <a:pt x="263460" y="637478"/>
                </a:cubicBezTo>
                <a:close/>
                <a:moveTo>
                  <a:pt x="227795" y="627088"/>
                </a:moveTo>
                <a:cubicBezTo>
                  <a:pt x="229489" y="630036"/>
                  <a:pt x="231111" y="632910"/>
                  <a:pt x="232805" y="635784"/>
                </a:cubicBezTo>
                <a:cubicBezTo>
                  <a:pt x="235900" y="635784"/>
                  <a:pt x="238995" y="635784"/>
                  <a:pt x="242090" y="635784"/>
                </a:cubicBezTo>
                <a:cubicBezTo>
                  <a:pt x="243711" y="632910"/>
                  <a:pt x="245332" y="629962"/>
                  <a:pt x="246954" y="627088"/>
                </a:cubicBezTo>
                <a:lnTo>
                  <a:pt x="227795" y="627088"/>
                </a:lnTo>
                <a:close/>
                <a:moveTo>
                  <a:pt x="263828" y="543378"/>
                </a:moveTo>
                <a:cubicBezTo>
                  <a:pt x="262354" y="540726"/>
                  <a:pt x="260807" y="537999"/>
                  <a:pt x="259333" y="535346"/>
                </a:cubicBezTo>
                <a:cubicBezTo>
                  <a:pt x="256386" y="535346"/>
                  <a:pt x="253364" y="535346"/>
                  <a:pt x="250417" y="535346"/>
                </a:cubicBezTo>
                <a:cubicBezTo>
                  <a:pt x="248943" y="537999"/>
                  <a:pt x="247469" y="540726"/>
                  <a:pt x="245996" y="543378"/>
                </a:cubicBezTo>
                <a:lnTo>
                  <a:pt x="263828" y="543378"/>
                </a:lnTo>
                <a:close/>
                <a:moveTo>
                  <a:pt x="263755" y="524072"/>
                </a:moveTo>
                <a:cubicBezTo>
                  <a:pt x="262281" y="521419"/>
                  <a:pt x="260733" y="518766"/>
                  <a:pt x="259260" y="516114"/>
                </a:cubicBezTo>
                <a:cubicBezTo>
                  <a:pt x="256238" y="516114"/>
                  <a:pt x="253291" y="516114"/>
                  <a:pt x="250270" y="516114"/>
                </a:cubicBezTo>
                <a:cubicBezTo>
                  <a:pt x="248796" y="518766"/>
                  <a:pt x="247322" y="521419"/>
                  <a:pt x="245848" y="524072"/>
                </a:cubicBezTo>
                <a:cubicBezTo>
                  <a:pt x="247396" y="526725"/>
                  <a:pt x="248869" y="529378"/>
                  <a:pt x="250343" y="532030"/>
                </a:cubicBezTo>
                <a:cubicBezTo>
                  <a:pt x="253291" y="532030"/>
                  <a:pt x="256312" y="532030"/>
                  <a:pt x="259260" y="532030"/>
                </a:cubicBezTo>
                <a:cubicBezTo>
                  <a:pt x="260807" y="529378"/>
                  <a:pt x="262281" y="526725"/>
                  <a:pt x="263755" y="524072"/>
                </a:cubicBezTo>
                <a:close/>
                <a:moveTo>
                  <a:pt x="247469" y="501597"/>
                </a:moveTo>
                <a:cubicBezTo>
                  <a:pt x="246880" y="502629"/>
                  <a:pt x="246290" y="503734"/>
                  <a:pt x="245701" y="504766"/>
                </a:cubicBezTo>
                <a:cubicBezTo>
                  <a:pt x="247248" y="507418"/>
                  <a:pt x="248722" y="510071"/>
                  <a:pt x="250270" y="512724"/>
                </a:cubicBezTo>
                <a:cubicBezTo>
                  <a:pt x="253291" y="512724"/>
                  <a:pt x="256238" y="512724"/>
                  <a:pt x="259260" y="512724"/>
                </a:cubicBezTo>
                <a:cubicBezTo>
                  <a:pt x="260733" y="509997"/>
                  <a:pt x="263755" y="504618"/>
                  <a:pt x="263755" y="504618"/>
                </a:cubicBezTo>
                <a:cubicBezTo>
                  <a:pt x="258154" y="504102"/>
                  <a:pt x="252775" y="503071"/>
                  <a:pt x="247469" y="501597"/>
                </a:cubicBezTo>
                <a:close/>
                <a:moveTo>
                  <a:pt x="244301" y="500713"/>
                </a:moveTo>
                <a:cubicBezTo>
                  <a:pt x="239216" y="499165"/>
                  <a:pt x="234279" y="497176"/>
                  <a:pt x="229563" y="494891"/>
                </a:cubicBezTo>
                <a:lnTo>
                  <a:pt x="229416" y="495186"/>
                </a:lnTo>
                <a:cubicBezTo>
                  <a:pt x="230963" y="497839"/>
                  <a:pt x="232437" y="500492"/>
                  <a:pt x="233984" y="503144"/>
                </a:cubicBezTo>
                <a:cubicBezTo>
                  <a:pt x="237006" y="503144"/>
                  <a:pt x="239953" y="503144"/>
                  <a:pt x="242974" y="503144"/>
                </a:cubicBezTo>
                <a:cubicBezTo>
                  <a:pt x="243343" y="502334"/>
                  <a:pt x="243859" y="501523"/>
                  <a:pt x="244301" y="500713"/>
                </a:cubicBezTo>
                <a:close/>
                <a:moveTo>
                  <a:pt x="226616" y="493418"/>
                </a:moveTo>
                <a:cubicBezTo>
                  <a:pt x="221973" y="490986"/>
                  <a:pt x="217478" y="488186"/>
                  <a:pt x="213278" y="485017"/>
                </a:cubicBezTo>
                <a:cubicBezTo>
                  <a:pt x="213204" y="485164"/>
                  <a:pt x="213131" y="485386"/>
                  <a:pt x="212983" y="485533"/>
                </a:cubicBezTo>
                <a:cubicBezTo>
                  <a:pt x="214531" y="488186"/>
                  <a:pt x="216078" y="490838"/>
                  <a:pt x="217626" y="493491"/>
                </a:cubicBezTo>
                <a:cubicBezTo>
                  <a:pt x="220647" y="493491"/>
                  <a:pt x="223594" y="493491"/>
                  <a:pt x="226616" y="493491"/>
                </a:cubicBezTo>
                <a:cubicBezTo>
                  <a:pt x="226616" y="493491"/>
                  <a:pt x="226616" y="493418"/>
                  <a:pt x="226616" y="493418"/>
                </a:cubicBezTo>
                <a:close/>
                <a:moveTo>
                  <a:pt x="210625" y="483027"/>
                </a:moveTo>
                <a:cubicBezTo>
                  <a:pt x="207751" y="480743"/>
                  <a:pt x="205099" y="478385"/>
                  <a:pt x="202446" y="475806"/>
                </a:cubicBezTo>
                <a:lnTo>
                  <a:pt x="196477" y="475806"/>
                </a:lnTo>
                <a:cubicBezTo>
                  <a:pt x="198025" y="478533"/>
                  <a:pt x="199572" y="481185"/>
                  <a:pt x="201119" y="483838"/>
                </a:cubicBezTo>
                <a:cubicBezTo>
                  <a:pt x="204141" y="483838"/>
                  <a:pt x="207088" y="483838"/>
                  <a:pt x="210109" y="483838"/>
                </a:cubicBezTo>
                <a:cubicBezTo>
                  <a:pt x="210330" y="483543"/>
                  <a:pt x="210478" y="483249"/>
                  <a:pt x="210625" y="483027"/>
                </a:cubicBezTo>
                <a:close/>
                <a:moveTo>
                  <a:pt x="182034" y="475732"/>
                </a:moveTo>
                <a:lnTo>
                  <a:pt x="164054" y="475732"/>
                </a:lnTo>
                <a:cubicBezTo>
                  <a:pt x="165602" y="478459"/>
                  <a:pt x="167149" y="481112"/>
                  <a:pt x="168697" y="483764"/>
                </a:cubicBezTo>
                <a:cubicBezTo>
                  <a:pt x="171644" y="483764"/>
                  <a:pt x="174665" y="483764"/>
                  <a:pt x="177613" y="483764"/>
                </a:cubicBezTo>
                <a:cubicBezTo>
                  <a:pt x="179160" y="481185"/>
                  <a:pt x="180560" y="478459"/>
                  <a:pt x="182034" y="475732"/>
                </a:cubicBezTo>
                <a:close/>
                <a:moveTo>
                  <a:pt x="73712" y="360042"/>
                </a:moveTo>
                <a:cubicBezTo>
                  <a:pt x="100682" y="346630"/>
                  <a:pt x="135610" y="334472"/>
                  <a:pt x="170244" y="336830"/>
                </a:cubicBezTo>
                <a:lnTo>
                  <a:pt x="170244" y="334177"/>
                </a:lnTo>
                <a:cubicBezTo>
                  <a:pt x="139590" y="332187"/>
                  <a:pt x="106061" y="340956"/>
                  <a:pt x="71575" y="358126"/>
                </a:cubicBezTo>
                <a:cubicBezTo>
                  <a:pt x="70249" y="358789"/>
                  <a:pt x="69880" y="359452"/>
                  <a:pt x="70470" y="360852"/>
                </a:cubicBezTo>
                <a:cubicBezTo>
                  <a:pt x="71796" y="364905"/>
                  <a:pt x="70986" y="366673"/>
                  <a:pt x="68775" y="367853"/>
                </a:cubicBezTo>
                <a:cubicBezTo>
                  <a:pt x="66859" y="368884"/>
                  <a:pt x="64280" y="368516"/>
                  <a:pt x="61775" y="366379"/>
                </a:cubicBezTo>
                <a:cubicBezTo>
                  <a:pt x="60522" y="365273"/>
                  <a:pt x="59859" y="365126"/>
                  <a:pt x="58311" y="365716"/>
                </a:cubicBezTo>
                <a:cubicBezTo>
                  <a:pt x="54406" y="367189"/>
                  <a:pt x="51900" y="366526"/>
                  <a:pt x="50648" y="364389"/>
                </a:cubicBezTo>
                <a:cubicBezTo>
                  <a:pt x="49395" y="362179"/>
                  <a:pt x="49911" y="359599"/>
                  <a:pt x="53006" y="357168"/>
                </a:cubicBezTo>
                <a:cubicBezTo>
                  <a:pt x="54406" y="356062"/>
                  <a:pt x="54701" y="355325"/>
                  <a:pt x="54185" y="353704"/>
                </a:cubicBezTo>
                <a:cubicBezTo>
                  <a:pt x="53448" y="350536"/>
                  <a:pt x="54627" y="348841"/>
                  <a:pt x="56469" y="348030"/>
                </a:cubicBezTo>
                <a:cubicBezTo>
                  <a:pt x="58532" y="347146"/>
                  <a:pt x="61259" y="347515"/>
                  <a:pt x="63322" y="349873"/>
                </a:cubicBezTo>
                <a:cubicBezTo>
                  <a:pt x="64206" y="350978"/>
                  <a:pt x="64870" y="351125"/>
                  <a:pt x="66196" y="350536"/>
                </a:cubicBezTo>
                <a:cubicBezTo>
                  <a:pt x="73123" y="347515"/>
                  <a:pt x="69144" y="349357"/>
                  <a:pt x="71870" y="348030"/>
                </a:cubicBezTo>
                <a:cubicBezTo>
                  <a:pt x="77176" y="345525"/>
                  <a:pt x="78502" y="343093"/>
                  <a:pt x="78649" y="337346"/>
                </a:cubicBezTo>
                <a:cubicBezTo>
                  <a:pt x="78797" y="329387"/>
                  <a:pt x="79976" y="322313"/>
                  <a:pt x="84102" y="317671"/>
                </a:cubicBezTo>
                <a:cubicBezTo>
                  <a:pt x="84913" y="316713"/>
                  <a:pt x="85797" y="316123"/>
                  <a:pt x="86387" y="316123"/>
                </a:cubicBezTo>
                <a:cubicBezTo>
                  <a:pt x="87345" y="316123"/>
                  <a:pt x="87050" y="317155"/>
                  <a:pt x="86092" y="318997"/>
                </a:cubicBezTo>
                <a:cubicBezTo>
                  <a:pt x="83292" y="324303"/>
                  <a:pt x="82407" y="332187"/>
                  <a:pt x="84471" y="338967"/>
                </a:cubicBezTo>
                <a:cubicBezTo>
                  <a:pt x="85281" y="341693"/>
                  <a:pt x="86534" y="342356"/>
                  <a:pt x="89260" y="341546"/>
                </a:cubicBezTo>
                <a:cubicBezTo>
                  <a:pt x="93608" y="340146"/>
                  <a:pt x="94787" y="339777"/>
                  <a:pt x="97219" y="338819"/>
                </a:cubicBezTo>
                <a:cubicBezTo>
                  <a:pt x="103924" y="336167"/>
                  <a:pt x="105619" y="333072"/>
                  <a:pt x="106946" y="326145"/>
                </a:cubicBezTo>
                <a:cubicBezTo>
                  <a:pt x="108125" y="320029"/>
                  <a:pt x="109893" y="315092"/>
                  <a:pt x="112325" y="311039"/>
                </a:cubicBezTo>
                <a:cubicBezTo>
                  <a:pt x="114904" y="306765"/>
                  <a:pt x="118810" y="302638"/>
                  <a:pt x="123305" y="300575"/>
                </a:cubicBezTo>
                <a:cubicBezTo>
                  <a:pt x="125073" y="299764"/>
                  <a:pt x="126547" y="299617"/>
                  <a:pt x="126547" y="300428"/>
                </a:cubicBezTo>
                <a:cubicBezTo>
                  <a:pt x="126547" y="301017"/>
                  <a:pt x="125957" y="301533"/>
                  <a:pt x="124484" y="302565"/>
                </a:cubicBezTo>
                <a:cubicBezTo>
                  <a:pt x="116673" y="308386"/>
                  <a:pt x="112620" y="317965"/>
                  <a:pt x="113430" y="329977"/>
                </a:cubicBezTo>
                <a:cubicBezTo>
                  <a:pt x="113578" y="332924"/>
                  <a:pt x="114830" y="333882"/>
                  <a:pt x="117704" y="333293"/>
                </a:cubicBezTo>
                <a:cubicBezTo>
                  <a:pt x="121315" y="332556"/>
                  <a:pt x="123894" y="331966"/>
                  <a:pt x="126326" y="331377"/>
                </a:cubicBezTo>
                <a:cubicBezTo>
                  <a:pt x="129347" y="330640"/>
                  <a:pt x="131558" y="329756"/>
                  <a:pt x="133179" y="328577"/>
                </a:cubicBezTo>
                <a:cubicBezTo>
                  <a:pt x="134505" y="327619"/>
                  <a:pt x="135537" y="326440"/>
                  <a:pt x="136347" y="325040"/>
                </a:cubicBezTo>
                <a:cubicBezTo>
                  <a:pt x="137158" y="323639"/>
                  <a:pt x="137379" y="322976"/>
                  <a:pt x="138484" y="319808"/>
                </a:cubicBezTo>
                <a:cubicBezTo>
                  <a:pt x="141727" y="310523"/>
                  <a:pt x="147327" y="303449"/>
                  <a:pt x="156391" y="300649"/>
                </a:cubicBezTo>
                <a:cubicBezTo>
                  <a:pt x="157864" y="300207"/>
                  <a:pt x="159043" y="300207"/>
                  <a:pt x="159043" y="300943"/>
                </a:cubicBezTo>
                <a:cubicBezTo>
                  <a:pt x="159043" y="301459"/>
                  <a:pt x="158454" y="301901"/>
                  <a:pt x="157201" y="302491"/>
                </a:cubicBezTo>
                <a:cubicBezTo>
                  <a:pt x="150496" y="306028"/>
                  <a:pt x="143053" y="313470"/>
                  <a:pt x="143127" y="324671"/>
                </a:cubicBezTo>
                <a:cubicBezTo>
                  <a:pt x="143127" y="327619"/>
                  <a:pt x="144306" y="328577"/>
                  <a:pt x="147106" y="328356"/>
                </a:cubicBezTo>
                <a:cubicBezTo>
                  <a:pt x="153811" y="327987"/>
                  <a:pt x="153222" y="327987"/>
                  <a:pt x="156096" y="327913"/>
                </a:cubicBezTo>
                <a:cubicBezTo>
                  <a:pt x="161549" y="327840"/>
                  <a:pt x="162065" y="327840"/>
                  <a:pt x="164791" y="327103"/>
                </a:cubicBezTo>
                <a:cubicBezTo>
                  <a:pt x="166854" y="326587"/>
                  <a:pt x="168623" y="325776"/>
                  <a:pt x="170244" y="324597"/>
                </a:cubicBezTo>
                <a:lnTo>
                  <a:pt x="170244" y="321650"/>
                </a:lnTo>
                <a:cubicBezTo>
                  <a:pt x="166044" y="325113"/>
                  <a:pt x="161549" y="325113"/>
                  <a:pt x="156022" y="325261"/>
                </a:cubicBezTo>
                <a:cubicBezTo>
                  <a:pt x="152854" y="325334"/>
                  <a:pt x="150496" y="325482"/>
                  <a:pt x="147327" y="325703"/>
                </a:cubicBezTo>
                <a:cubicBezTo>
                  <a:pt x="146295" y="325776"/>
                  <a:pt x="145779" y="325408"/>
                  <a:pt x="145779" y="324229"/>
                </a:cubicBezTo>
                <a:cubicBezTo>
                  <a:pt x="145853" y="314207"/>
                  <a:pt x="152117" y="307944"/>
                  <a:pt x="158012" y="304259"/>
                </a:cubicBezTo>
                <a:cubicBezTo>
                  <a:pt x="160591" y="302638"/>
                  <a:pt x="161696" y="301533"/>
                  <a:pt x="161254" y="300059"/>
                </a:cubicBezTo>
                <a:cubicBezTo>
                  <a:pt x="160665" y="298291"/>
                  <a:pt x="158085" y="298217"/>
                  <a:pt x="155801" y="298733"/>
                </a:cubicBezTo>
                <a:cubicBezTo>
                  <a:pt x="151306" y="299764"/>
                  <a:pt x="146811" y="302417"/>
                  <a:pt x="143421" y="306028"/>
                </a:cubicBezTo>
                <a:cubicBezTo>
                  <a:pt x="139884" y="309712"/>
                  <a:pt x="137747" y="313986"/>
                  <a:pt x="136053" y="318850"/>
                </a:cubicBezTo>
                <a:cubicBezTo>
                  <a:pt x="133842" y="325040"/>
                  <a:pt x="132221" y="327177"/>
                  <a:pt x="125663" y="328798"/>
                </a:cubicBezTo>
                <a:cubicBezTo>
                  <a:pt x="123526" y="329313"/>
                  <a:pt x="119767" y="330124"/>
                  <a:pt x="117704" y="330566"/>
                </a:cubicBezTo>
                <a:cubicBezTo>
                  <a:pt x="116673" y="330787"/>
                  <a:pt x="116083" y="330566"/>
                  <a:pt x="116009" y="329240"/>
                </a:cubicBezTo>
                <a:cubicBezTo>
                  <a:pt x="115420" y="317965"/>
                  <a:pt x="118957" y="309712"/>
                  <a:pt x="125589" y="304112"/>
                </a:cubicBezTo>
                <a:cubicBezTo>
                  <a:pt x="127873" y="302196"/>
                  <a:pt x="129494" y="300870"/>
                  <a:pt x="128905" y="299322"/>
                </a:cubicBezTo>
                <a:lnTo>
                  <a:pt x="128905" y="299322"/>
                </a:lnTo>
                <a:cubicBezTo>
                  <a:pt x="128315" y="297849"/>
                  <a:pt x="125736" y="297480"/>
                  <a:pt x="122347" y="298880"/>
                </a:cubicBezTo>
                <a:cubicBezTo>
                  <a:pt x="118294" y="300575"/>
                  <a:pt x="114388" y="303891"/>
                  <a:pt x="111293" y="308165"/>
                </a:cubicBezTo>
                <a:cubicBezTo>
                  <a:pt x="108051" y="312734"/>
                  <a:pt x="105840" y="318187"/>
                  <a:pt x="104440" y="325555"/>
                </a:cubicBezTo>
                <a:cubicBezTo>
                  <a:pt x="103261" y="331377"/>
                  <a:pt x="102156" y="333956"/>
                  <a:pt x="96335" y="336314"/>
                </a:cubicBezTo>
                <a:cubicBezTo>
                  <a:pt x="94198" y="337198"/>
                  <a:pt x="90955" y="338230"/>
                  <a:pt x="88892" y="338893"/>
                </a:cubicBezTo>
                <a:cubicBezTo>
                  <a:pt x="87787" y="339261"/>
                  <a:pt x="87271" y="338967"/>
                  <a:pt x="86976" y="337861"/>
                </a:cubicBezTo>
                <a:cubicBezTo>
                  <a:pt x="85134" y="331450"/>
                  <a:pt x="85945" y="324671"/>
                  <a:pt x="88008" y="319881"/>
                </a:cubicBezTo>
                <a:cubicBezTo>
                  <a:pt x="88671" y="318334"/>
                  <a:pt x="89850" y="316344"/>
                  <a:pt x="88818" y="314944"/>
                </a:cubicBezTo>
                <a:cubicBezTo>
                  <a:pt x="87566" y="313323"/>
                  <a:pt x="84692" y="314060"/>
                  <a:pt x="82629" y="316271"/>
                </a:cubicBezTo>
                <a:cubicBezTo>
                  <a:pt x="77765" y="321208"/>
                  <a:pt x="76365" y="329387"/>
                  <a:pt x="76144" y="337272"/>
                </a:cubicBezTo>
                <a:cubicBezTo>
                  <a:pt x="75997" y="341914"/>
                  <a:pt x="75112" y="343609"/>
                  <a:pt x="70838" y="345672"/>
                </a:cubicBezTo>
                <a:cubicBezTo>
                  <a:pt x="69217" y="346483"/>
                  <a:pt x="67596" y="347146"/>
                  <a:pt x="65975" y="347883"/>
                </a:cubicBezTo>
                <a:cubicBezTo>
                  <a:pt x="65533" y="348030"/>
                  <a:pt x="65238" y="348030"/>
                  <a:pt x="64943" y="347662"/>
                </a:cubicBezTo>
                <a:cubicBezTo>
                  <a:pt x="59196" y="341988"/>
                  <a:pt x="49690" y="345967"/>
                  <a:pt x="51753" y="354441"/>
                </a:cubicBezTo>
                <a:cubicBezTo>
                  <a:pt x="51827" y="354736"/>
                  <a:pt x="51753" y="355031"/>
                  <a:pt x="51458" y="355252"/>
                </a:cubicBezTo>
                <a:cubicBezTo>
                  <a:pt x="47553" y="358420"/>
                  <a:pt x="46374" y="362473"/>
                  <a:pt x="48585" y="366010"/>
                </a:cubicBezTo>
                <a:cubicBezTo>
                  <a:pt x="50869" y="369695"/>
                  <a:pt x="54848" y="369989"/>
                  <a:pt x="59343" y="368368"/>
                </a:cubicBezTo>
                <a:cubicBezTo>
                  <a:pt x="59638" y="368295"/>
                  <a:pt x="59933" y="368295"/>
                  <a:pt x="60227" y="368516"/>
                </a:cubicBezTo>
                <a:cubicBezTo>
                  <a:pt x="63912" y="371684"/>
                  <a:pt x="68186" y="371979"/>
                  <a:pt x="71354" y="369547"/>
                </a:cubicBezTo>
                <a:cubicBezTo>
                  <a:pt x="73712" y="367705"/>
                  <a:pt x="74523" y="364758"/>
                  <a:pt x="73491" y="361073"/>
                </a:cubicBezTo>
                <a:cubicBezTo>
                  <a:pt x="73123" y="360484"/>
                  <a:pt x="73196" y="360263"/>
                  <a:pt x="73712" y="360042"/>
                </a:cubicBezTo>
                <a:close/>
                <a:moveTo>
                  <a:pt x="68480" y="475732"/>
                </a:moveTo>
                <a:cubicBezTo>
                  <a:pt x="69954" y="478385"/>
                  <a:pt x="71428" y="481112"/>
                  <a:pt x="72828" y="483764"/>
                </a:cubicBezTo>
                <a:cubicBezTo>
                  <a:pt x="75702" y="483764"/>
                  <a:pt x="78649" y="483764"/>
                  <a:pt x="81523" y="483764"/>
                </a:cubicBezTo>
                <a:cubicBezTo>
                  <a:pt x="82997" y="481112"/>
                  <a:pt x="84397" y="478385"/>
                  <a:pt x="85871" y="475732"/>
                </a:cubicBezTo>
                <a:lnTo>
                  <a:pt x="68480" y="475732"/>
                </a:lnTo>
                <a:close/>
                <a:moveTo>
                  <a:pt x="49395" y="503955"/>
                </a:moveTo>
                <a:cubicBezTo>
                  <a:pt x="51016" y="501081"/>
                  <a:pt x="52858" y="497913"/>
                  <a:pt x="54480" y="495039"/>
                </a:cubicBezTo>
                <a:cubicBezTo>
                  <a:pt x="53080" y="492386"/>
                  <a:pt x="51679" y="489733"/>
                  <a:pt x="50279" y="487007"/>
                </a:cubicBezTo>
                <a:cubicBezTo>
                  <a:pt x="47848" y="487007"/>
                  <a:pt x="44974" y="487007"/>
                  <a:pt x="42542" y="487007"/>
                </a:cubicBezTo>
                <a:cubicBezTo>
                  <a:pt x="44753" y="492754"/>
                  <a:pt x="46963" y="498355"/>
                  <a:pt x="49395" y="503955"/>
                </a:cubicBezTo>
                <a:close/>
                <a:moveTo>
                  <a:pt x="50353" y="483764"/>
                </a:moveTo>
                <a:cubicBezTo>
                  <a:pt x="51827" y="481112"/>
                  <a:pt x="53301" y="478385"/>
                  <a:pt x="54774" y="475732"/>
                </a:cubicBezTo>
                <a:lnTo>
                  <a:pt x="38489" y="475732"/>
                </a:lnTo>
                <a:cubicBezTo>
                  <a:pt x="39373" y="478385"/>
                  <a:pt x="40331" y="481112"/>
                  <a:pt x="41289" y="483764"/>
                </a:cubicBezTo>
                <a:cubicBezTo>
                  <a:pt x="41363" y="483764"/>
                  <a:pt x="47553" y="483764"/>
                  <a:pt x="50353" y="483764"/>
                </a:cubicBezTo>
                <a:close/>
                <a:moveTo>
                  <a:pt x="101861" y="543305"/>
                </a:moveTo>
                <a:cubicBezTo>
                  <a:pt x="100387" y="540652"/>
                  <a:pt x="98914" y="537925"/>
                  <a:pt x="97440" y="535273"/>
                </a:cubicBezTo>
                <a:cubicBezTo>
                  <a:pt x="94419" y="535273"/>
                  <a:pt x="91397" y="535273"/>
                  <a:pt x="88450" y="535273"/>
                </a:cubicBezTo>
                <a:cubicBezTo>
                  <a:pt x="86829" y="537999"/>
                  <a:pt x="85208" y="540652"/>
                  <a:pt x="83660" y="543305"/>
                </a:cubicBezTo>
                <a:lnTo>
                  <a:pt x="101861" y="543305"/>
                </a:lnTo>
                <a:close/>
                <a:moveTo>
                  <a:pt x="141432" y="635784"/>
                </a:moveTo>
                <a:cubicBezTo>
                  <a:pt x="143053" y="632910"/>
                  <a:pt x="144674" y="629962"/>
                  <a:pt x="146369" y="627088"/>
                </a:cubicBezTo>
                <a:lnTo>
                  <a:pt x="129347" y="627088"/>
                </a:lnTo>
                <a:cubicBezTo>
                  <a:pt x="132073" y="630036"/>
                  <a:pt x="134874" y="632910"/>
                  <a:pt x="137674" y="635784"/>
                </a:cubicBezTo>
                <a:cubicBezTo>
                  <a:pt x="137600" y="635784"/>
                  <a:pt x="140548" y="635784"/>
                  <a:pt x="141432" y="635784"/>
                </a:cubicBezTo>
                <a:close/>
                <a:moveTo>
                  <a:pt x="270976" y="717946"/>
                </a:moveTo>
                <a:lnTo>
                  <a:pt x="266702" y="717946"/>
                </a:lnTo>
                <a:cubicBezTo>
                  <a:pt x="265965" y="719272"/>
                  <a:pt x="265007" y="720894"/>
                  <a:pt x="264270" y="722220"/>
                </a:cubicBezTo>
                <a:cubicBezTo>
                  <a:pt x="263828" y="721999"/>
                  <a:pt x="268176" y="723841"/>
                  <a:pt x="270902" y="724947"/>
                </a:cubicBezTo>
                <a:cubicBezTo>
                  <a:pt x="270902" y="724947"/>
                  <a:pt x="270976" y="724947"/>
                  <a:pt x="270976" y="725020"/>
                </a:cubicBezTo>
                <a:lnTo>
                  <a:pt x="270976" y="717946"/>
                </a:lnTo>
                <a:close/>
                <a:moveTo>
                  <a:pt x="270976" y="698271"/>
                </a:moveTo>
                <a:lnTo>
                  <a:pt x="266555" y="698271"/>
                </a:lnTo>
                <a:cubicBezTo>
                  <a:pt x="265007" y="700998"/>
                  <a:pt x="263460" y="703724"/>
                  <a:pt x="261986" y="706451"/>
                </a:cubicBezTo>
                <a:cubicBezTo>
                  <a:pt x="263533" y="709177"/>
                  <a:pt x="265081" y="711904"/>
                  <a:pt x="266628" y="714630"/>
                </a:cubicBezTo>
                <a:cubicBezTo>
                  <a:pt x="268028" y="714630"/>
                  <a:pt x="269502" y="714630"/>
                  <a:pt x="270976" y="714630"/>
                </a:cubicBezTo>
                <a:lnTo>
                  <a:pt x="270976" y="698271"/>
                </a:lnTo>
                <a:lnTo>
                  <a:pt x="270976" y="698271"/>
                </a:lnTo>
                <a:close/>
                <a:moveTo>
                  <a:pt x="270976" y="678597"/>
                </a:moveTo>
                <a:lnTo>
                  <a:pt x="266481" y="678597"/>
                </a:lnTo>
                <a:cubicBezTo>
                  <a:pt x="264934" y="681323"/>
                  <a:pt x="263386" y="684049"/>
                  <a:pt x="261912" y="686776"/>
                </a:cubicBezTo>
                <a:cubicBezTo>
                  <a:pt x="263460" y="689502"/>
                  <a:pt x="265007" y="692229"/>
                  <a:pt x="266555" y="694955"/>
                </a:cubicBezTo>
                <a:lnTo>
                  <a:pt x="270976" y="694955"/>
                </a:lnTo>
                <a:lnTo>
                  <a:pt x="270976" y="678597"/>
                </a:lnTo>
                <a:close/>
                <a:moveTo>
                  <a:pt x="270976" y="658848"/>
                </a:moveTo>
                <a:lnTo>
                  <a:pt x="266407" y="658848"/>
                </a:lnTo>
                <a:cubicBezTo>
                  <a:pt x="264860" y="661574"/>
                  <a:pt x="263312" y="664301"/>
                  <a:pt x="261839" y="667027"/>
                </a:cubicBezTo>
                <a:cubicBezTo>
                  <a:pt x="263386" y="669754"/>
                  <a:pt x="264934" y="672480"/>
                  <a:pt x="266481" y="675207"/>
                </a:cubicBezTo>
                <a:cubicBezTo>
                  <a:pt x="267955" y="675207"/>
                  <a:pt x="269502" y="675207"/>
                  <a:pt x="270976" y="675207"/>
                </a:cubicBezTo>
                <a:lnTo>
                  <a:pt x="270976" y="658848"/>
                </a:lnTo>
                <a:lnTo>
                  <a:pt x="270976" y="658848"/>
                </a:lnTo>
                <a:close/>
                <a:moveTo>
                  <a:pt x="270976" y="639173"/>
                </a:moveTo>
                <a:lnTo>
                  <a:pt x="266334" y="639173"/>
                </a:lnTo>
                <a:cubicBezTo>
                  <a:pt x="264786" y="641900"/>
                  <a:pt x="263312" y="644626"/>
                  <a:pt x="261765" y="647353"/>
                </a:cubicBezTo>
                <a:cubicBezTo>
                  <a:pt x="263312" y="650079"/>
                  <a:pt x="264860" y="652806"/>
                  <a:pt x="266407" y="655532"/>
                </a:cubicBezTo>
                <a:cubicBezTo>
                  <a:pt x="267881" y="655532"/>
                  <a:pt x="269502" y="655532"/>
                  <a:pt x="270976" y="655532"/>
                </a:cubicBezTo>
                <a:lnTo>
                  <a:pt x="270976" y="639173"/>
                </a:lnTo>
                <a:lnTo>
                  <a:pt x="270976" y="639173"/>
                </a:lnTo>
                <a:close/>
                <a:moveTo>
                  <a:pt x="270976" y="627088"/>
                </a:moveTo>
                <a:lnTo>
                  <a:pt x="261249" y="627088"/>
                </a:lnTo>
                <a:cubicBezTo>
                  <a:pt x="262944" y="630036"/>
                  <a:pt x="264565" y="632910"/>
                  <a:pt x="266260" y="635784"/>
                </a:cubicBezTo>
                <a:cubicBezTo>
                  <a:pt x="267807" y="635784"/>
                  <a:pt x="269429" y="635784"/>
                  <a:pt x="270976" y="635784"/>
                </a:cubicBezTo>
                <a:lnTo>
                  <a:pt x="270976" y="627088"/>
                </a:lnTo>
                <a:close/>
                <a:moveTo>
                  <a:pt x="270976" y="525693"/>
                </a:moveTo>
                <a:cubicBezTo>
                  <a:pt x="269502" y="525693"/>
                  <a:pt x="267955" y="525693"/>
                  <a:pt x="266481" y="525693"/>
                </a:cubicBezTo>
                <a:cubicBezTo>
                  <a:pt x="265007" y="528346"/>
                  <a:pt x="263533" y="530999"/>
                  <a:pt x="262060" y="533651"/>
                </a:cubicBezTo>
                <a:cubicBezTo>
                  <a:pt x="263533" y="536304"/>
                  <a:pt x="265081" y="538957"/>
                  <a:pt x="266555" y="541610"/>
                </a:cubicBezTo>
                <a:cubicBezTo>
                  <a:pt x="267955" y="541610"/>
                  <a:pt x="269576" y="541610"/>
                  <a:pt x="270976" y="541610"/>
                </a:cubicBezTo>
                <a:lnTo>
                  <a:pt x="270976" y="525693"/>
                </a:lnTo>
                <a:lnTo>
                  <a:pt x="270976" y="525693"/>
                </a:lnTo>
                <a:close/>
                <a:moveTo>
                  <a:pt x="270976" y="506460"/>
                </a:moveTo>
                <a:cubicBezTo>
                  <a:pt x="269502" y="506460"/>
                  <a:pt x="267881" y="506460"/>
                  <a:pt x="266407" y="506460"/>
                </a:cubicBezTo>
                <a:cubicBezTo>
                  <a:pt x="264934" y="509113"/>
                  <a:pt x="263460" y="511766"/>
                  <a:pt x="261986" y="514419"/>
                </a:cubicBezTo>
                <a:cubicBezTo>
                  <a:pt x="263460" y="517072"/>
                  <a:pt x="265007" y="519724"/>
                  <a:pt x="266481" y="522377"/>
                </a:cubicBezTo>
                <a:cubicBezTo>
                  <a:pt x="267955" y="522377"/>
                  <a:pt x="269502" y="522377"/>
                  <a:pt x="270976" y="522377"/>
                </a:cubicBezTo>
                <a:lnTo>
                  <a:pt x="270976" y="506460"/>
                </a:lnTo>
                <a:lnTo>
                  <a:pt x="270976" y="506460"/>
                </a:lnTo>
                <a:close/>
                <a:moveTo>
                  <a:pt x="275029" y="497986"/>
                </a:moveTo>
                <a:cubicBezTo>
                  <a:pt x="301188" y="497986"/>
                  <a:pt x="325505" y="487449"/>
                  <a:pt x="342969" y="469543"/>
                </a:cubicBezTo>
                <a:cubicBezTo>
                  <a:pt x="361318" y="450752"/>
                  <a:pt x="368834" y="428056"/>
                  <a:pt x="370455" y="400791"/>
                </a:cubicBezTo>
                <a:cubicBezTo>
                  <a:pt x="371192" y="389075"/>
                  <a:pt x="371561" y="367337"/>
                  <a:pt x="371708" y="340735"/>
                </a:cubicBezTo>
                <a:cubicBezTo>
                  <a:pt x="371855" y="314060"/>
                  <a:pt x="371855" y="282595"/>
                  <a:pt x="371634" y="250909"/>
                </a:cubicBezTo>
                <a:lnTo>
                  <a:pt x="178571" y="250909"/>
                </a:lnTo>
                <a:cubicBezTo>
                  <a:pt x="178276" y="282521"/>
                  <a:pt x="178276" y="314060"/>
                  <a:pt x="178497" y="340735"/>
                </a:cubicBezTo>
                <a:cubicBezTo>
                  <a:pt x="178644" y="367337"/>
                  <a:pt x="179013" y="389075"/>
                  <a:pt x="179750" y="400791"/>
                </a:cubicBezTo>
                <a:cubicBezTo>
                  <a:pt x="181371" y="428056"/>
                  <a:pt x="188961" y="450678"/>
                  <a:pt x="207236" y="469543"/>
                </a:cubicBezTo>
                <a:cubicBezTo>
                  <a:pt x="224552" y="487449"/>
                  <a:pt x="248943" y="497986"/>
                  <a:pt x="275029" y="497986"/>
                </a:cubicBezTo>
                <a:close/>
                <a:moveTo>
                  <a:pt x="418132" y="390180"/>
                </a:moveTo>
                <a:cubicBezTo>
                  <a:pt x="419679" y="387233"/>
                  <a:pt x="421300" y="384359"/>
                  <a:pt x="422848" y="381485"/>
                </a:cubicBezTo>
                <a:cubicBezTo>
                  <a:pt x="421300" y="378979"/>
                  <a:pt x="419753" y="376474"/>
                  <a:pt x="418205" y="373969"/>
                </a:cubicBezTo>
                <a:cubicBezTo>
                  <a:pt x="415110" y="373969"/>
                  <a:pt x="411942" y="373969"/>
                  <a:pt x="408847" y="373969"/>
                </a:cubicBezTo>
                <a:cubicBezTo>
                  <a:pt x="407299" y="376474"/>
                  <a:pt x="405678" y="378979"/>
                  <a:pt x="404131" y="381485"/>
                </a:cubicBezTo>
                <a:cubicBezTo>
                  <a:pt x="405678" y="384432"/>
                  <a:pt x="407226" y="387306"/>
                  <a:pt x="408773" y="390180"/>
                </a:cubicBezTo>
                <a:cubicBezTo>
                  <a:pt x="411942" y="390180"/>
                  <a:pt x="415037" y="390180"/>
                  <a:pt x="418132" y="390180"/>
                </a:cubicBezTo>
                <a:close/>
                <a:moveTo>
                  <a:pt x="379814" y="352083"/>
                </a:moveTo>
                <a:cubicBezTo>
                  <a:pt x="381287" y="352083"/>
                  <a:pt x="383203" y="352083"/>
                  <a:pt x="384530" y="352083"/>
                </a:cubicBezTo>
                <a:cubicBezTo>
                  <a:pt x="386151" y="349504"/>
                  <a:pt x="387772" y="346925"/>
                  <a:pt x="389393" y="344346"/>
                </a:cubicBezTo>
                <a:cubicBezTo>
                  <a:pt x="387846" y="341767"/>
                  <a:pt x="386298" y="339188"/>
                  <a:pt x="384751" y="336609"/>
                </a:cubicBezTo>
                <a:cubicBezTo>
                  <a:pt x="383424" y="336609"/>
                  <a:pt x="381435" y="336609"/>
                  <a:pt x="379887" y="336609"/>
                </a:cubicBezTo>
                <a:cubicBezTo>
                  <a:pt x="379887" y="341988"/>
                  <a:pt x="379814" y="347146"/>
                  <a:pt x="379814" y="352083"/>
                </a:cubicBezTo>
                <a:close/>
                <a:moveTo>
                  <a:pt x="404278" y="362989"/>
                </a:moveTo>
                <a:cubicBezTo>
                  <a:pt x="405826" y="365568"/>
                  <a:pt x="407373" y="368147"/>
                  <a:pt x="408921" y="370726"/>
                </a:cubicBezTo>
                <a:cubicBezTo>
                  <a:pt x="412089" y="370726"/>
                  <a:pt x="415184" y="370726"/>
                  <a:pt x="418279" y="370726"/>
                </a:cubicBezTo>
                <a:cubicBezTo>
                  <a:pt x="419900" y="368147"/>
                  <a:pt x="421448" y="365568"/>
                  <a:pt x="423069" y="362989"/>
                </a:cubicBezTo>
                <a:cubicBezTo>
                  <a:pt x="421521" y="360410"/>
                  <a:pt x="419974" y="357831"/>
                  <a:pt x="418426" y="355252"/>
                </a:cubicBezTo>
                <a:cubicBezTo>
                  <a:pt x="415331" y="355252"/>
                  <a:pt x="412163" y="355252"/>
                  <a:pt x="408994" y="355252"/>
                </a:cubicBezTo>
                <a:cubicBezTo>
                  <a:pt x="407447" y="357831"/>
                  <a:pt x="405826" y="360410"/>
                  <a:pt x="404278" y="362989"/>
                </a:cubicBezTo>
                <a:close/>
                <a:moveTo>
                  <a:pt x="406120" y="353704"/>
                </a:moveTo>
                <a:cubicBezTo>
                  <a:pt x="404573" y="351125"/>
                  <a:pt x="403026" y="348546"/>
                  <a:pt x="401404" y="345967"/>
                </a:cubicBezTo>
                <a:cubicBezTo>
                  <a:pt x="398236" y="345967"/>
                  <a:pt x="395067" y="345967"/>
                  <a:pt x="391899" y="345967"/>
                </a:cubicBezTo>
                <a:cubicBezTo>
                  <a:pt x="390351" y="348546"/>
                  <a:pt x="388730" y="351125"/>
                  <a:pt x="387183" y="353704"/>
                </a:cubicBezTo>
                <a:cubicBezTo>
                  <a:pt x="388730" y="356283"/>
                  <a:pt x="390351" y="358863"/>
                  <a:pt x="391899" y="361442"/>
                </a:cubicBezTo>
                <a:cubicBezTo>
                  <a:pt x="395067" y="361442"/>
                  <a:pt x="398162" y="361442"/>
                  <a:pt x="401331" y="361442"/>
                </a:cubicBezTo>
                <a:cubicBezTo>
                  <a:pt x="402952" y="358863"/>
                  <a:pt x="404499" y="356283"/>
                  <a:pt x="406120" y="353704"/>
                </a:cubicBezTo>
                <a:close/>
                <a:moveTo>
                  <a:pt x="426016" y="361442"/>
                </a:moveTo>
                <a:cubicBezTo>
                  <a:pt x="429185" y="361442"/>
                  <a:pt x="432280" y="361442"/>
                  <a:pt x="435448" y="361442"/>
                </a:cubicBezTo>
                <a:cubicBezTo>
                  <a:pt x="437070" y="358863"/>
                  <a:pt x="438691" y="356283"/>
                  <a:pt x="440238" y="353704"/>
                </a:cubicBezTo>
                <a:cubicBezTo>
                  <a:pt x="438691" y="351125"/>
                  <a:pt x="437143" y="348546"/>
                  <a:pt x="435669" y="345967"/>
                </a:cubicBezTo>
                <a:cubicBezTo>
                  <a:pt x="432501" y="345967"/>
                  <a:pt x="429406" y="345967"/>
                  <a:pt x="426237" y="345967"/>
                </a:cubicBezTo>
                <a:cubicBezTo>
                  <a:pt x="424616" y="348546"/>
                  <a:pt x="423069" y="351125"/>
                  <a:pt x="421448" y="353704"/>
                </a:cubicBezTo>
                <a:cubicBezTo>
                  <a:pt x="422921" y="356283"/>
                  <a:pt x="424469" y="358863"/>
                  <a:pt x="426016" y="361442"/>
                </a:cubicBezTo>
                <a:close/>
                <a:moveTo>
                  <a:pt x="438249" y="362989"/>
                </a:moveTo>
                <a:cubicBezTo>
                  <a:pt x="439796" y="365568"/>
                  <a:pt x="441270" y="368147"/>
                  <a:pt x="442817" y="370726"/>
                </a:cubicBezTo>
                <a:cubicBezTo>
                  <a:pt x="445986" y="370726"/>
                  <a:pt x="449081" y="370726"/>
                  <a:pt x="452176" y="370726"/>
                </a:cubicBezTo>
                <a:cubicBezTo>
                  <a:pt x="453797" y="368147"/>
                  <a:pt x="455418" y="365568"/>
                  <a:pt x="457039" y="362989"/>
                </a:cubicBezTo>
                <a:cubicBezTo>
                  <a:pt x="455492" y="360410"/>
                  <a:pt x="454018" y="357831"/>
                  <a:pt x="452470" y="355252"/>
                </a:cubicBezTo>
                <a:cubicBezTo>
                  <a:pt x="449375" y="355252"/>
                  <a:pt x="446207" y="355252"/>
                  <a:pt x="443038" y="355252"/>
                </a:cubicBezTo>
                <a:cubicBezTo>
                  <a:pt x="441491" y="357831"/>
                  <a:pt x="439870" y="360410"/>
                  <a:pt x="438249" y="362989"/>
                </a:cubicBezTo>
                <a:close/>
                <a:moveTo>
                  <a:pt x="460060" y="361368"/>
                </a:moveTo>
                <a:cubicBezTo>
                  <a:pt x="463229" y="361368"/>
                  <a:pt x="466398" y="361368"/>
                  <a:pt x="469492" y="361368"/>
                </a:cubicBezTo>
                <a:cubicBezTo>
                  <a:pt x="471114" y="358789"/>
                  <a:pt x="472808" y="356210"/>
                  <a:pt x="474430" y="353631"/>
                </a:cubicBezTo>
                <a:cubicBezTo>
                  <a:pt x="472882" y="351052"/>
                  <a:pt x="471408" y="348472"/>
                  <a:pt x="469861" y="345893"/>
                </a:cubicBezTo>
                <a:cubicBezTo>
                  <a:pt x="466692" y="345893"/>
                  <a:pt x="463524" y="345893"/>
                  <a:pt x="460355" y="345893"/>
                </a:cubicBezTo>
                <a:cubicBezTo>
                  <a:pt x="458734" y="348472"/>
                  <a:pt x="457113" y="351052"/>
                  <a:pt x="455418" y="353631"/>
                </a:cubicBezTo>
                <a:cubicBezTo>
                  <a:pt x="457039" y="356283"/>
                  <a:pt x="458513" y="358863"/>
                  <a:pt x="460060" y="361368"/>
                </a:cubicBezTo>
                <a:close/>
                <a:moveTo>
                  <a:pt x="477451" y="352083"/>
                </a:moveTo>
                <a:cubicBezTo>
                  <a:pt x="480619" y="352083"/>
                  <a:pt x="483788" y="352083"/>
                  <a:pt x="486957" y="352083"/>
                </a:cubicBezTo>
                <a:cubicBezTo>
                  <a:pt x="488651" y="349504"/>
                  <a:pt x="490273" y="346925"/>
                  <a:pt x="491894" y="344346"/>
                </a:cubicBezTo>
                <a:cubicBezTo>
                  <a:pt x="490346" y="341767"/>
                  <a:pt x="488872" y="339188"/>
                  <a:pt x="487325" y="336609"/>
                </a:cubicBezTo>
                <a:cubicBezTo>
                  <a:pt x="484156" y="336609"/>
                  <a:pt x="480988" y="336609"/>
                  <a:pt x="477819" y="336609"/>
                </a:cubicBezTo>
                <a:cubicBezTo>
                  <a:pt x="476198" y="339188"/>
                  <a:pt x="474503" y="341767"/>
                  <a:pt x="472882" y="344346"/>
                </a:cubicBezTo>
                <a:cubicBezTo>
                  <a:pt x="474356" y="346925"/>
                  <a:pt x="475903" y="349504"/>
                  <a:pt x="477451" y="352083"/>
                </a:cubicBezTo>
                <a:close/>
                <a:moveTo>
                  <a:pt x="474872" y="334987"/>
                </a:moveTo>
                <a:cubicBezTo>
                  <a:pt x="473324" y="332408"/>
                  <a:pt x="471850" y="329829"/>
                  <a:pt x="470303" y="327250"/>
                </a:cubicBezTo>
                <a:cubicBezTo>
                  <a:pt x="467134" y="327250"/>
                  <a:pt x="463966" y="327250"/>
                  <a:pt x="460797" y="327250"/>
                </a:cubicBezTo>
                <a:cubicBezTo>
                  <a:pt x="459176" y="329829"/>
                  <a:pt x="457481" y="332408"/>
                  <a:pt x="455860" y="334987"/>
                </a:cubicBezTo>
                <a:cubicBezTo>
                  <a:pt x="457408" y="337567"/>
                  <a:pt x="458881" y="340146"/>
                  <a:pt x="460429" y="342725"/>
                </a:cubicBezTo>
                <a:cubicBezTo>
                  <a:pt x="463597" y="342725"/>
                  <a:pt x="466766" y="342725"/>
                  <a:pt x="469935" y="342725"/>
                </a:cubicBezTo>
                <a:cubicBezTo>
                  <a:pt x="471629" y="340146"/>
                  <a:pt x="473251" y="337567"/>
                  <a:pt x="474872" y="334987"/>
                </a:cubicBezTo>
                <a:close/>
                <a:moveTo>
                  <a:pt x="452913" y="336609"/>
                </a:moveTo>
                <a:cubicBezTo>
                  <a:pt x="449744" y="336609"/>
                  <a:pt x="446575" y="336609"/>
                  <a:pt x="443407" y="336609"/>
                </a:cubicBezTo>
                <a:cubicBezTo>
                  <a:pt x="441786" y="339188"/>
                  <a:pt x="440164" y="341767"/>
                  <a:pt x="438543" y="344346"/>
                </a:cubicBezTo>
                <a:cubicBezTo>
                  <a:pt x="440091" y="346925"/>
                  <a:pt x="441638" y="349504"/>
                  <a:pt x="443112" y="352083"/>
                </a:cubicBezTo>
                <a:cubicBezTo>
                  <a:pt x="446281" y="352083"/>
                  <a:pt x="449449" y="352083"/>
                  <a:pt x="452544" y="352083"/>
                </a:cubicBezTo>
                <a:cubicBezTo>
                  <a:pt x="454165" y="349504"/>
                  <a:pt x="455786" y="346925"/>
                  <a:pt x="457408" y="344346"/>
                </a:cubicBezTo>
                <a:cubicBezTo>
                  <a:pt x="456007" y="341767"/>
                  <a:pt x="454460" y="339188"/>
                  <a:pt x="452913" y="336609"/>
                </a:cubicBezTo>
                <a:close/>
                <a:moveTo>
                  <a:pt x="440533" y="334987"/>
                </a:moveTo>
                <a:cubicBezTo>
                  <a:pt x="438985" y="332408"/>
                  <a:pt x="437438" y="329829"/>
                  <a:pt x="435891" y="327250"/>
                </a:cubicBezTo>
                <a:cubicBezTo>
                  <a:pt x="432722" y="327250"/>
                  <a:pt x="429553" y="327250"/>
                  <a:pt x="426385" y="327250"/>
                </a:cubicBezTo>
                <a:cubicBezTo>
                  <a:pt x="424764" y="329829"/>
                  <a:pt x="423142" y="332408"/>
                  <a:pt x="421521" y="334987"/>
                </a:cubicBezTo>
                <a:cubicBezTo>
                  <a:pt x="423069" y="337567"/>
                  <a:pt x="424616" y="340146"/>
                  <a:pt x="426164" y="342725"/>
                </a:cubicBezTo>
                <a:cubicBezTo>
                  <a:pt x="429332" y="342725"/>
                  <a:pt x="432501" y="342725"/>
                  <a:pt x="435596" y="342725"/>
                </a:cubicBezTo>
                <a:cubicBezTo>
                  <a:pt x="437291" y="340146"/>
                  <a:pt x="438912" y="337567"/>
                  <a:pt x="440533" y="334987"/>
                </a:cubicBezTo>
                <a:close/>
                <a:moveTo>
                  <a:pt x="418574" y="336609"/>
                </a:moveTo>
                <a:cubicBezTo>
                  <a:pt x="415405" y="336609"/>
                  <a:pt x="412237" y="336609"/>
                  <a:pt x="409068" y="336609"/>
                </a:cubicBezTo>
                <a:cubicBezTo>
                  <a:pt x="407447" y="339188"/>
                  <a:pt x="405899" y="341767"/>
                  <a:pt x="404278" y="344346"/>
                </a:cubicBezTo>
                <a:cubicBezTo>
                  <a:pt x="405826" y="346925"/>
                  <a:pt x="407373" y="349504"/>
                  <a:pt x="408994" y="352083"/>
                </a:cubicBezTo>
                <a:cubicBezTo>
                  <a:pt x="412163" y="352083"/>
                  <a:pt x="415331" y="352083"/>
                  <a:pt x="418426" y="352083"/>
                </a:cubicBezTo>
                <a:cubicBezTo>
                  <a:pt x="420048" y="349504"/>
                  <a:pt x="421595" y="346925"/>
                  <a:pt x="423216" y="344346"/>
                </a:cubicBezTo>
                <a:cubicBezTo>
                  <a:pt x="421742" y="341767"/>
                  <a:pt x="420195" y="339188"/>
                  <a:pt x="418574" y="336609"/>
                </a:cubicBezTo>
                <a:close/>
                <a:moveTo>
                  <a:pt x="406194" y="335061"/>
                </a:moveTo>
                <a:cubicBezTo>
                  <a:pt x="404647" y="332482"/>
                  <a:pt x="403026" y="329903"/>
                  <a:pt x="401478" y="327324"/>
                </a:cubicBezTo>
                <a:cubicBezTo>
                  <a:pt x="398309" y="327324"/>
                  <a:pt x="395141" y="327324"/>
                  <a:pt x="391972" y="327324"/>
                </a:cubicBezTo>
                <a:cubicBezTo>
                  <a:pt x="390351" y="329903"/>
                  <a:pt x="388804" y="332482"/>
                  <a:pt x="387183" y="335061"/>
                </a:cubicBezTo>
                <a:cubicBezTo>
                  <a:pt x="388730" y="337640"/>
                  <a:pt x="390351" y="340219"/>
                  <a:pt x="391899" y="342798"/>
                </a:cubicBezTo>
                <a:cubicBezTo>
                  <a:pt x="395067" y="342798"/>
                  <a:pt x="398236" y="342798"/>
                  <a:pt x="401404" y="342798"/>
                </a:cubicBezTo>
                <a:cubicBezTo>
                  <a:pt x="403026" y="340219"/>
                  <a:pt x="404573" y="337640"/>
                  <a:pt x="406194" y="335061"/>
                </a:cubicBezTo>
                <a:close/>
                <a:moveTo>
                  <a:pt x="379740" y="355252"/>
                </a:moveTo>
                <a:cubicBezTo>
                  <a:pt x="379740" y="355252"/>
                  <a:pt x="379519" y="370874"/>
                  <a:pt x="379519" y="370726"/>
                </a:cubicBezTo>
                <a:cubicBezTo>
                  <a:pt x="380993" y="370726"/>
                  <a:pt x="382835" y="370726"/>
                  <a:pt x="384161" y="370726"/>
                </a:cubicBezTo>
                <a:cubicBezTo>
                  <a:pt x="385782" y="368147"/>
                  <a:pt x="387404" y="365568"/>
                  <a:pt x="389025" y="362989"/>
                </a:cubicBezTo>
                <a:cubicBezTo>
                  <a:pt x="387477" y="360410"/>
                  <a:pt x="386003" y="357831"/>
                  <a:pt x="384456" y="355252"/>
                </a:cubicBezTo>
                <a:cubicBezTo>
                  <a:pt x="383130" y="355252"/>
                  <a:pt x="381287" y="355252"/>
                  <a:pt x="379740" y="355252"/>
                </a:cubicBezTo>
                <a:close/>
                <a:moveTo>
                  <a:pt x="379150" y="390254"/>
                </a:moveTo>
                <a:cubicBezTo>
                  <a:pt x="379150" y="390254"/>
                  <a:pt x="382614" y="390180"/>
                  <a:pt x="383940" y="390180"/>
                </a:cubicBezTo>
                <a:cubicBezTo>
                  <a:pt x="385561" y="387306"/>
                  <a:pt x="387109" y="384359"/>
                  <a:pt x="388730" y="381485"/>
                </a:cubicBezTo>
                <a:cubicBezTo>
                  <a:pt x="387183" y="378979"/>
                  <a:pt x="385709" y="376474"/>
                  <a:pt x="384161" y="373969"/>
                </a:cubicBezTo>
                <a:cubicBezTo>
                  <a:pt x="382909" y="373969"/>
                  <a:pt x="380993" y="373969"/>
                  <a:pt x="379519" y="373969"/>
                </a:cubicBezTo>
                <a:cubicBezTo>
                  <a:pt x="379372" y="380011"/>
                  <a:pt x="379298" y="385464"/>
                  <a:pt x="379150" y="390254"/>
                </a:cubicBezTo>
                <a:close/>
                <a:moveTo>
                  <a:pt x="391899" y="379643"/>
                </a:moveTo>
                <a:cubicBezTo>
                  <a:pt x="395067" y="379643"/>
                  <a:pt x="398162" y="379643"/>
                  <a:pt x="401257" y="379643"/>
                </a:cubicBezTo>
                <a:cubicBezTo>
                  <a:pt x="402804" y="377211"/>
                  <a:pt x="404426" y="374779"/>
                  <a:pt x="405973" y="372347"/>
                </a:cubicBezTo>
                <a:cubicBezTo>
                  <a:pt x="404426" y="369768"/>
                  <a:pt x="402878" y="367189"/>
                  <a:pt x="401331" y="364610"/>
                </a:cubicBezTo>
                <a:cubicBezTo>
                  <a:pt x="398236" y="364610"/>
                  <a:pt x="395067" y="364610"/>
                  <a:pt x="391899" y="364610"/>
                </a:cubicBezTo>
                <a:cubicBezTo>
                  <a:pt x="390351" y="367189"/>
                  <a:pt x="388730" y="369768"/>
                  <a:pt x="387183" y="372347"/>
                </a:cubicBezTo>
                <a:cubicBezTo>
                  <a:pt x="388804" y="374779"/>
                  <a:pt x="390351" y="377211"/>
                  <a:pt x="391899" y="379643"/>
                </a:cubicBezTo>
                <a:close/>
                <a:moveTo>
                  <a:pt x="425795" y="379643"/>
                </a:moveTo>
                <a:cubicBezTo>
                  <a:pt x="428964" y="379643"/>
                  <a:pt x="432059" y="379643"/>
                  <a:pt x="435154" y="379643"/>
                </a:cubicBezTo>
                <a:cubicBezTo>
                  <a:pt x="436775" y="377211"/>
                  <a:pt x="438322" y="374779"/>
                  <a:pt x="439943" y="372347"/>
                </a:cubicBezTo>
                <a:cubicBezTo>
                  <a:pt x="438396" y="369768"/>
                  <a:pt x="436922" y="367189"/>
                  <a:pt x="435375" y="364610"/>
                </a:cubicBezTo>
                <a:cubicBezTo>
                  <a:pt x="432280" y="364610"/>
                  <a:pt x="429111" y="364610"/>
                  <a:pt x="426016" y="364610"/>
                </a:cubicBezTo>
                <a:cubicBezTo>
                  <a:pt x="424395" y="367189"/>
                  <a:pt x="422848" y="369768"/>
                  <a:pt x="421227" y="372347"/>
                </a:cubicBezTo>
                <a:cubicBezTo>
                  <a:pt x="422700" y="374779"/>
                  <a:pt x="424248" y="377211"/>
                  <a:pt x="425795" y="379643"/>
                </a:cubicBezTo>
                <a:close/>
                <a:moveTo>
                  <a:pt x="438027" y="381411"/>
                </a:moveTo>
                <a:cubicBezTo>
                  <a:pt x="439575" y="384359"/>
                  <a:pt x="441049" y="387233"/>
                  <a:pt x="442596" y="390106"/>
                </a:cubicBezTo>
                <a:cubicBezTo>
                  <a:pt x="445691" y="390106"/>
                  <a:pt x="448860" y="390106"/>
                  <a:pt x="451955" y="390106"/>
                </a:cubicBezTo>
                <a:cubicBezTo>
                  <a:pt x="453576" y="387159"/>
                  <a:pt x="455123" y="384285"/>
                  <a:pt x="456744" y="381411"/>
                </a:cubicBezTo>
                <a:cubicBezTo>
                  <a:pt x="455271" y="378906"/>
                  <a:pt x="453723" y="376400"/>
                  <a:pt x="452176" y="373895"/>
                </a:cubicBezTo>
                <a:cubicBezTo>
                  <a:pt x="449081" y="373895"/>
                  <a:pt x="445912" y="373895"/>
                  <a:pt x="442817" y="373895"/>
                </a:cubicBezTo>
                <a:cubicBezTo>
                  <a:pt x="441196" y="376400"/>
                  <a:pt x="439575" y="378906"/>
                  <a:pt x="438027" y="381411"/>
                </a:cubicBezTo>
                <a:close/>
                <a:moveTo>
                  <a:pt x="459618" y="379643"/>
                </a:moveTo>
                <a:cubicBezTo>
                  <a:pt x="462787" y="379643"/>
                  <a:pt x="465882" y="379643"/>
                  <a:pt x="468977" y="379643"/>
                </a:cubicBezTo>
                <a:cubicBezTo>
                  <a:pt x="470598" y="377211"/>
                  <a:pt x="472293" y="374779"/>
                  <a:pt x="473914" y="372347"/>
                </a:cubicBezTo>
                <a:cubicBezTo>
                  <a:pt x="472440" y="369768"/>
                  <a:pt x="470892" y="367189"/>
                  <a:pt x="469419" y="364610"/>
                </a:cubicBezTo>
                <a:cubicBezTo>
                  <a:pt x="466324" y="364610"/>
                  <a:pt x="463155" y="364610"/>
                  <a:pt x="459987" y="364610"/>
                </a:cubicBezTo>
                <a:cubicBezTo>
                  <a:pt x="458365" y="367189"/>
                  <a:pt x="456744" y="369768"/>
                  <a:pt x="455123" y="372347"/>
                </a:cubicBezTo>
                <a:cubicBezTo>
                  <a:pt x="456597" y="374779"/>
                  <a:pt x="458144" y="377211"/>
                  <a:pt x="459618" y="379643"/>
                </a:cubicBezTo>
                <a:close/>
                <a:moveTo>
                  <a:pt x="476935" y="370726"/>
                </a:moveTo>
                <a:cubicBezTo>
                  <a:pt x="480104" y="370726"/>
                  <a:pt x="483272" y="370726"/>
                  <a:pt x="486367" y="370726"/>
                </a:cubicBezTo>
                <a:cubicBezTo>
                  <a:pt x="488062" y="368147"/>
                  <a:pt x="489683" y="365568"/>
                  <a:pt x="491378" y="362989"/>
                </a:cubicBezTo>
                <a:cubicBezTo>
                  <a:pt x="489904" y="360410"/>
                  <a:pt x="488357" y="357831"/>
                  <a:pt x="486883" y="355252"/>
                </a:cubicBezTo>
                <a:cubicBezTo>
                  <a:pt x="483714" y="355252"/>
                  <a:pt x="480546" y="355252"/>
                  <a:pt x="477377" y="355252"/>
                </a:cubicBezTo>
                <a:cubicBezTo>
                  <a:pt x="475756" y="357831"/>
                  <a:pt x="474061" y="360410"/>
                  <a:pt x="472440" y="362989"/>
                </a:cubicBezTo>
                <a:cubicBezTo>
                  <a:pt x="473914" y="365568"/>
                  <a:pt x="475387" y="368147"/>
                  <a:pt x="476935" y="370726"/>
                </a:cubicBezTo>
                <a:close/>
                <a:moveTo>
                  <a:pt x="494399" y="361368"/>
                </a:moveTo>
                <a:cubicBezTo>
                  <a:pt x="497568" y="361368"/>
                  <a:pt x="500736" y="361368"/>
                  <a:pt x="503905" y="361368"/>
                </a:cubicBezTo>
                <a:cubicBezTo>
                  <a:pt x="505600" y="358789"/>
                  <a:pt x="507221" y="356210"/>
                  <a:pt x="508916" y="353631"/>
                </a:cubicBezTo>
                <a:cubicBezTo>
                  <a:pt x="507442" y="351052"/>
                  <a:pt x="505894" y="348472"/>
                  <a:pt x="504347" y="345893"/>
                </a:cubicBezTo>
                <a:cubicBezTo>
                  <a:pt x="501178" y="345893"/>
                  <a:pt x="498010" y="345893"/>
                  <a:pt x="494841" y="345893"/>
                </a:cubicBezTo>
                <a:cubicBezTo>
                  <a:pt x="493220" y="348472"/>
                  <a:pt x="491525" y="351052"/>
                  <a:pt x="489830" y="353631"/>
                </a:cubicBezTo>
                <a:cubicBezTo>
                  <a:pt x="491378" y="356210"/>
                  <a:pt x="492852" y="358789"/>
                  <a:pt x="494399" y="361368"/>
                </a:cubicBezTo>
                <a:close/>
                <a:moveTo>
                  <a:pt x="504421" y="342725"/>
                </a:moveTo>
                <a:cubicBezTo>
                  <a:pt x="506042" y="340146"/>
                  <a:pt x="507737" y="337567"/>
                  <a:pt x="509358" y="334987"/>
                </a:cubicBezTo>
                <a:cubicBezTo>
                  <a:pt x="507810" y="332408"/>
                  <a:pt x="506263" y="329829"/>
                  <a:pt x="504715" y="327250"/>
                </a:cubicBezTo>
                <a:cubicBezTo>
                  <a:pt x="501547" y="327250"/>
                  <a:pt x="498378" y="327250"/>
                  <a:pt x="495210" y="327250"/>
                </a:cubicBezTo>
                <a:cubicBezTo>
                  <a:pt x="493588" y="329829"/>
                  <a:pt x="491894" y="332408"/>
                  <a:pt x="490273" y="334987"/>
                </a:cubicBezTo>
                <a:cubicBezTo>
                  <a:pt x="491820" y="337567"/>
                  <a:pt x="493294" y="340146"/>
                  <a:pt x="494841" y="342725"/>
                </a:cubicBezTo>
                <a:cubicBezTo>
                  <a:pt x="498084" y="342725"/>
                  <a:pt x="501252" y="342725"/>
                  <a:pt x="504421" y="342725"/>
                </a:cubicBezTo>
                <a:close/>
                <a:moveTo>
                  <a:pt x="473251" y="325555"/>
                </a:moveTo>
                <a:cubicBezTo>
                  <a:pt x="474798" y="328208"/>
                  <a:pt x="476345" y="330787"/>
                  <a:pt x="477893" y="333366"/>
                </a:cubicBezTo>
                <a:cubicBezTo>
                  <a:pt x="481061" y="333366"/>
                  <a:pt x="484230" y="333366"/>
                  <a:pt x="487399" y="333366"/>
                </a:cubicBezTo>
                <a:cubicBezTo>
                  <a:pt x="489094" y="330787"/>
                  <a:pt x="490715" y="328134"/>
                  <a:pt x="492409" y="325555"/>
                </a:cubicBezTo>
                <a:lnTo>
                  <a:pt x="473251" y="325555"/>
                </a:lnTo>
                <a:close/>
                <a:moveTo>
                  <a:pt x="404352" y="325629"/>
                </a:moveTo>
                <a:cubicBezTo>
                  <a:pt x="405973" y="328208"/>
                  <a:pt x="407520" y="330861"/>
                  <a:pt x="409142" y="333440"/>
                </a:cubicBezTo>
                <a:cubicBezTo>
                  <a:pt x="412310" y="333440"/>
                  <a:pt x="415479" y="333440"/>
                  <a:pt x="418647" y="333440"/>
                </a:cubicBezTo>
                <a:cubicBezTo>
                  <a:pt x="420269" y="330861"/>
                  <a:pt x="421890" y="328208"/>
                  <a:pt x="423511" y="325629"/>
                </a:cubicBezTo>
                <a:lnTo>
                  <a:pt x="404352" y="325629"/>
                </a:lnTo>
                <a:close/>
                <a:moveTo>
                  <a:pt x="438838" y="325555"/>
                </a:moveTo>
                <a:cubicBezTo>
                  <a:pt x="440385" y="328208"/>
                  <a:pt x="441933" y="330787"/>
                  <a:pt x="443554" y="333366"/>
                </a:cubicBezTo>
                <a:cubicBezTo>
                  <a:pt x="446723" y="333366"/>
                  <a:pt x="449891" y="333366"/>
                  <a:pt x="453060" y="333366"/>
                </a:cubicBezTo>
                <a:cubicBezTo>
                  <a:pt x="454755" y="330787"/>
                  <a:pt x="456376" y="328134"/>
                  <a:pt x="458071" y="325555"/>
                </a:cubicBezTo>
                <a:lnTo>
                  <a:pt x="438838" y="325555"/>
                </a:lnTo>
                <a:close/>
                <a:moveTo>
                  <a:pt x="379961" y="325629"/>
                </a:moveTo>
                <a:cubicBezTo>
                  <a:pt x="379961" y="328798"/>
                  <a:pt x="379961" y="333440"/>
                  <a:pt x="379961" y="333440"/>
                </a:cubicBezTo>
                <a:cubicBezTo>
                  <a:pt x="381509" y="333440"/>
                  <a:pt x="383498" y="333440"/>
                  <a:pt x="384824" y="333440"/>
                </a:cubicBezTo>
                <a:cubicBezTo>
                  <a:pt x="386446" y="330861"/>
                  <a:pt x="388140" y="328208"/>
                  <a:pt x="389762" y="325629"/>
                </a:cubicBezTo>
                <a:lnTo>
                  <a:pt x="379961" y="325629"/>
                </a:lnTo>
                <a:close/>
                <a:moveTo>
                  <a:pt x="498084" y="205591"/>
                </a:moveTo>
                <a:cubicBezTo>
                  <a:pt x="496610" y="203012"/>
                  <a:pt x="495210" y="200506"/>
                  <a:pt x="493736" y="197927"/>
                </a:cubicBezTo>
                <a:cubicBezTo>
                  <a:pt x="490788" y="197927"/>
                  <a:pt x="487767" y="197927"/>
                  <a:pt x="484820" y="197927"/>
                </a:cubicBezTo>
                <a:cubicBezTo>
                  <a:pt x="483272" y="200506"/>
                  <a:pt x="481798" y="203085"/>
                  <a:pt x="480251" y="205591"/>
                </a:cubicBezTo>
                <a:cubicBezTo>
                  <a:pt x="481725" y="208170"/>
                  <a:pt x="483125" y="210749"/>
                  <a:pt x="484598" y="213254"/>
                </a:cubicBezTo>
                <a:cubicBezTo>
                  <a:pt x="487546" y="213254"/>
                  <a:pt x="490567" y="213254"/>
                  <a:pt x="493515" y="213254"/>
                </a:cubicBezTo>
                <a:cubicBezTo>
                  <a:pt x="495062" y="210749"/>
                  <a:pt x="496610" y="208170"/>
                  <a:pt x="498084" y="205591"/>
                </a:cubicBezTo>
                <a:close/>
                <a:moveTo>
                  <a:pt x="496241" y="214875"/>
                </a:moveTo>
                <a:cubicBezTo>
                  <a:pt x="497715" y="217454"/>
                  <a:pt x="499115" y="220034"/>
                  <a:pt x="500589" y="222539"/>
                </a:cubicBezTo>
                <a:cubicBezTo>
                  <a:pt x="503536" y="222539"/>
                  <a:pt x="506558" y="222539"/>
                  <a:pt x="509505" y="222539"/>
                </a:cubicBezTo>
                <a:cubicBezTo>
                  <a:pt x="511053" y="219960"/>
                  <a:pt x="512600" y="217381"/>
                  <a:pt x="514074" y="214875"/>
                </a:cubicBezTo>
                <a:cubicBezTo>
                  <a:pt x="512600" y="212296"/>
                  <a:pt x="511200" y="209791"/>
                  <a:pt x="509726" y="207212"/>
                </a:cubicBezTo>
                <a:cubicBezTo>
                  <a:pt x="506779" y="207212"/>
                  <a:pt x="503757" y="207212"/>
                  <a:pt x="500810" y="207212"/>
                </a:cubicBezTo>
                <a:cubicBezTo>
                  <a:pt x="499336" y="209791"/>
                  <a:pt x="497789" y="212370"/>
                  <a:pt x="496241" y="214875"/>
                </a:cubicBezTo>
                <a:close/>
                <a:moveTo>
                  <a:pt x="477451" y="207212"/>
                </a:moveTo>
                <a:cubicBezTo>
                  <a:pt x="474503" y="207212"/>
                  <a:pt x="471482" y="207212"/>
                  <a:pt x="468534" y="207212"/>
                </a:cubicBezTo>
                <a:cubicBezTo>
                  <a:pt x="466987" y="209791"/>
                  <a:pt x="465513" y="212370"/>
                  <a:pt x="463966" y="214875"/>
                </a:cubicBezTo>
                <a:cubicBezTo>
                  <a:pt x="465440" y="217454"/>
                  <a:pt x="466840" y="220034"/>
                  <a:pt x="468313" y="222539"/>
                </a:cubicBezTo>
                <a:cubicBezTo>
                  <a:pt x="471261" y="222539"/>
                  <a:pt x="474282" y="222539"/>
                  <a:pt x="477230" y="222539"/>
                </a:cubicBezTo>
                <a:cubicBezTo>
                  <a:pt x="478777" y="219960"/>
                  <a:pt x="480251" y="217381"/>
                  <a:pt x="481798" y="214875"/>
                </a:cubicBezTo>
                <a:cubicBezTo>
                  <a:pt x="480398" y="212370"/>
                  <a:pt x="478925" y="209791"/>
                  <a:pt x="477451" y="207212"/>
                </a:cubicBezTo>
                <a:close/>
                <a:moveTo>
                  <a:pt x="465808" y="205664"/>
                </a:moveTo>
                <a:cubicBezTo>
                  <a:pt x="464334" y="203085"/>
                  <a:pt x="462934" y="200580"/>
                  <a:pt x="461460" y="198001"/>
                </a:cubicBezTo>
                <a:cubicBezTo>
                  <a:pt x="458513" y="198001"/>
                  <a:pt x="455492" y="198001"/>
                  <a:pt x="452544" y="198001"/>
                </a:cubicBezTo>
                <a:cubicBezTo>
                  <a:pt x="450997" y="200580"/>
                  <a:pt x="449523" y="203159"/>
                  <a:pt x="447975" y="205664"/>
                </a:cubicBezTo>
                <a:cubicBezTo>
                  <a:pt x="449449" y="208243"/>
                  <a:pt x="450923" y="210823"/>
                  <a:pt x="452323" y="213328"/>
                </a:cubicBezTo>
                <a:cubicBezTo>
                  <a:pt x="455271" y="213328"/>
                  <a:pt x="458292" y="213328"/>
                  <a:pt x="461239" y="213328"/>
                </a:cubicBezTo>
                <a:cubicBezTo>
                  <a:pt x="462787" y="210749"/>
                  <a:pt x="464261" y="208170"/>
                  <a:pt x="465808" y="205664"/>
                </a:cubicBezTo>
                <a:close/>
                <a:moveTo>
                  <a:pt x="445175" y="207212"/>
                </a:moveTo>
                <a:cubicBezTo>
                  <a:pt x="442228" y="207212"/>
                  <a:pt x="439206" y="207212"/>
                  <a:pt x="436259" y="207212"/>
                </a:cubicBezTo>
                <a:cubicBezTo>
                  <a:pt x="434712" y="209791"/>
                  <a:pt x="433238" y="212370"/>
                  <a:pt x="431690" y="214875"/>
                </a:cubicBezTo>
                <a:cubicBezTo>
                  <a:pt x="433164" y="217454"/>
                  <a:pt x="434638" y="220034"/>
                  <a:pt x="436038" y="222539"/>
                </a:cubicBezTo>
                <a:cubicBezTo>
                  <a:pt x="438985" y="222539"/>
                  <a:pt x="442007" y="222539"/>
                  <a:pt x="444954" y="222539"/>
                </a:cubicBezTo>
                <a:cubicBezTo>
                  <a:pt x="446502" y="219960"/>
                  <a:pt x="447975" y="217381"/>
                  <a:pt x="449523" y="214875"/>
                </a:cubicBezTo>
                <a:cubicBezTo>
                  <a:pt x="448123" y="212370"/>
                  <a:pt x="446649" y="209791"/>
                  <a:pt x="445175" y="207212"/>
                </a:cubicBezTo>
                <a:close/>
                <a:moveTo>
                  <a:pt x="433532" y="205664"/>
                </a:moveTo>
                <a:cubicBezTo>
                  <a:pt x="432059" y="203085"/>
                  <a:pt x="430585" y="200580"/>
                  <a:pt x="429185" y="198001"/>
                </a:cubicBezTo>
                <a:cubicBezTo>
                  <a:pt x="426237" y="198001"/>
                  <a:pt x="423216" y="198001"/>
                  <a:pt x="420269" y="198001"/>
                </a:cubicBezTo>
                <a:cubicBezTo>
                  <a:pt x="418721" y="200580"/>
                  <a:pt x="417247" y="203159"/>
                  <a:pt x="415700" y="205664"/>
                </a:cubicBezTo>
                <a:cubicBezTo>
                  <a:pt x="417174" y="208243"/>
                  <a:pt x="418647" y="210823"/>
                  <a:pt x="420121" y="213328"/>
                </a:cubicBezTo>
                <a:cubicBezTo>
                  <a:pt x="423069" y="213328"/>
                  <a:pt x="426090" y="213328"/>
                  <a:pt x="429038" y="213328"/>
                </a:cubicBezTo>
                <a:cubicBezTo>
                  <a:pt x="430511" y="210823"/>
                  <a:pt x="431985" y="208243"/>
                  <a:pt x="433532" y="205664"/>
                </a:cubicBezTo>
                <a:close/>
                <a:moveTo>
                  <a:pt x="412900" y="207212"/>
                </a:moveTo>
                <a:cubicBezTo>
                  <a:pt x="409952" y="207212"/>
                  <a:pt x="406931" y="207212"/>
                  <a:pt x="403983" y="207212"/>
                </a:cubicBezTo>
                <a:cubicBezTo>
                  <a:pt x="402436" y="209791"/>
                  <a:pt x="400962" y="212370"/>
                  <a:pt x="399488" y="214875"/>
                </a:cubicBezTo>
                <a:cubicBezTo>
                  <a:pt x="400962" y="217454"/>
                  <a:pt x="402436" y="220034"/>
                  <a:pt x="403910" y="222539"/>
                </a:cubicBezTo>
                <a:cubicBezTo>
                  <a:pt x="406931" y="222539"/>
                  <a:pt x="409879" y="222539"/>
                  <a:pt x="412826" y="222539"/>
                </a:cubicBezTo>
                <a:cubicBezTo>
                  <a:pt x="414300" y="219960"/>
                  <a:pt x="415847" y="217381"/>
                  <a:pt x="417395" y="214875"/>
                </a:cubicBezTo>
                <a:cubicBezTo>
                  <a:pt x="415847" y="212370"/>
                  <a:pt x="414374" y="209791"/>
                  <a:pt x="412900" y="207212"/>
                </a:cubicBezTo>
                <a:close/>
                <a:moveTo>
                  <a:pt x="396688" y="216497"/>
                </a:moveTo>
                <a:cubicBezTo>
                  <a:pt x="393741" y="216497"/>
                  <a:pt x="390720" y="216497"/>
                  <a:pt x="387772" y="216497"/>
                </a:cubicBezTo>
                <a:cubicBezTo>
                  <a:pt x="386298" y="219076"/>
                  <a:pt x="384751" y="221655"/>
                  <a:pt x="383277" y="224160"/>
                </a:cubicBezTo>
                <a:cubicBezTo>
                  <a:pt x="384751" y="226739"/>
                  <a:pt x="386225" y="229318"/>
                  <a:pt x="387698" y="231824"/>
                </a:cubicBezTo>
                <a:cubicBezTo>
                  <a:pt x="390646" y="231824"/>
                  <a:pt x="393667" y="231824"/>
                  <a:pt x="396615" y="231824"/>
                </a:cubicBezTo>
                <a:cubicBezTo>
                  <a:pt x="398088" y="229245"/>
                  <a:pt x="399636" y="226666"/>
                  <a:pt x="401110" y="224160"/>
                </a:cubicBezTo>
                <a:cubicBezTo>
                  <a:pt x="399562" y="221655"/>
                  <a:pt x="398162" y="219076"/>
                  <a:pt x="396688" y="216497"/>
                </a:cubicBezTo>
                <a:close/>
                <a:moveTo>
                  <a:pt x="401183" y="205664"/>
                </a:moveTo>
                <a:cubicBezTo>
                  <a:pt x="399710" y="203085"/>
                  <a:pt x="398236" y="200580"/>
                  <a:pt x="396762" y="198001"/>
                </a:cubicBezTo>
                <a:cubicBezTo>
                  <a:pt x="393814" y="198001"/>
                  <a:pt x="390793" y="198001"/>
                  <a:pt x="387846" y="198001"/>
                </a:cubicBezTo>
                <a:cubicBezTo>
                  <a:pt x="386298" y="200580"/>
                  <a:pt x="384824" y="203159"/>
                  <a:pt x="383351" y="205664"/>
                </a:cubicBezTo>
                <a:cubicBezTo>
                  <a:pt x="384824" y="208243"/>
                  <a:pt x="386298" y="210823"/>
                  <a:pt x="387772" y="213328"/>
                </a:cubicBezTo>
                <a:cubicBezTo>
                  <a:pt x="390793" y="213328"/>
                  <a:pt x="393741" y="213328"/>
                  <a:pt x="396688" y="213328"/>
                </a:cubicBezTo>
                <a:cubicBezTo>
                  <a:pt x="398162" y="210823"/>
                  <a:pt x="399710" y="208243"/>
                  <a:pt x="401183" y="205664"/>
                </a:cubicBezTo>
                <a:close/>
                <a:moveTo>
                  <a:pt x="380624" y="207285"/>
                </a:moveTo>
                <a:cubicBezTo>
                  <a:pt x="377677" y="207285"/>
                  <a:pt x="374655" y="207285"/>
                  <a:pt x="371708" y="207285"/>
                </a:cubicBezTo>
                <a:cubicBezTo>
                  <a:pt x="370234" y="209865"/>
                  <a:pt x="368687" y="212444"/>
                  <a:pt x="367213" y="214949"/>
                </a:cubicBezTo>
                <a:cubicBezTo>
                  <a:pt x="368687" y="217528"/>
                  <a:pt x="370160" y="220107"/>
                  <a:pt x="371634" y="222613"/>
                </a:cubicBezTo>
                <a:cubicBezTo>
                  <a:pt x="374582" y="222613"/>
                  <a:pt x="377603" y="222613"/>
                  <a:pt x="380551" y="222613"/>
                </a:cubicBezTo>
                <a:cubicBezTo>
                  <a:pt x="382024" y="220034"/>
                  <a:pt x="383572" y="217454"/>
                  <a:pt x="385046" y="214949"/>
                </a:cubicBezTo>
                <a:cubicBezTo>
                  <a:pt x="383498" y="212370"/>
                  <a:pt x="382098" y="209865"/>
                  <a:pt x="380624" y="207285"/>
                </a:cubicBezTo>
                <a:close/>
                <a:moveTo>
                  <a:pt x="368908" y="205664"/>
                </a:moveTo>
                <a:cubicBezTo>
                  <a:pt x="367434" y="203085"/>
                  <a:pt x="365960" y="200506"/>
                  <a:pt x="364487" y="198001"/>
                </a:cubicBezTo>
                <a:cubicBezTo>
                  <a:pt x="361539" y="198001"/>
                  <a:pt x="358518" y="198001"/>
                  <a:pt x="355570" y="198001"/>
                </a:cubicBezTo>
                <a:cubicBezTo>
                  <a:pt x="354096" y="200580"/>
                  <a:pt x="352549" y="203159"/>
                  <a:pt x="351075" y="205664"/>
                </a:cubicBezTo>
                <a:cubicBezTo>
                  <a:pt x="352549" y="208243"/>
                  <a:pt x="354023" y="210823"/>
                  <a:pt x="355497" y="213328"/>
                </a:cubicBezTo>
                <a:cubicBezTo>
                  <a:pt x="358444" y="213328"/>
                  <a:pt x="361465" y="213328"/>
                  <a:pt x="364413" y="213328"/>
                </a:cubicBezTo>
                <a:cubicBezTo>
                  <a:pt x="365887" y="210823"/>
                  <a:pt x="367434" y="208243"/>
                  <a:pt x="368908" y="205664"/>
                </a:cubicBezTo>
                <a:close/>
                <a:moveTo>
                  <a:pt x="348275" y="207285"/>
                </a:moveTo>
                <a:cubicBezTo>
                  <a:pt x="345328" y="207285"/>
                  <a:pt x="342306" y="207285"/>
                  <a:pt x="339359" y="207285"/>
                </a:cubicBezTo>
                <a:cubicBezTo>
                  <a:pt x="337885" y="209865"/>
                  <a:pt x="336338" y="212444"/>
                  <a:pt x="334864" y="214949"/>
                </a:cubicBezTo>
                <a:cubicBezTo>
                  <a:pt x="336338" y="217528"/>
                  <a:pt x="337811" y="220107"/>
                  <a:pt x="339285" y="222613"/>
                </a:cubicBezTo>
                <a:cubicBezTo>
                  <a:pt x="342233" y="222613"/>
                  <a:pt x="345254" y="222613"/>
                  <a:pt x="348201" y="222613"/>
                </a:cubicBezTo>
                <a:cubicBezTo>
                  <a:pt x="349675" y="220034"/>
                  <a:pt x="351223" y="217454"/>
                  <a:pt x="352696" y="214949"/>
                </a:cubicBezTo>
                <a:cubicBezTo>
                  <a:pt x="351223" y="212370"/>
                  <a:pt x="349749" y="209865"/>
                  <a:pt x="348275" y="207285"/>
                </a:cubicBezTo>
                <a:close/>
                <a:moveTo>
                  <a:pt x="336632" y="205664"/>
                </a:moveTo>
                <a:cubicBezTo>
                  <a:pt x="335159" y="203085"/>
                  <a:pt x="333685" y="200506"/>
                  <a:pt x="332211" y="198001"/>
                </a:cubicBezTo>
                <a:cubicBezTo>
                  <a:pt x="329263" y="198001"/>
                  <a:pt x="326242" y="198001"/>
                  <a:pt x="323295" y="198001"/>
                </a:cubicBezTo>
                <a:cubicBezTo>
                  <a:pt x="321821" y="200580"/>
                  <a:pt x="320273" y="203159"/>
                  <a:pt x="318800" y="205664"/>
                </a:cubicBezTo>
                <a:cubicBezTo>
                  <a:pt x="320273" y="208243"/>
                  <a:pt x="321747" y="210823"/>
                  <a:pt x="323221" y="213328"/>
                </a:cubicBezTo>
                <a:cubicBezTo>
                  <a:pt x="326169" y="213328"/>
                  <a:pt x="329190" y="213328"/>
                  <a:pt x="332137" y="213328"/>
                </a:cubicBezTo>
                <a:cubicBezTo>
                  <a:pt x="333611" y="210823"/>
                  <a:pt x="335085" y="208243"/>
                  <a:pt x="336632" y="205664"/>
                </a:cubicBezTo>
                <a:close/>
                <a:moveTo>
                  <a:pt x="316000" y="207285"/>
                </a:moveTo>
                <a:cubicBezTo>
                  <a:pt x="313052" y="207285"/>
                  <a:pt x="310031" y="207285"/>
                  <a:pt x="307083" y="207285"/>
                </a:cubicBezTo>
                <a:cubicBezTo>
                  <a:pt x="305610" y="209865"/>
                  <a:pt x="304136" y="212444"/>
                  <a:pt x="302588" y="214949"/>
                </a:cubicBezTo>
                <a:cubicBezTo>
                  <a:pt x="304062" y="217528"/>
                  <a:pt x="305536" y="220107"/>
                  <a:pt x="307010" y="222613"/>
                </a:cubicBezTo>
                <a:cubicBezTo>
                  <a:pt x="309957" y="222613"/>
                  <a:pt x="312978" y="222613"/>
                  <a:pt x="315926" y="222613"/>
                </a:cubicBezTo>
                <a:cubicBezTo>
                  <a:pt x="317400" y="220034"/>
                  <a:pt x="318947" y="217454"/>
                  <a:pt x="320421" y="214949"/>
                </a:cubicBezTo>
                <a:cubicBezTo>
                  <a:pt x="318947" y="212370"/>
                  <a:pt x="317473" y="209865"/>
                  <a:pt x="316000" y="207285"/>
                </a:cubicBezTo>
                <a:close/>
                <a:moveTo>
                  <a:pt x="304283" y="205664"/>
                </a:moveTo>
                <a:cubicBezTo>
                  <a:pt x="302809" y="203085"/>
                  <a:pt x="301336" y="200506"/>
                  <a:pt x="299862" y="198001"/>
                </a:cubicBezTo>
                <a:cubicBezTo>
                  <a:pt x="296914" y="198001"/>
                  <a:pt x="293893" y="198001"/>
                  <a:pt x="290946" y="198001"/>
                </a:cubicBezTo>
                <a:cubicBezTo>
                  <a:pt x="289472" y="200580"/>
                  <a:pt x="287998" y="203159"/>
                  <a:pt x="286451" y="205664"/>
                </a:cubicBezTo>
                <a:cubicBezTo>
                  <a:pt x="287924" y="208243"/>
                  <a:pt x="289398" y="210823"/>
                  <a:pt x="290946" y="213328"/>
                </a:cubicBezTo>
                <a:cubicBezTo>
                  <a:pt x="293893" y="213328"/>
                  <a:pt x="296914" y="213328"/>
                  <a:pt x="299862" y="213328"/>
                </a:cubicBezTo>
                <a:cubicBezTo>
                  <a:pt x="301336" y="210823"/>
                  <a:pt x="302809" y="208243"/>
                  <a:pt x="304283" y="205664"/>
                </a:cubicBezTo>
                <a:close/>
                <a:moveTo>
                  <a:pt x="290872" y="216570"/>
                </a:moveTo>
                <a:cubicBezTo>
                  <a:pt x="289398" y="219149"/>
                  <a:pt x="287924" y="221728"/>
                  <a:pt x="286377" y="224234"/>
                </a:cubicBezTo>
                <a:cubicBezTo>
                  <a:pt x="287851" y="226813"/>
                  <a:pt x="289324" y="229392"/>
                  <a:pt x="290798" y="231897"/>
                </a:cubicBezTo>
                <a:cubicBezTo>
                  <a:pt x="293746" y="231897"/>
                  <a:pt x="296767" y="231897"/>
                  <a:pt x="299714" y="231897"/>
                </a:cubicBezTo>
                <a:cubicBezTo>
                  <a:pt x="301188" y="229318"/>
                  <a:pt x="302662" y="226739"/>
                  <a:pt x="304209" y="224234"/>
                </a:cubicBezTo>
                <a:cubicBezTo>
                  <a:pt x="302736" y="221655"/>
                  <a:pt x="301262" y="219076"/>
                  <a:pt x="299788" y="216570"/>
                </a:cubicBezTo>
                <a:cubicBezTo>
                  <a:pt x="296841" y="216570"/>
                  <a:pt x="293893" y="216570"/>
                  <a:pt x="290872" y="216570"/>
                </a:cubicBezTo>
                <a:close/>
                <a:moveTo>
                  <a:pt x="302515" y="233519"/>
                </a:moveTo>
                <a:cubicBezTo>
                  <a:pt x="303988" y="236098"/>
                  <a:pt x="305462" y="238677"/>
                  <a:pt x="306936" y="241182"/>
                </a:cubicBezTo>
                <a:cubicBezTo>
                  <a:pt x="309883" y="241182"/>
                  <a:pt x="312905" y="241182"/>
                  <a:pt x="315852" y="241182"/>
                </a:cubicBezTo>
                <a:cubicBezTo>
                  <a:pt x="317326" y="238603"/>
                  <a:pt x="318800" y="236024"/>
                  <a:pt x="320347" y="233519"/>
                </a:cubicBezTo>
                <a:cubicBezTo>
                  <a:pt x="318873" y="230939"/>
                  <a:pt x="317400" y="228434"/>
                  <a:pt x="315926" y="225855"/>
                </a:cubicBezTo>
                <a:cubicBezTo>
                  <a:pt x="312978" y="225855"/>
                  <a:pt x="309957" y="225855"/>
                  <a:pt x="307010" y="225855"/>
                </a:cubicBezTo>
                <a:cubicBezTo>
                  <a:pt x="305536" y="228360"/>
                  <a:pt x="304062" y="230939"/>
                  <a:pt x="302515" y="233519"/>
                </a:cubicBezTo>
                <a:close/>
                <a:moveTo>
                  <a:pt x="323147" y="231897"/>
                </a:moveTo>
                <a:cubicBezTo>
                  <a:pt x="326095" y="231897"/>
                  <a:pt x="329116" y="231897"/>
                  <a:pt x="332064" y="231897"/>
                </a:cubicBezTo>
                <a:cubicBezTo>
                  <a:pt x="333537" y="229318"/>
                  <a:pt x="335085" y="226739"/>
                  <a:pt x="336559" y="224234"/>
                </a:cubicBezTo>
                <a:cubicBezTo>
                  <a:pt x="335085" y="221655"/>
                  <a:pt x="333611" y="219149"/>
                  <a:pt x="332137" y="216570"/>
                </a:cubicBezTo>
                <a:cubicBezTo>
                  <a:pt x="329190" y="216570"/>
                  <a:pt x="326169" y="216570"/>
                  <a:pt x="323221" y="216570"/>
                </a:cubicBezTo>
                <a:cubicBezTo>
                  <a:pt x="321747" y="219149"/>
                  <a:pt x="320200" y="221728"/>
                  <a:pt x="318726" y="224234"/>
                </a:cubicBezTo>
                <a:cubicBezTo>
                  <a:pt x="320200" y="226813"/>
                  <a:pt x="321674" y="229392"/>
                  <a:pt x="323147" y="231897"/>
                </a:cubicBezTo>
                <a:close/>
                <a:moveTo>
                  <a:pt x="334790" y="233519"/>
                </a:moveTo>
                <a:cubicBezTo>
                  <a:pt x="336264" y="236098"/>
                  <a:pt x="337738" y="238677"/>
                  <a:pt x="339211" y="241182"/>
                </a:cubicBezTo>
                <a:cubicBezTo>
                  <a:pt x="342159" y="241182"/>
                  <a:pt x="345180" y="241182"/>
                  <a:pt x="348128" y="241182"/>
                </a:cubicBezTo>
                <a:cubicBezTo>
                  <a:pt x="349601" y="238603"/>
                  <a:pt x="351149" y="236024"/>
                  <a:pt x="352623" y="233519"/>
                </a:cubicBezTo>
                <a:cubicBezTo>
                  <a:pt x="351149" y="230939"/>
                  <a:pt x="349675" y="228434"/>
                  <a:pt x="348201" y="225855"/>
                </a:cubicBezTo>
                <a:cubicBezTo>
                  <a:pt x="345254" y="225855"/>
                  <a:pt x="342233" y="225855"/>
                  <a:pt x="339285" y="225855"/>
                </a:cubicBezTo>
                <a:cubicBezTo>
                  <a:pt x="337811" y="228360"/>
                  <a:pt x="336264" y="230939"/>
                  <a:pt x="334790" y="233519"/>
                </a:cubicBezTo>
                <a:close/>
                <a:moveTo>
                  <a:pt x="355349" y="231897"/>
                </a:moveTo>
                <a:cubicBezTo>
                  <a:pt x="358297" y="231897"/>
                  <a:pt x="361318" y="231897"/>
                  <a:pt x="364265" y="231897"/>
                </a:cubicBezTo>
                <a:cubicBezTo>
                  <a:pt x="365739" y="229318"/>
                  <a:pt x="367287" y="226739"/>
                  <a:pt x="368760" y="224234"/>
                </a:cubicBezTo>
                <a:cubicBezTo>
                  <a:pt x="367287" y="221655"/>
                  <a:pt x="365813" y="219149"/>
                  <a:pt x="364339" y="216570"/>
                </a:cubicBezTo>
                <a:cubicBezTo>
                  <a:pt x="361392" y="216570"/>
                  <a:pt x="358370" y="216570"/>
                  <a:pt x="355423" y="216570"/>
                </a:cubicBezTo>
                <a:cubicBezTo>
                  <a:pt x="353949" y="219149"/>
                  <a:pt x="352402" y="221728"/>
                  <a:pt x="350928" y="224234"/>
                </a:cubicBezTo>
                <a:cubicBezTo>
                  <a:pt x="352475" y="226813"/>
                  <a:pt x="353949" y="229392"/>
                  <a:pt x="355349" y="231897"/>
                </a:cubicBezTo>
                <a:close/>
                <a:moveTo>
                  <a:pt x="367066" y="233519"/>
                </a:moveTo>
                <a:cubicBezTo>
                  <a:pt x="368539" y="236098"/>
                  <a:pt x="370013" y="238677"/>
                  <a:pt x="371487" y="241182"/>
                </a:cubicBezTo>
                <a:cubicBezTo>
                  <a:pt x="374434" y="241182"/>
                  <a:pt x="377456" y="241182"/>
                  <a:pt x="380403" y="241182"/>
                </a:cubicBezTo>
                <a:cubicBezTo>
                  <a:pt x="381877" y="238603"/>
                  <a:pt x="383424" y="236024"/>
                  <a:pt x="384898" y="233519"/>
                </a:cubicBezTo>
                <a:cubicBezTo>
                  <a:pt x="383424" y="230939"/>
                  <a:pt x="381951" y="228434"/>
                  <a:pt x="380477" y="225855"/>
                </a:cubicBezTo>
                <a:cubicBezTo>
                  <a:pt x="377529" y="225855"/>
                  <a:pt x="374508" y="225855"/>
                  <a:pt x="371561" y="225855"/>
                </a:cubicBezTo>
                <a:cubicBezTo>
                  <a:pt x="370013" y="228360"/>
                  <a:pt x="368539" y="230939"/>
                  <a:pt x="367066" y="233519"/>
                </a:cubicBezTo>
                <a:close/>
                <a:moveTo>
                  <a:pt x="382982" y="242951"/>
                </a:moveTo>
                <a:lnTo>
                  <a:pt x="400962" y="242951"/>
                </a:lnTo>
                <a:cubicBezTo>
                  <a:pt x="399488" y="240372"/>
                  <a:pt x="398015" y="237719"/>
                  <a:pt x="396467" y="235066"/>
                </a:cubicBezTo>
                <a:cubicBezTo>
                  <a:pt x="393520" y="235066"/>
                  <a:pt x="390572" y="235066"/>
                  <a:pt x="387551" y="235066"/>
                </a:cubicBezTo>
                <a:cubicBezTo>
                  <a:pt x="386077" y="237719"/>
                  <a:pt x="384530" y="240372"/>
                  <a:pt x="382982" y="242951"/>
                </a:cubicBezTo>
                <a:close/>
                <a:moveTo>
                  <a:pt x="403689" y="241182"/>
                </a:moveTo>
                <a:cubicBezTo>
                  <a:pt x="406636" y="241182"/>
                  <a:pt x="409657" y="241182"/>
                  <a:pt x="412605" y="241182"/>
                </a:cubicBezTo>
                <a:cubicBezTo>
                  <a:pt x="414079" y="238603"/>
                  <a:pt x="415626" y="236024"/>
                  <a:pt x="417100" y="233519"/>
                </a:cubicBezTo>
                <a:cubicBezTo>
                  <a:pt x="415626" y="230939"/>
                  <a:pt x="414152" y="228434"/>
                  <a:pt x="412752" y="225855"/>
                </a:cubicBezTo>
                <a:cubicBezTo>
                  <a:pt x="409805" y="225855"/>
                  <a:pt x="406857" y="225855"/>
                  <a:pt x="403836" y="225855"/>
                </a:cubicBezTo>
                <a:cubicBezTo>
                  <a:pt x="402362" y="228434"/>
                  <a:pt x="400815" y="231013"/>
                  <a:pt x="399341" y="233519"/>
                </a:cubicBezTo>
                <a:cubicBezTo>
                  <a:pt x="400741" y="236098"/>
                  <a:pt x="402215" y="238603"/>
                  <a:pt x="403689" y="241182"/>
                </a:cubicBezTo>
                <a:close/>
                <a:moveTo>
                  <a:pt x="419900" y="231897"/>
                </a:moveTo>
                <a:cubicBezTo>
                  <a:pt x="422921" y="231897"/>
                  <a:pt x="425869" y="231897"/>
                  <a:pt x="428816" y="231897"/>
                </a:cubicBezTo>
                <a:cubicBezTo>
                  <a:pt x="430290" y="229318"/>
                  <a:pt x="431838" y="226739"/>
                  <a:pt x="433385" y="224234"/>
                </a:cubicBezTo>
                <a:cubicBezTo>
                  <a:pt x="431911" y="221655"/>
                  <a:pt x="430438" y="219149"/>
                  <a:pt x="429038" y="216570"/>
                </a:cubicBezTo>
                <a:cubicBezTo>
                  <a:pt x="426090" y="216570"/>
                  <a:pt x="423069" y="216570"/>
                  <a:pt x="420121" y="216570"/>
                </a:cubicBezTo>
                <a:cubicBezTo>
                  <a:pt x="418574" y="219149"/>
                  <a:pt x="417100" y="221728"/>
                  <a:pt x="415553" y="224234"/>
                </a:cubicBezTo>
                <a:cubicBezTo>
                  <a:pt x="416953" y="226813"/>
                  <a:pt x="418426" y="229318"/>
                  <a:pt x="419900" y="231897"/>
                </a:cubicBezTo>
                <a:close/>
                <a:moveTo>
                  <a:pt x="431543" y="233519"/>
                </a:moveTo>
                <a:cubicBezTo>
                  <a:pt x="433017" y="236098"/>
                  <a:pt x="434490" y="238677"/>
                  <a:pt x="435891" y="241182"/>
                </a:cubicBezTo>
                <a:cubicBezTo>
                  <a:pt x="438838" y="241182"/>
                  <a:pt x="441859" y="241182"/>
                  <a:pt x="444807" y="241182"/>
                </a:cubicBezTo>
                <a:cubicBezTo>
                  <a:pt x="446354" y="238603"/>
                  <a:pt x="447828" y="236024"/>
                  <a:pt x="449375" y="233519"/>
                </a:cubicBezTo>
                <a:cubicBezTo>
                  <a:pt x="447902" y="230939"/>
                  <a:pt x="446502" y="228434"/>
                  <a:pt x="445028" y="225855"/>
                </a:cubicBezTo>
                <a:cubicBezTo>
                  <a:pt x="442080" y="225855"/>
                  <a:pt x="439059" y="225855"/>
                  <a:pt x="436112" y="225855"/>
                </a:cubicBezTo>
                <a:cubicBezTo>
                  <a:pt x="434564" y="228360"/>
                  <a:pt x="433017" y="230939"/>
                  <a:pt x="431543" y="233519"/>
                </a:cubicBezTo>
                <a:close/>
                <a:moveTo>
                  <a:pt x="452102" y="231897"/>
                </a:moveTo>
                <a:cubicBezTo>
                  <a:pt x="455049" y="231897"/>
                  <a:pt x="458071" y="231897"/>
                  <a:pt x="461018" y="231897"/>
                </a:cubicBezTo>
                <a:cubicBezTo>
                  <a:pt x="462566" y="229318"/>
                  <a:pt x="464039" y="226739"/>
                  <a:pt x="465587" y="224234"/>
                </a:cubicBezTo>
                <a:cubicBezTo>
                  <a:pt x="464113" y="221655"/>
                  <a:pt x="462713" y="219149"/>
                  <a:pt x="461239" y="216570"/>
                </a:cubicBezTo>
                <a:cubicBezTo>
                  <a:pt x="458292" y="216570"/>
                  <a:pt x="455271" y="216570"/>
                  <a:pt x="452323" y="216570"/>
                </a:cubicBezTo>
                <a:cubicBezTo>
                  <a:pt x="450776" y="219149"/>
                  <a:pt x="449302" y="221728"/>
                  <a:pt x="447754" y="224234"/>
                </a:cubicBezTo>
                <a:cubicBezTo>
                  <a:pt x="449228" y="226739"/>
                  <a:pt x="450628" y="229318"/>
                  <a:pt x="452102" y="231897"/>
                </a:cubicBezTo>
                <a:close/>
                <a:moveTo>
                  <a:pt x="463745" y="233445"/>
                </a:moveTo>
                <a:cubicBezTo>
                  <a:pt x="465218" y="236024"/>
                  <a:pt x="466619" y="238603"/>
                  <a:pt x="468092" y="241108"/>
                </a:cubicBezTo>
                <a:cubicBezTo>
                  <a:pt x="471040" y="241108"/>
                  <a:pt x="473987" y="241108"/>
                  <a:pt x="477009" y="241108"/>
                </a:cubicBezTo>
                <a:cubicBezTo>
                  <a:pt x="478556" y="238529"/>
                  <a:pt x="480030" y="235950"/>
                  <a:pt x="481577" y="233445"/>
                </a:cubicBezTo>
                <a:cubicBezTo>
                  <a:pt x="480104" y="230866"/>
                  <a:pt x="478703" y="228360"/>
                  <a:pt x="477230" y="225781"/>
                </a:cubicBezTo>
                <a:cubicBezTo>
                  <a:pt x="474282" y="225781"/>
                  <a:pt x="471261" y="225781"/>
                  <a:pt x="468313" y="225781"/>
                </a:cubicBezTo>
                <a:cubicBezTo>
                  <a:pt x="466766" y="228360"/>
                  <a:pt x="465292" y="230939"/>
                  <a:pt x="463745" y="233445"/>
                </a:cubicBezTo>
                <a:close/>
                <a:moveTo>
                  <a:pt x="484304" y="231897"/>
                </a:moveTo>
                <a:cubicBezTo>
                  <a:pt x="487251" y="231897"/>
                  <a:pt x="490273" y="231897"/>
                  <a:pt x="493220" y="231897"/>
                </a:cubicBezTo>
                <a:cubicBezTo>
                  <a:pt x="494768" y="229318"/>
                  <a:pt x="496241" y="226739"/>
                  <a:pt x="497789" y="224234"/>
                </a:cubicBezTo>
                <a:cubicBezTo>
                  <a:pt x="496315" y="221655"/>
                  <a:pt x="494915" y="219149"/>
                  <a:pt x="493441" y="216570"/>
                </a:cubicBezTo>
                <a:cubicBezTo>
                  <a:pt x="490494" y="216570"/>
                  <a:pt x="487472" y="216570"/>
                  <a:pt x="484525" y="216570"/>
                </a:cubicBezTo>
                <a:cubicBezTo>
                  <a:pt x="482977" y="219149"/>
                  <a:pt x="481504" y="221728"/>
                  <a:pt x="479956" y="224234"/>
                </a:cubicBezTo>
                <a:cubicBezTo>
                  <a:pt x="481430" y="226739"/>
                  <a:pt x="482904" y="229318"/>
                  <a:pt x="484304" y="231897"/>
                </a:cubicBezTo>
                <a:close/>
                <a:moveTo>
                  <a:pt x="495947" y="233445"/>
                </a:moveTo>
                <a:cubicBezTo>
                  <a:pt x="497420" y="236024"/>
                  <a:pt x="498820" y="238603"/>
                  <a:pt x="500294" y="241108"/>
                </a:cubicBezTo>
                <a:cubicBezTo>
                  <a:pt x="503242" y="241108"/>
                  <a:pt x="506189" y="241108"/>
                  <a:pt x="509210" y="241108"/>
                </a:cubicBezTo>
                <a:cubicBezTo>
                  <a:pt x="510758" y="238529"/>
                  <a:pt x="512305" y="235950"/>
                  <a:pt x="513779" y="233445"/>
                </a:cubicBezTo>
                <a:cubicBezTo>
                  <a:pt x="512379" y="230866"/>
                  <a:pt x="510905" y="228360"/>
                  <a:pt x="509505" y="225781"/>
                </a:cubicBezTo>
                <a:cubicBezTo>
                  <a:pt x="506558" y="225781"/>
                  <a:pt x="503610" y="225781"/>
                  <a:pt x="500589" y="225781"/>
                </a:cubicBezTo>
                <a:cubicBezTo>
                  <a:pt x="498968" y="228360"/>
                  <a:pt x="497494" y="230866"/>
                  <a:pt x="495947" y="233445"/>
                </a:cubicBezTo>
                <a:close/>
                <a:moveTo>
                  <a:pt x="516506" y="231824"/>
                </a:moveTo>
                <a:cubicBezTo>
                  <a:pt x="519453" y="231824"/>
                  <a:pt x="522401" y="231824"/>
                  <a:pt x="525422" y="231824"/>
                </a:cubicBezTo>
                <a:cubicBezTo>
                  <a:pt x="526969" y="229245"/>
                  <a:pt x="528517" y="226666"/>
                  <a:pt x="529991" y="224160"/>
                </a:cubicBezTo>
                <a:cubicBezTo>
                  <a:pt x="528590" y="221581"/>
                  <a:pt x="527117" y="219076"/>
                  <a:pt x="525717" y="216497"/>
                </a:cubicBezTo>
                <a:cubicBezTo>
                  <a:pt x="522769" y="216497"/>
                  <a:pt x="519748" y="216497"/>
                  <a:pt x="516800" y="216497"/>
                </a:cubicBezTo>
                <a:cubicBezTo>
                  <a:pt x="515253" y="219076"/>
                  <a:pt x="513779" y="221655"/>
                  <a:pt x="512232" y="224160"/>
                </a:cubicBezTo>
                <a:cubicBezTo>
                  <a:pt x="513632" y="226739"/>
                  <a:pt x="515105" y="229318"/>
                  <a:pt x="516506" y="231824"/>
                </a:cubicBezTo>
                <a:close/>
                <a:moveTo>
                  <a:pt x="525717" y="213328"/>
                </a:moveTo>
                <a:cubicBezTo>
                  <a:pt x="527264" y="210749"/>
                  <a:pt x="528812" y="208170"/>
                  <a:pt x="530285" y="205664"/>
                </a:cubicBezTo>
                <a:cubicBezTo>
                  <a:pt x="528885" y="203085"/>
                  <a:pt x="527411" y="200580"/>
                  <a:pt x="525938" y="198001"/>
                </a:cubicBezTo>
                <a:cubicBezTo>
                  <a:pt x="522990" y="198001"/>
                  <a:pt x="519969" y="198001"/>
                  <a:pt x="517021" y="198001"/>
                </a:cubicBezTo>
                <a:cubicBezTo>
                  <a:pt x="515474" y="200580"/>
                  <a:pt x="514000" y="203159"/>
                  <a:pt x="512453" y="205664"/>
                </a:cubicBezTo>
                <a:cubicBezTo>
                  <a:pt x="513926" y="208243"/>
                  <a:pt x="515327" y="210823"/>
                  <a:pt x="516800" y="213328"/>
                </a:cubicBezTo>
                <a:cubicBezTo>
                  <a:pt x="519822" y="213328"/>
                  <a:pt x="522769" y="213328"/>
                  <a:pt x="525717" y="213328"/>
                </a:cubicBezTo>
                <a:close/>
                <a:moveTo>
                  <a:pt x="514369" y="196306"/>
                </a:moveTo>
                <a:cubicBezTo>
                  <a:pt x="512895" y="193727"/>
                  <a:pt x="511495" y="191221"/>
                  <a:pt x="510021" y="188642"/>
                </a:cubicBezTo>
                <a:cubicBezTo>
                  <a:pt x="507073" y="188642"/>
                  <a:pt x="504052" y="188642"/>
                  <a:pt x="501105" y="188642"/>
                </a:cubicBezTo>
                <a:cubicBezTo>
                  <a:pt x="499557" y="191221"/>
                  <a:pt x="498084" y="193800"/>
                  <a:pt x="496536" y="196306"/>
                </a:cubicBezTo>
                <a:cubicBezTo>
                  <a:pt x="498010" y="198885"/>
                  <a:pt x="499410" y="201464"/>
                  <a:pt x="500884" y="203969"/>
                </a:cubicBezTo>
                <a:cubicBezTo>
                  <a:pt x="503831" y="203969"/>
                  <a:pt x="506852" y="203969"/>
                  <a:pt x="509800" y="203969"/>
                </a:cubicBezTo>
                <a:cubicBezTo>
                  <a:pt x="511347" y="201464"/>
                  <a:pt x="512821" y="198885"/>
                  <a:pt x="514369" y="196306"/>
                </a:cubicBezTo>
                <a:close/>
                <a:moveTo>
                  <a:pt x="498378" y="187095"/>
                </a:moveTo>
                <a:cubicBezTo>
                  <a:pt x="496904" y="184516"/>
                  <a:pt x="495504" y="182010"/>
                  <a:pt x="494031" y="179431"/>
                </a:cubicBezTo>
                <a:cubicBezTo>
                  <a:pt x="491083" y="179431"/>
                  <a:pt x="488062" y="179431"/>
                  <a:pt x="485114" y="179431"/>
                </a:cubicBezTo>
                <a:cubicBezTo>
                  <a:pt x="483567" y="182010"/>
                  <a:pt x="482093" y="184589"/>
                  <a:pt x="480546" y="187095"/>
                </a:cubicBezTo>
                <a:cubicBezTo>
                  <a:pt x="482019" y="189674"/>
                  <a:pt x="483419" y="192253"/>
                  <a:pt x="484893" y="194758"/>
                </a:cubicBezTo>
                <a:cubicBezTo>
                  <a:pt x="487841" y="194758"/>
                  <a:pt x="490862" y="194758"/>
                  <a:pt x="493810" y="194758"/>
                </a:cubicBezTo>
                <a:cubicBezTo>
                  <a:pt x="495357" y="192179"/>
                  <a:pt x="496831" y="189600"/>
                  <a:pt x="498378" y="187095"/>
                </a:cubicBezTo>
                <a:close/>
                <a:moveTo>
                  <a:pt x="477745" y="188642"/>
                </a:moveTo>
                <a:cubicBezTo>
                  <a:pt x="474798" y="188642"/>
                  <a:pt x="471777" y="188642"/>
                  <a:pt x="468829" y="188642"/>
                </a:cubicBezTo>
                <a:cubicBezTo>
                  <a:pt x="467282" y="191221"/>
                  <a:pt x="465808" y="193800"/>
                  <a:pt x="464261" y="196306"/>
                </a:cubicBezTo>
                <a:cubicBezTo>
                  <a:pt x="465734" y="198885"/>
                  <a:pt x="467208" y="201464"/>
                  <a:pt x="468608" y="203969"/>
                </a:cubicBezTo>
                <a:cubicBezTo>
                  <a:pt x="471556" y="203969"/>
                  <a:pt x="474577" y="203969"/>
                  <a:pt x="477524" y="203969"/>
                </a:cubicBezTo>
                <a:cubicBezTo>
                  <a:pt x="479072" y="201390"/>
                  <a:pt x="480546" y="198811"/>
                  <a:pt x="482093" y="196306"/>
                </a:cubicBezTo>
                <a:cubicBezTo>
                  <a:pt x="480619" y="193800"/>
                  <a:pt x="479219" y="191221"/>
                  <a:pt x="477745" y="188642"/>
                </a:cubicBezTo>
                <a:close/>
                <a:moveTo>
                  <a:pt x="466029" y="187095"/>
                </a:moveTo>
                <a:cubicBezTo>
                  <a:pt x="464555" y="184516"/>
                  <a:pt x="463155" y="182010"/>
                  <a:pt x="461681" y="179431"/>
                </a:cubicBezTo>
                <a:cubicBezTo>
                  <a:pt x="458734" y="179431"/>
                  <a:pt x="455713" y="179431"/>
                  <a:pt x="452765" y="179431"/>
                </a:cubicBezTo>
                <a:cubicBezTo>
                  <a:pt x="451218" y="182010"/>
                  <a:pt x="449744" y="184589"/>
                  <a:pt x="448196" y="187095"/>
                </a:cubicBezTo>
                <a:cubicBezTo>
                  <a:pt x="449670" y="189674"/>
                  <a:pt x="451144" y="192253"/>
                  <a:pt x="452544" y="194758"/>
                </a:cubicBezTo>
                <a:cubicBezTo>
                  <a:pt x="455492" y="194758"/>
                  <a:pt x="458513" y="194758"/>
                  <a:pt x="461460" y="194758"/>
                </a:cubicBezTo>
                <a:cubicBezTo>
                  <a:pt x="463008" y="192179"/>
                  <a:pt x="464555" y="189674"/>
                  <a:pt x="466029" y="187095"/>
                </a:cubicBezTo>
                <a:close/>
                <a:moveTo>
                  <a:pt x="445396" y="188716"/>
                </a:moveTo>
                <a:cubicBezTo>
                  <a:pt x="442449" y="188716"/>
                  <a:pt x="439428" y="188716"/>
                  <a:pt x="436480" y="188716"/>
                </a:cubicBezTo>
                <a:cubicBezTo>
                  <a:pt x="434933" y="191295"/>
                  <a:pt x="433459" y="193874"/>
                  <a:pt x="431911" y="196380"/>
                </a:cubicBezTo>
                <a:cubicBezTo>
                  <a:pt x="433385" y="198959"/>
                  <a:pt x="434859" y="201538"/>
                  <a:pt x="436259" y="204043"/>
                </a:cubicBezTo>
                <a:cubicBezTo>
                  <a:pt x="439206" y="204043"/>
                  <a:pt x="442228" y="204043"/>
                  <a:pt x="445175" y="204043"/>
                </a:cubicBezTo>
                <a:cubicBezTo>
                  <a:pt x="446723" y="201464"/>
                  <a:pt x="448196" y="198885"/>
                  <a:pt x="449744" y="196380"/>
                </a:cubicBezTo>
                <a:cubicBezTo>
                  <a:pt x="448344" y="193800"/>
                  <a:pt x="446870" y="191221"/>
                  <a:pt x="445396" y="188716"/>
                </a:cubicBezTo>
                <a:close/>
                <a:moveTo>
                  <a:pt x="433754" y="187095"/>
                </a:moveTo>
                <a:cubicBezTo>
                  <a:pt x="432280" y="184516"/>
                  <a:pt x="430806" y="182010"/>
                  <a:pt x="429332" y="179431"/>
                </a:cubicBezTo>
                <a:cubicBezTo>
                  <a:pt x="426385" y="179431"/>
                  <a:pt x="423363" y="179431"/>
                  <a:pt x="420416" y="179431"/>
                </a:cubicBezTo>
                <a:cubicBezTo>
                  <a:pt x="418869" y="182010"/>
                  <a:pt x="417395" y="184589"/>
                  <a:pt x="415847" y="187095"/>
                </a:cubicBezTo>
                <a:cubicBezTo>
                  <a:pt x="417321" y="189674"/>
                  <a:pt x="418795" y="192253"/>
                  <a:pt x="420269" y="194758"/>
                </a:cubicBezTo>
                <a:cubicBezTo>
                  <a:pt x="423216" y="194758"/>
                  <a:pt x="426237" y="194758"/>
                  <a:pt x="429185" y="194758"/>
                </a:cubicBezTo>
                <a:cubicBezTo>
                  <a:pt x="430659" y="192253"/>
                  <a:pt x="432206" y="189674"/>
                  <a:pt x="433754" y="187095"/>
                </a:cubicBezTo>
                <a:close/>
                <a:moveTo>
                  <a:pt x="413047" y="188716"/>
                </a:moveTo>
                <a:cubicBezTo>
                  <a:pt x="410100" y="188716"/>
                  <a:pt x="407078" y="188716"/>
                  <a:pt x="404131" y="188716"/>
                </a:cubicBezTo>
                <a:cubicBezTo>
                  <a:pt x="402583" y="191295"/>
                  <a:pt x="401110" y="193874"/>
                  <a:pt x="399562" y="196380"/>
                </a:cubicBezTo>
                <a:cubicBezTo>
                  <a:pt x="401036" y="198959"/>
                  <a:pt x="402510" y="201538"/>
                  <a:pt x="403983" y="204043"/>
                </a:cubicBezTo>
                <a:cubicBezTo>
                  <a:pt x="407005" y="204043"/>
                  <a:pt x="409952" y="204043"/>
                  <a:pt x="412900" y="204043"/>
                </a:cubicBezTo>
                <a:cubicBezTo>
                  <a:pt x="414374" y="201464"/>
                  <a:pt x="415921" y="198885"/>
                  <a:pt x="417468" y="196380"/>
                </a:cubicBezTo>
                <a:cubicBezTo>
                  <a:pt x="415995" y="193800"/>
                  <a:pt x="414521" y="191295"/>
                  <a:pt x="413047" y="188716"/>
                </a:cubicBezTo>
                <a:close/>
                <a:moveTo>
                  <a:pt x="401404" y="187095"/>
                </a:moveTo>
                <a:cubicBezTo>
                  <a:pt x="399931" y="184516"/>
                  <a:pt x="398457" y="181937"/>
                  <a:pt x="396983" y="179431"/>
                </a:cubicBezTo>
                <a:cubicBezTo>
                  <a:pt x="394036" y="179431"/>
                  <a:pt x="391014" y="179431"/>
                  <a:pt x="388067" y="179431"/>
                </a:cubicBezTo>
                <a:cubicBezTo>
                  <a:pt x="386519" y="182010"/>
                  <a:pt x="385046" y="184589"/>
                  <a:pt x="383572" y="187095"/>
                </a:cubicBezTo>
                <a:cubicBezTo>
                  <a:pt x="385046" y="189674"/>
                  <a:pt x="386519" y="192253"/>
                  <a:pt x="387993" y="194758"/>
                </a:cubicBezTo>
                <a:cubicBezTo>
                  <a:pt x="391014" y="194758"/>
                  <a:pt x="393962" y="194758"/>
                  <a:pt x="396909" y="194758"/>
                </a:cubicBezTo>
                <a:cubicBezTo>
                  <a:pt x="398383" y="192253"/>
                  <a:pt x="399857" y="189674"/>
                  <a:pt x="401404" y="187095"/>
                </a:cubicBezTo>
                <a:close/>
                <a:moveTo>
                  <a:pt x="380698" y="188716"/>
                </a:moveTo>
                <a:cubicBezTo>
                  <a:pt x="377750" y="188716"/>
                  <a:pt x="374729" y="188716"/>
                  <a:pt x="371782" y="188716"/>
                </a:cubicBezTo>
                <a:cubicBezTo>
                  <a:pt x="370308" y="191295"/>
                  <a:pt x="368760" y="193874"/>
                  <a:pt x="367287" y="196380"/>
                </a:cubicBezTo>
                <a:cubicBezTo>
                  <a:pt x="368760" y="198959"/>
                  <a:pt x="370234" y="201538"/>
                  <a:pt x="371708" y="204043"/>
                </a:cubicBezTo>
                <a:cubicBezTo>
                  <a:pt x="374729" y="204043"/>
                  <a:pt x="377677" y="204043"/>
                  <a:pt x="380624" y="204043"/>
                </a:cubicBezTo>
                <a:cubicBezTo>
                  <a:pt x="382098" y="201464"/>
                  <a:pt x="383645" y="198885"/>
                  <a:pt x="385119" y="196380"/>
                </a:cubicBezTo>
                <a:cubicBezTo>
                  <a:pt x="383645" y="193800"/>
                  <a:pt x="382172" y="191295"/>
                  <a:pt x="380698" y="188716"/>
                </a:cubicBezTo>
                <a:close/>
                <a:moveTo>
                  <a:pt x="369055" y="187095"/>
                </a:moveTo>
                <a:cubicBezTo>
                  <a:pt x="367581" y="184516"/>
                  <a:pt x="366108" y="181937"/>
                  <a:pt x="364634" y="179431"/>
                </a:cubicBezTo>
                <a:cubicBezTo>
                  <a:pt x="361686" y="179431"/>
                  <a:pt x="358665" y="179431"/>
                  <a:pt x="355718" y="179431"/>
                </a:cubicBezTo>
                <a:cubicBezTo>
                  <a:pt x="354244" y="182010"/>
                  <a:pt x="352696" y="184589"/>
                  <a:pt x="351223" y="187095"/>
                </a:cubicBezTo>
                <a:cubicBezTo>
                  <a:pt x="352696" y="189674"/>
                  <a:pt x="354170" y="192253"/>
                  <a:pt x="355644" y="194758"/>
                </a:cubicBezTo>
                <a:cubicBezTo>
                  <a:pt x="358665" y="194758"/>
                  <a:pt x="361613" y="194758"/>
                  <a:pt x="364560" y="194758"/>
                </a:cubicBezTo>
                <a:cubicBezTo>
                  <a:pt x="366034" y="192253"/>
                  <a:pt x="367508" y="189674"/>
                  <a:pt x="369055" y="187095"/>
                </a:cubicBezTo>
                <a:close/>
                <a:moveTo>
                  <a:pt x="348349" y="188716"/>
                </a:moveTo>
                <a:cubicBezTo>
                  <a:pt x="345401" y="188716"/>
                  <a:pt x="342380" y="188716"/>
                  <a:pt x="339432" y="188716"/>
                </a:cubicBezTo>
                <a:cubicBezTo>
                  <a:pt x="337959" y="191295"/>
                  <a:pt x="336411" y="193874"/>
                  <a:pt x="334937" y="196380"/>
                </a:cubicBezTo>
                <a:cubicBezTo>
                  <a:pt x="336411" y="198959"/>
                  <a:pt x="337885" y="201538"/>
                  <a:pt x="339359" y="204043"/>
                </a:cubicBezTo>
                <a:cubicBezTo>
                  <a:pt x="342306" y="204043"/>
                  <a:pt x="345328" y="204043"/>
                  <a:pt x="348275" y="204043"/>
                </a:cubicBezTo>
                <a:cubicBezTo>
                  <a:pt x="349749" y="201464"/>
                  <a:pt x="351296" y="198885"/>
                  <a:pt x="352770" y="196380"/>
                </a:cubicBezTo>
                <a:cubicBezTo>
                  <a:pt x="351296" y="193800"/>
                  <a:pt x="349823" y="191295"/>
                  <a:pt x="348349" y="188716"/>
                </a:cubicBezTo>
                <a:close/>
                <a:moveTo>
                  <a:pt x="336706" y="187095"/>
                </a:moveTo>
                <a:cubicBezTo>
                  <a:pt x="335232" y="184516"/>
                  <a:pt x="333758" y="181937"/>
                  <a:pt x="332285" y="179431"/>
                </a:cubicBezTo>
                <a:cubicBezTo>
                  <a:pt x="329337" y="179431"/>
                  <a:pt x="326316" y="179431"/>
                  <a:pt x="323368" y="179431"/>
                </a:cubicBezTo>
                <a:cubicBezTo>
                  <a:pt x="321895" y="182010"/>
                  <a:pt x="320347" y="184589"/>
                  <a:pt x="318873" y="187095"/>
                </a:cubicBezTo>
                <a:cubicBezTo>
                  <a:pt x="320347" y="189674"/>
                  <a:pt x="321821" y="192253"/>
                  <a:pt x="323295" y="194758"/>
                </a:cubicBezTo>
                <a:cubicBezTo>
                  <a:pt x="326242" y="194758"/>
                  <a:pt x="329263" y="194758"/>
                  <a:pt x="332211" y="194758"/>
                </a:cubicBezTo>
                <a:cubicBezTo>
                  <a:pt x="333685" y="192253"/>
                  <a:pt x="335159" y="189674"/>
                  <a:pt x="336706" y="187095"/>
                </a:cubicBezTo>
                <a:close/>
                <a:moveTo>
                  <a:pt x="316000" y="188716"/>
                </a:moveTo>
                <a:cubicBezTo>
                  <a:pt x="313052" y="188716"/>
                  <a:pt x="310031" y="188716"/>
                  <a:pt x="307083" y="188716"/>
                </a:cubicBezTo>
                <a:cubicBezTo>
                  <a:pt x="305610" y="191295"/>
                  <a:pt x="304062" y="193874"/>
                  <a:pt x="302588" y="196380"/>
                </a:cubicBezTo>
                <a:cubicBezTo>
                  <a:pt x="304062" y="198959"/>
                  <a:pt x="305536" y="201538"/>
                  <a:pt x="307010" y="204043"/>
                </a:cubicBezTo>
                <a:cubicBezTo>
                  <a:pt x="309957" y="204043"/>
                  <a:pt x="312978" y="204043"/>
                  <a:pt x="315926" y="204043"/>
                </a:cubicBezTo>
                <a:cubicBezTo>
                  <a:pt x="317400" y="201464"/>
                  <a:pt x="318947" y="198885"/>
                  <a:pt x="320421" y="196380"/>
                </a:cubicBezTo>
                <a:cubicBezTo>
                  <a:pt x="319021" y="193874"/>
                  <a:pt x="317473" y="191295"/>
                  <a:pt x="316000" y="188716"/>
                </a:cubicBezTo>
                <a:close/>
                <a:moveTo>
                  <a:pt x="304283" y="187095"/>
                </a:moveTo>
                <a:cubicBezTo>
                  <a:pt x="302809" y="184516"/>
                  <a:pt x="301336" y="181937"/>
                  <a:pt x="299788" y="179431"/>
                </a:cubicBezTo>
                <a:cubicBezTo>
                  <a:pt x="296841" y="179431"/>
                  <a:pt x="293819" y="179431"/>
                  <a:pt x="290872" y="179431"/>
                </a:cubicBezTo>
                <a:cubicBezTo>
                  <a:pt x="289398" y="182010"/>
                  <a:pt x="287924" y="184589"/>
                  <a:pt x="286377" y="187095"/>
                </a:cubicBezTo>
                <a:cubicBezTo>
                  <a:pt x="287851" y="189674"/>
                  <a:pt x="289324" y="192253"/>
                  <a:pt x="290872" y="194758"/>
                </a:cubicBezTo>
                <a:cubicBezTo>
                  <a:pt x="293819" y="194758"/>
                  <a:pt x="296841" y="194758"/>
                  <a:pt x="299788" y="194758"/>
                </a:cubicBezTo>
                <a:cubicBezTo>
                  <a:pt x="301336" y="192253"/>
                  <a:pt x="302809" y="189674"/>
                  <a:pt x="304283" y="187095"/>
                </a:cubicBezTo>
                <a:close/>
                <a:moveTo>
                  <a:pt x="283650" y="188716"/>
                </a:moveTo>
                <a:lnTo>
                  <a:pt x="279082" y="188716"/>
                </a:lnTo>
                <a:lnTo>
                  <a:pt x="279082" y="204117"/>
                </a:lnTo>
                <a:cubicBezTo>
                  <a:pt x="280555" y="204117"/>
                  <a:pt x="282471" y="204117"/>
                  <a:pt x="283650" y="204117"/>
                </a:cubicBezTo>
                <a:cubicBezTo>
                  <a:pt x="285124" y="201538"/>
                  <a:pt x="286672" y="198959"/>
                  <a:pt x="288145" y="196453"/>
                </a:cubicBezTo>
                <a:cubicBezTo>
                  <a:pt x="286672" y="193874"/>
                  <a:pt x="285198" y="191295"/>
                  <a:pt x="283650" y="188716"/>
                </a:cubicBezTo>
                <a:close/>
                <a:moveTo>
                  <a:pt x="279082" y="222686"/>
                </a:moveTo>
                <a:lnTo>
                  <a:pt x="283577" y="222686"/>
                </a:lnTo>
                <a:cubicBezTo>
                  <a:pt x="285050" y="220107"/>
                  <a:pt x="286598" y="217528"/>
                  <a:pt x="288072" y="215023"/>
                </a:cubicBezTo>
                <a:cubicBezTo>
                  <a:pt x="286598" y="212444"/>
                  <a:pt x="285124" y="209865"/>
                  <a:pt x="283650" y="207359"/>
                </a:cubicBezTo>
                <a:lnTo>
                  <a:pt x="279155" y="207359"/>
                </a:lnTo>
                <a:lnTo>
                  <a:pt x="279082" y="222686"/>
                </a:lnTo>
                <a:close/>
                <a:moveTo>
                  <a:pt x="279082" y="241182"/>
                </a:moveTo>
                <a:lnTo>
                  <a:pt x="283503" y="241182"/>
                </a:lnTo>
                <a:cubicBezTo>
                  <a:pt x="284977" y="238603"/>
                  <a:pt x="286451" y="236024"/>
                  <a:pt x="287998" y="233519"/>
                </a:cubicBezTo>
                <a:cubicBezTo>
                  <a:pt x="286524" y="230939"/>
                  <a:pt x="285050" y="228360"/>
                  <a:pt x="283577" y="225855"/>
                </a:cubicBezTo>
                <a:lnTo>
                  <a:pt x="279082" y="225855"/>
                </a:lnTo>
                <a:lnTo>
                  <a:pt x="279082" y="241182"/>
                </a:lnTo>
                <a:close/>
                <a:moveTo>
                  <a:pt x="336559" y="242951"/>
                </a:moveTo>
                <a:cubicBezTo>
                  <a:pt x="335085" y="240372"/>
                  <a:pt x="333537" y="237719"/>
                  <a:pt x="332064" y="235066"/>
                </a:cubicBezTo>
                <a:cubicBezTo>
                  <a:pt x="329116" y="235066"/>
                  <a:pt x="326095" y="235066"/>
                  <a:pt x="323147" y="235066"/>
                </a:cubicBezTo>
                <a:cubicBezTo>
                  <a:pt x="321600" y="237719"/>
                  <a:pt x="320126" y="240298"/>
                  <a:pt x="318579" y="242951"/>
                </a:cubicBezTo>
                <a:lnTo>
                  <a:pt x="336559" y="242951"/>
                </a:lnTo>
                <a:close/>
                <a:moveTo>
                  <a:pt x="304357" y="242951"/>
                </a:moveTo>
                <a:cubicBezTo>
                  <a:pt x="302809" y="240298"/>
                  <a:pt x="301336" y="237719"/>
                  <a:pt x="299788" y="235066"/>
                </a:cubicBezTo>
                <a:cubicBezTo>
                  <a:pt x="296841" y="235066"/>
                  <a:pt x="293819" y="235066"/>
                  <a:pt x="290872" y="235066"/>
                </a:cubicBezTo>
                <a:cubicBezTo>
                  <a:pt x="289324" y="237719"/>
                  <a:pt x="287851" y="240298"/>
                  <a:pt x="286303" y="242951"/>
                </a:cubicBezTo>
                <a:lnTo>
                  <a:pt x="304357" y="242951"/>
                </a:lnTo>
                <a:close/>
                <a:moveTo>
                  <a:pt x="350780" y="242951"/>
                </a:moveTo>
                <a:lnTo>
                  <a:pt x="368760" y="242951"/>
                </a:lnTo>
                <a:cubicBezTo>
                  <a:pt x="367287" y="240372"/>
                  <a:pt x="365739" y="237719"/>
                  <a:pt x="364265" y="235066"/>
                </a:cubicBezTo>
                <a:cubicBezTo>
                  <a:pt x="361318" y="235066"/>
                  <a:pt x="358370" y="235066"/>
                  <a:pt x="355349" y="235066"/>
                </a:cubicBezTo>
                <a:cubicBezTo>
                  <a:pt x="353802" y="237719"/>
                  <a:pt x="352328" y="240372"/>
                  <a:pt x="350780" y="242951"/>
                </a:cubicBezTo>
                <a:close/>
                <a:moveTo>
                  <a:pt x="405826" y="391875"/>
                </a:moveTo>
                <a:cubicBezTo>
                  <a:pt x="404278" y="389001"/>
                  <a:pt x="402804" y="386127"/>
                  <a:pt x="401257" y="383253"/>
                </a:cubicBezTo>
                <a:cubicBezTo>
                  <a:pt x="398162" y="383253"/>
                  <a:pt x="394993" y="383253"/>
                  <a:pt x="391899" y="383253"/>
                </a:cubicBezTo>
                <a:cubicBezTo>
                  <a:pt x="390351" y="386127"/>
                  <a:pt x="388804" y="389001"/>
                  <a:pt x="387256" y="391875"/>
                </a:cubicBezTo>
                <a:lnTo>
                  <a:pt x="405826" y="391875"/>
                </a:lnTo>
                <a:close/>
                <a:moveTo>
                  <a:pt x="439649" y="391875"/>
                </a:moveTo>
                <a:cubicBezTo>
                  <a:pt x="438175" y="389001"/>
                  <a:pt x="436627" y="386127"/>
                  <a:pt x="435154" y="383253"/>
                </a:cubicBezTo>
                <a:cubicBezTo>
                  <a:pt x="432059" y="383253"/>
                  <a:pt x="428964" y="383253"/>
                  <a:pt x="425795" y="383253"/>
                </a:cubicBezTo>
                <a:cubicBezTo>
                  <a:pt x="424248" y="386127"/>
                  <a:pt x="422700" y="389001"/>
                  <a:pt x="421079" y="391875"/>
                </a:cubicBezTo>
                <a:lnTo>
                  <a:pt x="439649" y="391875"/>
                </a:lnTo>
                <a:close/>
                <a:moveTo>
                  <a:pt x="473398" y="391801"/>
                </a:moveTo>
                <a:cubicBezTo>
                  <a:pt x="471924" y="388927"/>
                  <a:pt x="470450" y="386054"/>
                  <a:pt x="468977" y="383180"/>
                </a:cubicBezTo>
                <a:cubicBezTo>
                  <a:pt x="465882" y="383180"/>
                  <a:pt x="462713" y="383180"/>
                  <a:pt x="459618" y="383180"/>
                </a:cubicBezTo>
                <a:cubicBezTo>
                  <a:pt x="458071" y="386054"/>
                  <a:pt x="456450" y="388927"/>
                  <a:pt x="454902" y="391801"/>
                </a:cubicBezTo>
                <a:lnTo>
                  <a:pt x="473398" y="391801"/>
                </a:lnTo>
                <a:close/>
                <a:moveTo>
                  <a:pt x="476345" y="390106"/>
                </a:moveTo>
                <a:cubicBezTo>
                  <a:pt x="479514" y="390106"/>
                  <a:pt x="482609" y="390106"/>
                  <a:pt x="485704" y="390106"/>
                </a:cubicBezTo>
                <a:cubicBezTo>
                  <a:pt x="487399" y="387159"/>
                  <a:pt x="489020" y="384285"/>
                  <a:pt x="490715" y="381411"/>
                </a:cubicBezTo>
                <a:cubicBezTo>
                  <a:pt x="489241" y="378906"/>
                  <a:pt x="487767" y="376400"/>
                  <a:pt x="486293" y="373895"/>
                </a:cubicBezTo>
                <a:cubicBezTo>
                  <a:pt x="483198" y="373895"/>
                  <a:pt x="480030" y="373895"/>
                  <a:pt x="476861" y="373895"/>
                </a:cubicBezTo>
                <a:cubicBezTo>
                  <a:pt x="475240" y="376400"/>
                  <a:pt x="473545" y="378906"/>
                  <a:pt x="471924" y="381411"/>
                </a:cubicBezTo>
                <a:cubicBezTo>
                  <a:pt x="473398" y="384359"/>
                  <a:pt x="474872" y="387233"/>
                  <a:pt x="476345" y="390106"/>
                </a:cubicBezTo>
                <a:close/>
                <a:moveTo>
                  <a:pt x="493662" y="379643"/>
                </a:moveTo>
                <a:cubicBezTo>
                  <a:pt x="496831" y="379643"/>
                  <a:pt x="499926" y="379643"/>
                  <a:pt x="503094" y="379643"/>
                </a:cubicBezTo>
                <a:cubicBezTo>
                  <a:pt x="504789" y="377211"/>
                  <a:pt x="506484" y="374779"/>
                  <a:pt x="508179" y="372347"/>
                </a:cubicBezTo>
                <a:cubicBezTo>
                  <a:pt x="506705" y="369768"/>
                  <a:pt x="505231" y="367189"/>
                  <a:pt x="503757" y="364610"/>
                </a:cubicBezTo>
                <a:cubicBezTo>
                  <a:pt x="500589" y="364610"/>
                  <a:pt x="497420" y="364610"/>
                  <a:pt x="494252" y="364610"/>
                </a:cubicBezTo>
                <a:cubicBezTo>
                  <a:pt x="492557" y="367189"/>
                  <a:pt x="490936" y="369768"/>
                  <a:pt x="489241" y="372347"/>
                </a:cubicBezTo>
                <a:cubicBezTo>
                  <a:pt x="490715" y="374779"/>
                  <a:pt x="492188" y="377211"/>
                  <a:pt x="493662" y="379643"/>
                </a:cubicBezTo>
                <a:close/>
                <a:moveTo>
                  <a:pt x="505894" y="381411"/>
                </a:moveTo>
                <a:cubicBezTo>
                  <a:pt x="507295" y="384359"/>
                  <a:pt x="508768" y="387233"/>
                  <a:pt x="510168" y="390106"/>
                </a:cubicBezTo>
                <a:cubicBezTo>
                  <a:pt x="513337" y="390106"/>
                  <a:pt x="516432" y="390106"/>
                  <a:pt x="519527" y="390106"/>
                </a:cubicBezTo>
                <a:cubicBezTo>
                  <a:pt x="521295" y="387159"/>
                  <a:pt x="522990" y="384285"/>
                  <a:pt x="524759" y="381411"/>
                </a:cubicBezTo>
                <a:cubicBezTo>
                  <a:pt x="523359" y="378906"/>
                  <a:pt x="521958" y="376400"/>
                  <a:pt x="520558" y="373895"/>
                </a:cubicBezTo>
                <a:cubicBezTo>
                  <a:pt x="517464" y="373895"/>
                  <a:pt x="514295" y="373895"/>
                  <a:pt x="511126" y="373895"/>
                </a:cubicBezTo>
                <a:cubicBezTo>
                  <a:pt x="509284" y="376400"/>
                  <a:pt x="507589" y="378906"/>
                  <a:pt x="505894" y="381411"/>
                </a:cubicBezTo>
                <a:close/>
                <a:moveTo>
                  <a:pt x="527706" y="379569"/>
                </a:moveTo>
                <a:cubicBezTo>
                  <a:pt x="528738" y="379569"/>
                  <a:pt x="530433" y="379569"/>
                  <a:pt x="531612" y="379569"/>
                </a:cubicBezTo>
                <a:cubicBezTo>
                  <a:pt x="532127" y="374558"/>
                  <a:pt x="532570" y="369547"/>
                  <a:pt x="532938" y="364537"/>
                </a:cubicBezTo>
                <a:cubicBezTo>
                  <a:pt x="531538" y="364537"/>
                  <a:pt x="529696" y="364537"/>
                  <a:pt x="528590" y="364537"/>
                </a:cubicBezTo>
                <a:cubicBezTo>
                  <a:pt x="526896" y="367116"/>
                  <a:pt x="525201" y="369695"/>
                  <a:pt x="523506" y="372274"/>
                </a:cubicBezTo>
                <a:cubicBezTo>
                  <a:pt x="524906" y="374706"/>
                  <a:pt x="526306" y="377137"/>
                  <a:pt x="527706" y="379569"/>
                </a:cubicBezTo>
                <a:close/>
                <a:moveTo>
                  <a:pt x="525717" y="362989"/>
                </a:moveTo>
                <a:cubicBezTo>
                  <a:pt x="524243" y="360410"/>
                  <a:pt x="522769" y="357831"/>
                  <a:pt x="521295" y="355252"/>
                </a:cubicBezTo>
                <a:cubicBezTo>
                  <a:pt x="518127" y="355252"/>
                  <a:pt x="514958" y="355252"/>
                  <a:pt x="511790" y="355252"/>
                </a:cubicBezTo>
                <a:cubicBezTo>
                  <a:pt x="510095" y="357831"/>
                  <a:pt x="508474" y="360410"/>
                  <a:pt x="506779" y="362989"/>
                </a:cubicBezTo>
                <a:cubicBezTo>
                  <a:pt x="508252" y="365568"/>
                  <a:pt x="509726" y="368147"/>
                  <a:pt x="511200" y="370726"/>
                </a:cubicBezTo>
                <a:cubicBezTo>
                  <a:pt x="514369" y="370726"/>
                  <a:pt x="517537" y="370726"/>
                  <a:pt x="520632" y="370726"/>
                </a:cubicBezTo>
                <a:cubicBezTo>
                  <a:pt x="522327" y="368147"/>
                  <a:pt x="524022" y="365568"/>
                  <a:pt x="525717" y="362989"/>
                </a:cubicBezTo>
                <a:close/>
                <a:moveTo>
                  <a:pt x="521369" y="352083"/>
                </a:moveTo>
                <a:cubicBezTo>
                  <a:pt x="523064" y="349504"/>
                  <a:pt x="524685" y="346925"/>
                  <a:pt x="526380" y="344346"/>
                </a:cubicBezTo>
                <a:cubicBezTo>
                  <a:pt x="524832" y="341767"/>
                  <a:pt x="523359" y="339188"/>
                  <a:pt x="521811" y="336609"/>
                </a:cubicBezTo>
                <a:cubicBezTo>
                  <a:pt x="518643" y="336609"/>
                  <a:pt x="515474" y="336609"/>
                  <a:pt x="512305" y="336609"/>
                </a:cubicBezTo>
                <a:cubicBezTo>
                  <a:pt x="510684" y="339188"/>
                  <a:pt x="508989" y="341767"/>
                  <a:pt x="507368" y="344346"/>
                </a:cubicBezTo>
                <a:cubicBezTo>
                  <a:pt x="508916" y="346925"/>
                  <a:pt x="510389" y="349504"/>
                  <a:pt x="511937" y="352083"/>
                </a:cubicBezTo>
                <a:cubicBezTo>
                  <a:pt x="515105" y="352083"/>
                  <a:pt x="518274" y="352083"/>
                  <a:pt x="521369" y="352083"/>
                </a:cubicBezTo>
                <a:close/>
                <a:moveTo>
                  <a:pt x="521885" y="333366"/>
                </a:moveTo>
                <a:cubicBezTo>
                  <a:pt x="523506" y="330787"/>
                  <a:pt x="525201" y="328134"/>
                  <a:pt x="526822" y="325555"/>
                </a:cubicBezTo>
                <a:lnTo>
                  <a:pt x="507737" y="325555"/>
                </a:lnTo>
                <a:cubicBezTo>
                  <a:pt x="509284" y="328134"/>
                  <a:pt x="510832" y="330787"/>
                  <a:pt x="512379" y="333366"/>
                </a:cubicBezTo>
                <a:cubicBezTo>
                  <a:pt x="515548" y="333366"/>
                  <a:pt x="518716" y="333366"/>
                  <a:pt x="521885" y="333366"/>
                </a:cubicBezTo>
                <a:close/>
                <a:moveTo>
                  <a:pt x="497568" y="242877"/>
                </a:moveTo>
                <a:cubicBezTo>
                  <a:pt x="496094" y="240298"/>
                  <a:pt x="494620" y="237645"/>
                  <a:pt x="493146" y="234992"/>
                </a:cubicBezTo>
                <a:cubicBezTo>
                  <a:pt x="490199" y="234992"/>
                  <a:pt x="487251" y="234992"/>
                  <a:pt x="484230" y="234992"/>
                </a:cubicBezTo>
                <a:cubicBezTo>
                  <a:pt x="482683" y="237645"/>
                  <a:pt x="481135" y="240224"/>
                  <a:pt x="479588" y="242877"/>
                </a:cubicBezTo>
                <a:lnTo>
                  <a:pt x="497568" y="242877"/>
                </a:lnTo>
                <a:close/>
                <a:moveTo>
                  <a:pt x="465440" y="242951"/>
                </a:moveTo>
                <a:cubicBezTo>
                  <a:pt x="463966" y="240372"/>
                  <a:pt x="462492" y="237719"/>
                  <a:pt x="461018" y="235066"/>
                </a:cubicBezTo>
                <a:cubicBezTo>
                  <a:pt x="458071" y="235066"/>
                  <a:pt x="455049" y="235066"/>
                  <a:pt x="452102" y="235066"/>
                </a:cubicBezTo>
                <a:cubicBezTo>
                  <a:pt x="450555" y="237719"/>
                  <a:pt x="449007" y="240298"/>
                  <a:pt x="447460" y="242951"/>
                </a:cubicBezTo>
                <a:lnTo>
                  <a:pt x="465440" y="242951"/>
                </a:lnTo>
                <a:close/>
                <a:moveTo>
                  <a:pt x="433238" y="242951"/>
                </a:moveTo>
                <a:cubicBezTo>
                  <a:pt x="431764" y="240372"/>
                  <a:pt x="430290" y="237719"/>
                  <a:pt x="428743" y="235066"/>
                </a:cubicBezTo>
                <a:cubicBezTo>
                  <a:pt x="425795" y="235066"/>
                  <a:pt x="422848" y="235066"/>
                  <a:pt x="419826" y="235066"/>
                </a:cubicBezTo>
                <a:cubicBezTo>
                  <a:pt x="418279" y="237719"/>
                  <a:pt x="416732" y="240298"/>
                  <a:pt x="415184" y="242951"/>
                </a:cubicBezTo>
                <a:lnTo>
                  <a:pt x="433238" y="242951"/>
                </a:lnTo>
                <a:close/>
                <a:moveTo>
                  <a:pt x="529696" y="242877"/>
                </a:moveTo>
                <a:cubicBezTo>
                  <a:pt x="528222" y="240224"/>
                  <a:pt x="526748" y="237645"/>
                  <a:pt x="525274" y="234992"/>
                </a:cubicBezTo>
                <a:cubicBezTo>
                  <a:pt x="522327" y="234992"/>
                  <a:pt x="519379" y="234992"/>
                  <a:pt x="516358" y="234992"/>
                </a:cubicBezTo>
                <a:cubicBezTo>
                  <a:pt x="514811" y="237645"/>
                  <a:pt x="513263" y="240224"/>
                  <a:pt x="511642" y="242877"/>
                </a:cubicBezTo>
                <a:lnTo>
                  <a:pt x="529696" y="242877"/>
                </a:lnTo>
                <a:close/>
                <a:moveTo>
                  <a:pt x="532422" y="241108"/>
                </a:moveTo>
                <a:cubicBezTo>
                  <a:pt x="533896" y="241108"/>
                  <a:pt x="536033" y="241108"/>
                  <a:pt x="537654" y="241108"/>
                </a:cubicBezTo>
                <a:cubicBezTo>
                  <a:pt x="537802" y="235950"/>
                  <a:pt x="537875" y="230792"/>
                  <a:pt x="538023" y="225708"/>
                </a:cubicBezTo>
                <a:cubicBezTo>
                  <a:pt x="536401" y="225708"/>
                  <a:pt x="534191" y="225708"/>
                  <a:pt x="532717" y="225708"/>
                </a:cubicBezTo>
                <a:cubicBezTo>
                  <a:pt x="531170" y="228287"/>
                  <a:pt x="529622" y="230866"/>
                  <a:pt x="528148" y="233371"/>
                </a:cubicBezTo>
                <a:cubicBezTo>
                  <a:pt x="529548" y="236024"/>
                  <a:pt x="530949" y="238529"/>
                  <a:pt x="532422" y="241108"/>
                </a:cubicBezTo>
                <a:close/>
                <a:moveTo>
                  <a:pt x="538023" y="222539"/>
                </a:moveTo>
                <a:cubicBezTo>
                  <a:pt x="538023" y="222539"/>
                  <a:pt x="538244" y="213254"/>
                  <a:pt x="538317" y="207138"/>
                </a:cubicBezTo>
                <a:cubicBezTo>
                  <a:pt x="536696" y="207138"/>
                  <a:pt x="534486" y="207138"/>
                  <a:pt x="533012" y="207138"/>
                </a:cubicBezTo>
                <a:cubicBezTo>
                  <a:pt x="531464" y="209717"/>
                  <a:pt x="529991" y="212223"/>
                  <a:pt x="528443" y="214802"/>
                </a:cubicBezTo>
                <a:cubicBezTo>
                  <a:pt x="529917" y="217381"/>
                  <a:pt x="531317" y="219960"/>
                  <a:pt x="532717" y="222465"/>
                </a:cubicBezTo>
                <a:cubicBezTo>
                  <a:pt x="534264" y="222539"/>
                  <a:pt x="536401" y="222539"/>
                  <a:pt x="538023" y="222539"/>
                </a:cubicBezTo>
                <a:close/>
                <a:moveTo>
                  <a:pt x="538391" y="204043"/>
                </a:moveTo>
                <a:cubicBezTo>
                  <a:pt x="538538" y="197853"/>
                  <a:pt x="538686" y="188642"/>
                  <a:pt x="538686" y="188642"/>
                </a:cubicBezTo>
                <a:cubicBezTo>
                  <a:pt x="537065" y="188642"/>
                  <a:pt x="534854" y="188642"/>
                  <a:pt x="533380" y="188642"/>
                </a:cubicBezTo>
                <a:cubicBezTo>
                  <a:pt x="531833" y="191221"/>
                  <a:pt x="530359" y="193800"/>
                  <a:pt x="528812" y="196306"/>
                </a:cubicBezTo>
                <a:cubicBezTo>
                  <a:pt x="530285" y="198885"/>
                  <a:pt x="531685" y="201464"/>
                  <a:pt x="533159" y="203969"/>
                </a:cubicBezTo>
                <a:cubicBezTo>
                  <a:pt x="534633" y="204043"/>
                  <a:pt x="536770" y="204043"/>
                  <a:pt x="538391" y="204043"/>
                </a:cubicBezTo>
                <a:close/>
                <a:moveTo>
                  <a:pt x="530654" y="187021"/>
                </a:moveTo>
                <a:cubicBezTo>
                  <a:pt x="529180" y="184442"/>
                  <a:pt x="527780" y="181937"/>
                  <a:pt x="526306" y="179358"/>
                </a:cubicBezTo>
                <a:cubicBezTo>
                  <a:pt x="523359" y="179358"/>
                  <a:pt x="520337" y="179358"/>
                  <a:pt x="517390" y="179358"/>
                </a:cubicBezTo>
                <a:cubicBezTo>
                  <a:pt x="515842" y="181937"/>
                  <a:pt x="514369" y="184516"/>
                  <a:pt x="512821" y="187021"/>
                </a:cubicBezTo>
                <a:cubicBezTo>
                  <a:pt x="514295" y="189600"/>
                  <a:pt x="515695" y="192179"/>
                  <a:pt x="517169" y="194685"/>
                </a:cubicBezTo>
                <a:cubicBezTo>
                  <a:pt x="520116" y="194685"/>
                  <a:pt x="523138" y="194685"/>
                  <a:pt x="526085" y="194685"/>
                </a:cubicBezTo>
                <a:cubicBezTo>
                  <a:pt x="527633" y="192179"/>
                  <a:pt x="529106" y="189600"/>
                  <a:pt x="530654" y="187021"/>
                </a:cubicBezTo>
                <a:close/>
                <a:moveTo>
                  <a:pt x="334716" y="177368"/>
                </a:moveTo>
                <a:cubicBezTo>
                  <a:pt x="336264" y="180094"/>
                  <a:pt x="337885" y="182821"/>
                  <a:pt x="339432" y="185547"/>
                </a:cubicBezTo>
                <a:cubicBezTo>
                  <a:pt x="342454" y="185547"/>
                  <a:pt x="345401" y="185547"/>
                  <a:pt x="348349" y="185547"/>
                </a:cubicBezTo>
                <a:cubicBezTo>
                  <a:pt x="349970" y="182821"/>
                  <a:pt x="351591" y="180094"/>
                  <a:pt x="353139" y="177368"/>
                </a:cubicBezTo>
                <a:lnTo>
                  <a:pt x="334716" y="177368"/>
                </a:lnTo>
                <a:close/>
                <a:moveTo>
                  <a:pt x="367066" y="177294"/>
                </a:moveTo>
                <a:cubicBezTo>
                  <a:pt x="368613" y="180021"/>
                  <a:pt x="370234" y="182747"/>
                  <a:pt x="371782" y="185474"/>
                </a:cubicBezTo>
                <a:cubicBezTo>
                  <a:pt x="374803" y="185474"/>
                  <a:pt x="377750" y="185474"/>
                  <a:pt x="380698" y="185474"/>
                </a:cubicBezTo>
                <a:cubicBezTo>
                  <a:pt x="382319" y="182747"/>
                  <a:pt x="383940" y="180021"/>
                  <a:pt x="385561" y="177294"/>
                </a:cubicBezTo>
                <a:lnTo>
                  <a:pt x="367066" y="177294"/>
                </a:lnTo>
                <a:close/>
                <a:moveTo>
                  <a:pt x="399488" y="177294"/>
                </a:moveTo>
                <a:cubicBezTo>
                  <a:pt x="401036" y="180021"/>
                  <a:pt x="402657" y="182747"/>
                  <a:pt x="404205" y="185474"/>
                </a:cubicBezTo>
                <a:cubicBezTo>
                  <a:pt x="407226" y="185474"/>
                  <a:pt x="410173" y="185474"/>
                  <a:pt x="413121" y="185474"/>
                </a:cubicBezTo>
                <a:cubicBezTo>
                  <a:pt x="414742" y="182747"/>
                  <a:pt x="416363" y="180021"/>
                  <a:pt x="417984" y="177294"/>
                </a:cubicBezTo>
                <a:lnTo>
                  <a:pt x="399488" y="177294"/>
                </a:lnTo>
                <a:close/>
                <a:moveTo>
                  <a:pt x="431838" y="177294"/>
                </a:moveTo>
                <a:cubicBezTo>
                  <a:pt x="433385" y="180021"/>
                  <a:pt x="434933" y="182747"/>
                  <a:pt x="436480" y="185474"/>
                </a:cubicBezTo>
                <a:cubicBezTo>
                  <a:pt x="439428" y="185474"/>
                  <a:pt x="442449" y="185474"/>
                  <a:pt x="445396" y="185474"/>
                </a:cubicBezTo>
                <a:cubicBezTo>
                  <a:pt x="447017" y="182747"/>
                  <a:pt x="448639" y="180021"/>
                  <a:pt x="450260" y="177294"/>
                </a:cubicBezTo>
                <a:lnTo>
                  <a:pt x="431838" y="177294"/>
                </a:lnTo>
                <a:close/>
                <a:moveTo>
                  <a:pt x="464187" y="177294"/>
                </a:moveTo>
                <a:cubicBezTo>
                  <a:pt x="465734" y="180021"/>
                  <a:pt x="467282" y="182747"/>
                  <a:pt x="468829" y="185474"/>
                </a:cubicBezTo>
                <a:cubicBezTo>
                  <a:pt x="471777" y="185474"/>
                  <a:pt x="474798" y="185474"/>
                  <a:pt x="477745" y="185474"/>
                </a:cubicBezTo>
                <a:cubicBezTo>
                  <a:pt x="479367" y="182747"/>
                  <a:pt x="480988" y="180021"/>
                  <a:pt x="482609" y="177294"/>
                </a:cubicBezTo>
                <a:lnTo>
                  <a:pt x="464187" y="177294"/>
                </a:lnTo>
                <a:close/>
                <a:moveTo>
                  <a:pt x="496536" y="177294"/>
                </a:moveTo>
                <a:cubicBezTo>
                  <a:pt x="498084" y="180021"/>
                  <a:pt x="499631" y="182747"/>
                  <a:pt x="501178" y="185474"/>
                </a:cubicBezTo>
                <a:cubicBezTo>
                  <a:pt x="504126" y="185474"/>
                  <a:pt x="507147" y="185474"/>
                  <a:pt x="510095" y="185474"/>
                </a:cubicBezTo>
                <a:cubicBezTo>
                  <a:pt x="511716" y="182747"/>
                  <a:pt x="513337" y="180021"/>
                  <a:pt x="514958" y="177294"/>
                </a:cubicBezTo>
                <a:lnTo>
                  <a:pt x="496536" y="177294"/>
                </a:lnTo>
                <a:close/>
                <a:moveTo>
                  <a:pt x="302294" y="177368"/>
                </a:moveTo>
                <a:cubicBezTo>
                  <a:pt x="303915" y="180094"/>
                  <a:pt x="305462" y="182821"/>
                  <a:pt x="307083" y="185547"/>
                </a:cubicBezTo>
                <a:cubicBezTo>
                  <a:pt x="310031" y="185547"/>
                  <a:pt x="313052" y="185547"/>
                  <a:pt x="316000" y="185547"/>
                </a:cubicBezTo>
                <a:cubicBezTo>
                  <a:pt x="317621" y="182821"/>
                  <a:pt x="319168" y="180094"/>
                  <a:pt x="320789" y="177368"/>
                </a:cubicBezTo>
                <a:lnTo>
                  <a:pt x="302294" y="177368"/>
                </a:lnTo>
                <a:close/>
                <a:moveTo>
                  <a:pt x="279082" y="177368"/>
                </a:moveTo>
                <a:lnTo>
                  <a:pt x="279082" y="185547"/>
                </a:lnTo>
                <a:cubicBezTo>
                  <a:pt x="279082" y="185547"/>
                  <a:pt x="282471" y="185547"/>
                  <a:pt x="283650" y="185547"/>
                </a:cubicBezTo>
                <a:cubicBezTo>
                  <a:pt x="285272" y="182821"/>
                  <a:pt x="286819" y="180094"/>
                  <a:pt x="288440" y="177368"/>
                </a:cubicBezTo>
                <a:lnTo>
                  <a:pt x="279082" y="177368"/>
                </a:lnTo>
                <a:close/>
                <a:moveTo>
                  <a:pt x="395509" y="457605"/>
                </a:moveTo>
                <a:cubicBezTo>
                  <a:pt x="396467" y="447878"/>
                  <a:pt x="401257" y="437930"/>
                  <a:pt x="408626" y="431593"/>
                </a:cubicBezTo>
                <a:cubicBezTo>
                  <a:pt x="410100" y="430340"/>
                  <a:pt x="412900" y="428277"/>
                  <a:pt x="412015" y="426140"/>
                </a:cubicBezTo>
                <a:cubicBezTo>
                  <a:pt x="411058" y="423856"/>
                  <a:pt x="407373" y="424593"/>
                  <a:pt x="405531" y="425182"/>
                </a:cubicBezTo>
                <a:cubicBezTo>
                  <a:pt x="400520" y="426803"/>
                  <a:pt x="395583" y="430488"/>
                  <a:pt x="391677" y="435646"/>
                </a:cubicBezTo>
                <a:cubicBezTo>
                  <a:pt x="388288" y="440067"/>
                  <a:pt x="385635" y="445299"/>
                  <a:pt x="382835" y="453257"/>
                </a:cubicBezTo>
                <a:cubicBezTo>
                  <a:pt x="381803" y="456131"/>
                  <a:pt x="380698" y="459005"/>
                  <a:pt x="378487" y="461068"/>
                </a:cubicBezTo>
                <a:cubicBezTo>
                  <a:pt x="376277" y="463058"/>
                  <a:pt x="373255" y="464016"/>
                  <a:pt x="370308" y="464753"/>
                </a:cubicBezTo>
                <a:cubicBezTo>
                  <a:pt x="366697" y="465711"/>
                  <a:pt x="366255" y="465784"/>
                  <a:pt x="363307" y="466595"/>
                </a:cubicBezTo>
                <a:cubicBezTo>
                  <a:pt x="361465" y="467111"/>
                  <a:pt x="360581" y="466669"/>
                  <a:pt x="359992" y="464826"/>
                </a:cubicBezTo>
                <a:cubicBezTo>
                  <a:pt x="359770" y="464163"/>
                  <a:pt x="359476" y="463132"/>
                  <a:pt x="359255" y="462026"/>
                </a:cubicBezTo>
                <a:lnTo>
                  <a:pt x="356676" y="465121"/>
                </a:lnTo>
                <a:cubicBezTo>
                  <a:pt x="356823" y="465711"/>
                  <a:pt x="357191" y="466669"/>
                  <a:pt x="357412" y="467258"/>
                </a:cubicBezTo>
                <a:cubicBezTo>
                  <a:pt x="358591" y="470500"/>
                  <a:pt x="360139" y="471016"/>
                  <a:pt x="363307" y="470058"/>
                </a:cubicBezTo>
                <a:cubicBezTo>
                  <a:pt x="365518" y="469395"/>
                  <a:pt x="367139" y="468953"/>
                  <a:pt x="371118" y="467921"/>
                </a:cubicBezTo>
                <a:cubicBezTo>
                  <a:pt x="376350" y="466595"/>
                  <a:pt x="379298" y="465563"/>
                  <a:pt x="382098" y="462247"/>
                </a:cubicBezTo>
                <a:cubicBezTo>
                  <a:pt x="384161" y="459742"/>
                  <a:pt x="384530" y="458342"/>
                  <a:pt x="385930" y="454436"/>
                </a:cubicBezTo>
                <a:cubicBezTo>
                  <a:pt x="390646" y="441099"/>
                  <a:pt x="396394" y="431814"/>
                  <a:pt x="406047" y="427466"/>
                </a:cubicBezTo>
                <a:cubicBezTo>
                  <a:pt x="407815" y="426656"/>
                  <a:pt x="409363" y="426582"/>
                  <a:pt x="409289" y="427466"/>
                </a:cubicBezTo>
                <a:cubicBezTo>
                  <a:pt x="409289" y="428130"/>
                  <a:pt x="408626" y="428645"/>
                  <a:pt x="407226" y="429603"/>
                </a:cubicBezTo>
                <a:cubicBezTo>
                  <a:pt x="398604" y="436014"/>
                  <a:pt x="393004" y="447583"/>
                  <a:pt x="392193" y="458268"/>
                </a:cubicBezTo>
                <a:cubicBezTo>
                  <a:pt x="391825" y="462542"/>
                  <a:pt x="393446" y="464163"/>
                  <a:pt x="397573" y="463647"/>
                </a:cubicBezTo>
                <a:cubicBezTo>
                  <a:pt x="399046" y="463500"/>
                  <a:pt x="400667" y="463426"/>
                  <a:pt x="403173" y="463205"/>
                </a:cubicBezTo>
                <a:cubicBezTo>
                  <a:pt x="408552" y="462837"/>
                  <a:pt x="411573" y="462468"/>
                  <a:pt x="415037" y="459816"/>
                </a:cubicBezTo>
                <a:cubicBezTo>
                  <a:pt x="416068" y="459005"/>
                  <a:pt x="417026" y="458047"/>
                  <a:pt x="417984" y="456794"/>
                </a:cubicBezTo>
                <a:cubicBezTo>
                  <a:pt x="418869" y="455615"/>
                  <a:pt x="418500" y="456131"/>
                  <a:pt x="420490" y="453110"/>
                </a:cubicBezTo>
                <a:cubicBezTo>
                  <a:pt x="428006" y="441615"/>
                  <a:pt x="436627" y="434909"/>
                  <a:pt x="446649" y="432772"/>
                </a:cubicBezTo>
                <a:cubicBezTo>
                  <a:pt x="448270" y="432404"/>
                  <a:pt x="449597" y="432477"/>
                  <a:pt x="449597" y="433214"/>
                </a:cubicBezTo>
                <a:cubicBezTo>
                  <a:pt x="449597" y="433730"/>
                  <a:pt x="448860" y="434172"/>
                  <a:pt x="447681" y="434688"/>
                </a:cubicBezTo>
                <a:cubicBezTo>
                  <a:pt x="438249" y="439035"/>
                  <a:pt x="429701" y="447141"/>
                  <a:pt x="425943" y="457458"/>
                </a:cubicBezTo>
                <a:cubicBezTo>
                  <a:pt x="424395" y="461658"/>
                  <a:pt x="425795" y="463500"/>
                  <a:pt x="429922" y="463942"/>
                </a:cubicBezTo>
                <a:cubicBezTo>
                  <a:pt x="430364" y="464016"/>
                  <a:pt x="433754" y="464384"/>
                  <a:pt x="433680" y="464384"/>
                </a:cubicBezTo>
                <a:cubicBezTo>
                  <a:pt x="437291" y="464826"/>
                  <a:pt x="440901" y="465047"/>
                  <a:pt x="444144" y="464090"/>
                </a:cubicBezTo>
                <a:cubicBezTo>
                  <a:pt x="445691" y="463647"/>
                  <a:pt x="447239" y="462911"/>
                  <a:pt x="448712" y="461879"/>
                </a:cubicBezTo>
                <a:cubicBezTo>
                  <a:pt x="449965" y="460995"/>
                  <a:pt x="450481" y="460553"/>
                  <a:pt x="452839" y="458489"/>
                </a:cubicBezTo>
                <a:cubicBezTo>
                  <a:pt x="460355" y="451857"/>
                  <a:pt x="469124" y="446699"/>
                  <a:pt x="476272" y="445225"/>
                </a:cubicBezTo>
                <a:cubicBezTo>
                  <a:pt x="479440" y="444562"/>
                  <a:pt x="479882" y="446036"/>
                  <a:pt x="476640" y="447362"/>
                </a:cubicBezTo>
                <a:cubicBezTo>
                  <a:pt x="467798" y="451120"/>
                  <a:pt x="459176" y="457679"/>
                  <a:pt x="456302" y="464532"/>
                </a:cubicBezTo>
                <a:cubicBezTo>
                  <a:pt x="455197" y="467037"/>
                  <a:pt x="455713" y="468437"/>
                  <a:pt x="458071" y="469690"/>
                </a:cubicBezTo>
                <a:cubicBezTo>
                  <a:pt x="461755" y="471679"/>
                  <a:pt x="462566" y="471901"/>
                  <a:pt x="466250" y="473816"/>
                </a:cubicBezTo>
                <a:cubicBezTo>
                  <a:pt x="469271" y="475364"/>
                  <a:pt x="471850" y="476838"/>
                  <a:pt x="473693" y="477943"/>
                </a:cubicBezTo>
                <a:cubicBezTo>
                  <a:pt x="477230" y="480080"/>
                  <a:pt x="479588" y="482364"/>
                  <a:pt x="479514" y="483912"/>
                </a:cubicBezTo>
                <a:cubicBezTo>
                  <a:pt x="479367" y="485828"/>
                  <a:pt x="476124" y="485091"/>
                  <a:pt x="471408" y="483101"/>
                </a:cubicBezTo>
                <a:cubicBezTo>
                  <a:pt x="461681" y="478975"/>
                  <a:pt x="453428" y="475953"/>
                  <a:pt x="441565" y="473964"/>
                </a:cubicBezTo>
                <a:cubicBezTo>
                  <a:pt x="402583" y="467332"/>
                  <a:pt x="364781" y="476396"/>
                  <a:pt x="329116" y="496881"/>
                </a:cubicBezTo>
                <a:cubicBezTo>
                  <a:pt x="327421" y="497839"/>
                  <a:pt x="327053" y="498649"/>
                  <a:pt x="327495" y="500492"/>
                </a:cubicBezTo>
                <a:cubicBezTo>
                  <a:pt x="328306" y="504250"/>
                  <a:pt x="327569" y="506829"/>
                  <a:pt x="324474" y="508303"/>
                </a:cubicBezTo>
                <a:cubicBezTo>
                  <a:pt x="321821" y="509555"/>
                  <a:pt x="318505" y="509187"/>
                  <a:pt x="315926" y="506755"/>
                </a:cubicBezTo>
                <a:cubicBezTo>
                  <a:pt x="314157" y="505134"/>
                  <a:pt x="313568" y="504987"/>
                  <a:pt x="311210" y="505576"/>
                </a:cubicBezTo>
                <a:cubicBezTo>
                  <a:pt x="306641" y="506829"/>
                  <a:pt x="302072" y="506092"/>
                  <a:pt x="300083" y="502481"/>
                </a:cubicBezTo>
                <a:cubicBezTo>
                  <a:pt x="298978" y="502776"/>
                  <a:pt x="297946" y="502997"/>
                  <a:pt x="296841" y="503218"/>
                </a:cubicBezTo>
                <a:cubicBezTo>
                  <a:pt x="299493" y="509187"/>
                  <a:pt x="306052" y="510292"/>
                  <a:pt x="312020" y="508745"/>
                </a:cubicBezTo>
                <a:cubicBezTo>
                  <a:pt x="312757" y="508524"/>
                  <a:pt x="313126" y="508671"/>
                  <a:pt x="313715" y="509187"/>
                </a:cubicBezTo>
                <a:cubicBezTo>
                  <a:pt x="317252" y="512503"/>
                  <a:pt x="322484" y="513387"/>
                  <a:pt x="326758" y="510808"/>
                </a:cubicBezTo>
                <a:cubicBezTo>
                  <a:pt x="330737" y="508450"/>
                  <a:pt x="331621" y="504618"/>
                  <a:pt x="330811" y="500271"/>
                </a:cubicBezTo>
                <a:cubicBezTo>
                  <a:pt x="330737" y="499902"/>
                  <a:pt x="330811" y="499755"/>
                  <a:pt x="331179" y="499534"/>
                </a:cubicBezTo>
                <a:cubicBezTo>
                  <a:pt x="374950" y="474553"/>
                  <a:pt x="412163" y="472490"/>
                  <a:pt x="441122" y="477132"/>
                </a:cubicBezTo>
                <a:cubicBezTo>
                  <a:pt x="451365" y="478754"/>
                  <a:pt x="459323" y="481480"/>
                  <a:pt x="470156" y="485607"/>
                </a:cubicBezTo>
                <a:cubicBezTo>
                  <a:pt x="476714" y="488186"/>
                  <a:pt x="481946" y="488849"/>
                  <a:pt x="482609" y="485312"/>
                </a:cubicBezTo>
                <a:cubicBezTo>
                  <a:pt x="483125" y="482733"/>
                  <a:pt x="480398" y="479269"/>
                  <a:pt x="475830" y="476027"/>
                </a:cubicBezTo>
                <a:cubicBezTo>
                  <a:pt x="473914" y="474627"/>
                  <a:pt x="471482" y="473153"/>
                  <a:pt x="468608" y="471458"/>
                </a:cubicBezTo>
                <a:cubicBezTo>
                  <a:pt x="466987" y="470500"/>
                  <a:pt x="462639" y="468216"/>
                  <a:pt x="461460" y="467479"/>
                </a:cubicBezTo>
                <a:cubicBezTo>
                  <a:pt x="460281" y="466742"/>
                  <a:pt x="459987" y="465932"/>
                  <a:pt x="460502" y="464605"/>
                </a:cubicBezTo>
                <a:cubicBezTo>
                  <a:pt x="461681" y="461805"/>
                  <a:pt x="464334" y="458858"/>
                  <a:pt x="467282" y="456352"/>
                </a:cubicBezTo>
                <a:cubicBezTo>
                  <a:pt x="470082" y="453994"/>
                  <a:pt x="473251" y="451857"/>
                  <a:pt x="476861" y="450089"/>
                </a:cubicBezTo>
                <a:cubicBezTo>
                  <a:pt x="480104" y="448541"/>
                  <a:pt x="481725" y="447436"/>
                  <a:pt x="481872" y="445741"/>
                </a:cubicBezTo>
                <a:cubicBezTo>
                  <a:pt x="482019" y="443678"/>
                  <a:pt x="479072" y="442794"/>
                  <a:pt x="475240" y="443457"/>
                </a:cubicBezTo>
                <a:cubicBezTo>
                  <a:pt x="470303" y="444267"/>
                  <a:pt x="461092" y="447657"/>
                  <a:pt x="450923" y="456426"/>
                </a:cubicBezTo>
                <a:cubicBezTo>
                  <a:pt x="448712" y="458268"/>
                  <a:pt x="446796" y="460184"/>
                  <a:pt x="443775" y="461142"/>
                </a:cubicBezTo>
                <a:cubicBezTo>
                  <a:pt x="440680" y="462174"/>
                  <a:pt x="437585" y="461953"/>
                  <a:pt x="434343" y="461510"/>
                </a:cubicBezTo>
                <a:cubicBezTo>
                  <a:pt x="433901" y="461437"/>
                  <a:pt x="432059" y="461216"/>
                  <a:pt x="431543" y="461142"/>
                </a:cubicBezTo>
                <a:cubicBezTo>
                  <a:pt x="429406" y="460847"/>
                  <a:pt x="428816" y="459889"/>
                  <a:pt x="429627" y="457900"/>
                </a:cubicBezTo>
                <a:cubicBezTo>
                  <a:pt x="432648" y="450310"/>
                  <a:pt x="438691" y="442794"/>
                  <a:pt x="448565" y="437414"/>
                </a:cubicBezTo>
                <a:cubicBezTo>
                  <a:pt x="450186" y="436530"/>
                  <a:pt x="453134" y="435056"/>
                  <a:pt x="452691" y="432919"/>
                </a:cubicBezTo>
                <a:cubicBezTo>
                  <a:pt x="452249" y="430635"/>
                  <a:pt x="449081" y="430414"/>
                  <a:pt x="446207" y="431003"/>
                </a:cubicBezTo>
                <a:cubicBezTo>
                  <a:pt x="438912" y="432404"/>
                  <a:pt x="428006" y="436677"/>
                  <a:pt x="418132" y="451710"/>
                </a:cubicBezTo>
                <a:cubicBezTo>
                  <a:pt x="416584" y="454068"/>
                  <a:pt x="415110" y="456500"/>
                  <a:pt x="412458" y="458194"/>
                </a:cubicBezTo>
                <a:cubicBezTo>
                  <a:pt x="409657" y="459889"/>
                  <a:pt x="406563" y="460184"/>
                  <a:pt x="403394" y="460405"/>
                </a:cubicBezTo>
                <a:cubicBezTo>
                  <a:pt x="400815" y="460553"/>
                  <a:pt x="400741" y="460553"/>
                  <a:pt x="398604" y="460774"/>
                </a:cubicBezTo>
                <a:cubicBezTo>
                  <a:pt x="396246" y="460479"/>
                  <a:pt x="395288" y="459742"/>
                  <a:pt x="395509" y="457605"/>
                </a:cubicBezTo>
                <a:close/>
                <a:moveTo>
                  <a:pt x="529254" y="399981"/>
                </a:moveTo>
                <a:lnTo>
                  <a:pt x="378708" y="400054"/>
                </a:lnTo>
                <a:cubicBezTo>
                  <a:pt x="378708" y="400496"/>
                  <a:pt x="378635" y="400865"/>
                  <a:pt x="378635" y="401307"/>
                </a:cubicBezTo>
                <a:cubicBezTo>
                  <a:pt x="377308" y="422971"/>
                  <a:pt x="372592" y="442057"/>
                  <a:pt x="360655" y="459963"/>
                </a:cubicBezTo>
                <a:cubicBezTo>
                  <a:pt x="360949" y="461658"/>
                  <a:pt x="361392" y="463058"/>
                  <a:pt x="361686" y="464163"/>
                </a:cubicBezTo>
                <a:cubicBezTo>
                  <a:pt x="361907" y="464753"/>
                  <a:pt x="362202" y="464900"/>
                  <a:pt x="362718" y="464753"/>
                </a:cubicBezTo>
                <a:cubicBezTo>
                  <a:pt x="365666" y="463942"/>
                  <a:pt x="366108" y="463795"/>
                  <a:pt x="369718" y="462911"/>
                </a:cubicBezTo>
                <a:cubicBezTo>
                  <a:pt x="373108" y="462026"/>
                  <a:pt x="374950" y="461584"/>
                  <a:pt x="377087" y="459595"/>
                </a:cubicBezTo>
                <a:cubicBezTo>
                  <a:pt x="377971" y="458784"/>
                  <a:pt x="378708" y="457826"/>
                  <a:pt x="379298" y="456647"/>
                </a:cubicBezTo>
                <a:cubicBezTo>
                  <a:pt x="379887" y="455468"/>
                  <a:pt x="380035" y="455100"/>
                  <a:pt x="380919" y="452594"/>
                </a:cubicBezTo>
                <a:cubicBezTo>
                  <a:pt x="383867" y="444341"/>
                  <a:pt x="386593" y="439035"/>
                  <a:pt x="390130" y="434467"/>
                </a:cubicBezTo>
                <a:cubicBezTo>
                  <a:pt x="394257" y="429088"/>
                  <a:pt x="399415" y="425182"/>
                  <a:pt x="404868" y="423414"/>
                </a:cubicBezTo>
                <a:cubicBezTo>
                  <a:pt x="408626" y="422161"/>
                  <a:pt x="412458" y="422456"/>
                  <a:pt x="413784" y="425329"/>
                </a:cubicBezTo>
                <a:cubicBezTo>
                  <a:pt x="415258" y="428498"/>
                  <a:pt x="412679" y="430488"/>
                  <a:pt x="409731" y="432993"/>
                </a:cubicBezTo>
                <a:cubicBezTo>
                  <a:pt x="402731" y="439035"/>
                  <a:pt x="398162" y="448541"/>
                  <a:pt x="397204" y="457826"/>
                </a:cubicBezTo>
                <a:cubicBezTo>
                  <a:pt x="397130" y="458268"/>
                  <a:pt x="397352" y="458563"/>
                  <a:pt x="397867" y="458489"/>
                </a:cubicBezTo>
                <a:cubicBezTo>
                  <a:pt x="400078" y="458342"/>
                  <a:pt x="400152" y="458342"/>
                  <a:pt x="402731" y="458121"/>
                </a:cubicBezTo>
                <a:cubicBezTo>
                  <a:pt x="405531" y="457900"/>
                  <a:pt x="408257" y="457752"/>
                  <a:pt x="410689" y="456352"/>
                </a:cubicBezTo>
                <a:cubicBezTo>
                  <a:pt x="413195" y="454878"/>
                  <a:pt x="414521" y="452742"/>
                  <a:pt x="416068" y="450310"/>
                </a:cubicBezTo>
                <a:cubicBezTo>
                  <a:pt x="426237" y="434835"/>
                  <a:pt x="437585" y="430267"/>
                  <a:pt x="445396" y="428793"/>
                </a:cubicBezTo>
                <a:cubicBezTo>
                  <a:pt x="450112" y="427909"/>
                  <a:pt x="453060" y="429088"/>
                  <a:pt x="454092" y="431667"/>
                </a:cubicBezTo>
                <a:cubicBezTo>
                  <a:pt x="454681" y="433288"/>
                  <a:pt x="454165" y="434835"/>
                  <a:pt x="452986" y="436014"/>
                </a:cubicBezTo>
                <a:cubicBezTo>
                  <a:pt x="452323" y="436751"/>
                  <a:pt x="451439" y="437341"/>
                  <a:pt x="449007" y="438667"/>
                </a:cubicBezTo>
                <a:cubicBezTo>
                  <a:pt x="439206" y="444046"/>
                  <a:pt x="433680" y="451341"/>
                  <a:pt x="430953" y="458194"/>
                </a:cubicBezTo>
                <a:cubicBezTo>
                  <a:pt x="430732" y="458637"/>
                  <a:pt x="430880" y="458858"/>
                  <a:pt x="431396" y="458931"/>
                </a:cubicBezTo>
                <a:cubicBezTo>
                  <a:pt x="431985" y="459005"/>
                  <a:pt x="433385" y="459152"/>
                  <a:pt x="434122" y="459300"/>
                </a:cubicBezTo>
                <a:cubicBezTo>
                  <a:pt x="436996" y="459668"/>
                  <a:pt x="439722" y="459889"/>
                  <a:pt x="442375" y="459079"/>
                </a:cubicBezTo>
                <a:cubicBezTo>
                  <a:pt x="445175" y="458194"/>
                  <a:pt x="447017" y="456500"/>
                  <a:pt x="449228" y="454584"/>
                </a:cubicBezTo>
                <a:cubicBezTo>
                  <a:pt x="459029" y="446183"/>
                  <a:pt x="468387" y="442204"/>
                  <a:pt x="474503" y="441172"/>
                </a:cubicBezTo>
                <a:cubicBezTo>
                  <a:pt x="478556" y="440509"/>
                  <a:pt x="482683" y="441172"/>
                  <a:pt x="483493" y="444415"/>
                </a:cubicBezTo>
                <a:cubicBezTo>
                  <a:pt x="483862" y="446036"/>
                  <a:pt x="483051" y="447583"/>
                  <a:pt x="481798" y="448689"/>
                </a:cubicBezTo>
                <a:cubicBezTo>
                  <a:pt x="481209" y="449278"/>
                  <a:pt x="480546" y="449720"/>
                  <a:pt x="477377" y="451341"/>
                </a:cubicBezTo>
                <a:cubicBezTo>
                  <a:pt x="471335" y="454363"/>
                  <a:pt x="464113" y="459742"/>
                  <a:pt x="461829" y="464900"/>
                </a:cubicBezTo>
                <a:cubicBezTo>
                  <a:pt x="461681" y="465269"/>
                  <a:pt x="461755" y="465416"/>
                  <a:pt x="462050" y="465563"/>
                </a:cubicBezTo>
                <a:cubicBezTo>
                  <a:pt x="466250" y="468069"/>
                  <a:pt x="472071" y="470943"/>
                  <a:pt x="476493" y="474111"/>
                </a:cubicBezTo>
                <a:cubicBezTo>
                  <a:pt x="483419" y="478975"/>
                  <a:pt x="486514" y="485164"/>
                  <a:pt x="482683" y="488186"/>
                </a:cubicBezTo>
                <a:cubicBezTo>
                  <a:pt x="479809" y="490470"/>
                  <a:pt x="475240" y="489365"/>
                  <a:pt x="469050" y="487007"/>
                </a:cubicBezTo>
                <a:cubicBezTo>
                  <a:pt x="458218" y="482880"/>
                  <a:pt x="450481" y="480301"/>
                  <a:pt x="440385" y="478680"/>
                </a:cubicBezTo>
                <a:cubicBezTo>
                  <a:pt x="407742" y="473448"/>
                  <a:pt x="372003" y="478164"/>
                  <a:pt x="332727" y="500271"/>
                </a:cubicBezTo>
                <a:cubicBezTo>
                  <a:pt x="332506" y="500418"/>
                  <a:pt x="332432" y="500565"/>
                  <a:pt x="332432" y="500860"/>
                </a:cubicBezTo>
                <a:cubicBezTo>
                  <a:pt x="334127" y="512724"/>
                  <a:pt x="320421" y="517735"/>
                  <a:pt x="312315" y="510513"/>
                </a:cubicBezTo>
                <a:cubicBezTo>
                  <a:pt x="312168" y="510366"/>
                  <a:pt x="312094" y="510292"/>
                  <a:pt x="311799" y="510366"/>
                </a:cubicBezTo>
                <a:cubicBezTo>
                  <a:pt x="305241" y="512061"/>
                  <a:pt x="297651" y="510587"/>
                  <a:pt x="294630" y="503365"/>
                </a:cubicBezTo>
                <a:cubicBezTo>
                  <a:pt x="289545" y="504323"/>
                  <a:pt x="284314" y="504913"/>
                  <a:pt x="279008" y="505134"/>
                </a:cubicBezTo>
                <a:lnTo>
                  <a:pt x="279008" y="724947"/>
                </a:lnTo>
                <a:cubicBezTo>
                  <a:pt x="279008" y="724947"/>
                  <a:pt x="279082" y="724947"/>
                  <a:pt x="279082" y="724873"/>
                </a:cubicBezTo>
                <a:cubicBezTo>
                  <a:pt x="345401" y="698419"/>
                  <a:pt x="399857" y="655090"/>
                  <a:pt x="441122" y="603508"/>
                </a:cubicBezTo>
                <a:cubicBezTo>
                  <a:pt x="481946" y="552516"/>
                  <a:pt x="511790" y="491060"/>
                  <a:pt x="524685" y="427245"/>
                </a:cubicBezTo>
                <a:cubicBezTo>
                  <a:pt x="526527" y="418403"/>
                  <a:pt x="528001" y="409265"/>
                  <a:pt x="529254" y="399981"/>
                </a:cubicBezTo>
                <a:close/>
                <a:moveTo>
                  <a:pt x="507147" y="391801"/>
                </a:moveTo>
                <a:cubicBezTo>
                  <a:pt x="505747" y="388927"/>
                  <a:pt x="504347" y="386054"/>
                  <a:pt x="502947" y="383180"/>
                </a:cubicBezTo>
                <a:cubicBezTo>
                  <a:pt x="499852" y="383180"/>
                  <a:pt x="496683" y="383180"/>
                  <a:pt x="493588" y="383180"/>
                </a:cubicBezTo>
                <a:cubicBezTo>
                  <a:pt x="491967" y="386054"/>
                  <a:pt x="490273" y="388927"/>
                  <a:pt x="488651" y="391801"/>
                </a:cubicBezTo>
                <a:lnTo>
                  <a:pt x="507147" y="391801"/>
                </a:lnTo>
                <a:close/>
                <a:moveTo>
                  <a:pt x="530285" y="391801"/>
                </a:moveTo>
                <a:cubicBezTo>
                  <a:pt x="530654" y="388927"/>
                  <a:pt x="530949" y="386054"/>
                  <a:pt x="531243" y="383180"/>
                </a:cubicBezTo>
                <a:cubicBezTo>
                  <a:pt x="530064" y="383180"/>
                  <a:pt x="528443" y="383180"/>
                  <a:pt x="527485" y="383180"/>
                </a:cubicBezTo>
                <a:cubicBezTo>
                  <a:pt x="525790" y="386054"/>
                  <a:pt x="524022" y="388927"/>
                  <a:pt x="522327" y="391801"/>
                </a:cubicBezTo>
                <a:lnTo>
                  <a:pt x="530285" y="391801"/>
                </a:lnTo>
                <a:close/>
                <a:moveTo>
                  <a:pt x="533159" y="361368"/>
                </a:moveTo>
                <a:cubicBezTo>
                  <a:pt x="533454" y="356726"/>
                  <a:pt x="533822" y="351125"/>
                  <a:pt x="534117" y="345893"/>
                </a:cubicBezTo>
                <a:lnTo>
                  <a:pt x="529254" y="345893"/>
                </a:lnTo>
                <a:cubicBezTo>
                  <a:pt x="527633" y="348472"/>
                  <a:pt x="525938" y="351052"/>
                  <a:pt x="524243" y="353631"/>
                </a:cubicBezTo>
                <a:cubicBezTo>
                  <a:pt x="525717" y="356210"/>
                  <a:pt x="527190" y="358789"/>
                  <a:pt x="528664" y="361368"/>
                </a:cubicBezTo>
                <a:lnTo>
                  <a:pt x="533159" y="361368"/>
                </a:lnTo>
                <a:close/>
                <a:moveTo>
                  <a:pt x="535149" y="327250"/>
                </a:moveTo>
                <a:cubicBezTo>
                  <a:pt x="533454" y="327250"/>
                  <a:pt x="531170" y="327250"/>
                  <a:pt x="529622" y="327250"/>
                </a:cubicBezTo>
                <a:cubicBezTo>
                  <a:pt x="528001" y="329829"/>
                  <a:pt x="526380" y="332408"/>
                  <a:pt x="524759" y="334987"/>
                </a:cubicBezTo>
                <a:cubicBezTo>
                  <a:pt x="526306" y="337567"/>
                  <a:pt x="527780" y="340146"/>
                  <a:pt x="529327" y="342725"/>
                </a:cubicBezTo>
                <a:cubicBezTo>
                  <a:pt x="530654" y="342725"/>
                  <a:pt x="532717" y="342725"/>
                  <a:pt x="534264" y="342725"/>
                </a:cubicBezTo>
                <a:cubicBezTo>
                  <a:pt x="534780" y="334030"/>
                  <a:pt x="535149" y="327250"/>
                  <a:pt x="535149" y="327250"/>
                </a:cubicBezTo>
                <a:close/>
                <a:moveTo>
                  <a:pt x="538907" y="177294"/>
                </a:moveTo>
                <a:lnTo>
                  <a:pt x="528812" y="177294"/>
                </a:lnTo>
                <a:cubicBezTo>
                  <a:pt x="530359" y="180021"/>
                  <a:pt x="531906" y="182747"/>
                  <a:pt x="533454" y="185474"/>
                </a:cubicBezTo>
                <a:cubicBezTo>
                  <a:pt x="534928" y="185474"/>
                  <a:pt x="537138" y="185474"/>
                  <a:pt x="538759" y="185474"/>
                </a:cubicBezTo>
                <a:cubicBezTo>
                  <a:pt x="538833" y="182747"/>
                  <a:pt x="538833" y="179947"/>
                  <a:pt x="538907" y="177294"/>
                </a:cubicBezTo>
                <a:close/>
                <a:moveTo>
                  <a:pt x="539717" y="66688"/>
                </a:moveTo>
                <a:cubicBezTo>
                  <a:pt x="539644" y="59982"/>
                  <a:pt x="539791" y="60203"/>
                  <a:pt x="533675" y="57551"/>
                </a:cubicBezTo>
                <a:cubicBezTo>
                  <a:pt x="504200" y="44655"/>
                  <a:pt x="464039" y="32423"/>
                  <a:pt x="418869" y="23801"/>
                </a:cubicBezTo>
                <a:cubicBezTo>
                  <a:pt x="373403" y="15106"/>
                  <a:pt x="324842" y="10316"/>
                  <a:pt x="275029" y="10316"/>
                </a:cubicBezTo>
                <a:cubicBezTo>
                  <a:pt x="225216" y="10316"/>
                  <a:pt x="176655" y="15032"/>
                  <a:pt x="131189" y="23801"/>
                </a:cubicBezTo>
                <a:cubicBezTo>
                  <a:pt x="86092" y="32423"/>
                  <a:pt x="45932" y="44655"/>
                  <a:pt x="16456" y="57551"/>
                </a:cubicBezTo>
                <a:cubicBezTo>
                  <a:pt x="10340" y="60203"/>
                  <a:pt x="10488" y="60056"/>
                  <a:pt x="10414" y="66688"/>
                </a:cubicBezTo>
                <a:cubicBezTo>
                  <a:pt x="10267" y="82826"/>
                  <a:pt x="10340" y="106848"/>
                  <a:pt x="10782" y="142071"/>
                </a:cubicBezTo>
                <a:cubicBezTo>
                  <a:pt x="45637" y="125860"/>
                  <a:pt x="90292" y="113701"/>
                  <a:pt x="128094" y="106259"/>
                </a:cubicBezTo>
                <a:cubicBezTo>
                  <a:pt x="176213" y="96753"/>
                  <a:pt x="226026" y="92111"/>
                  <a:pt x="275103" y="92111"/>
                </a:cubicBezTo>
                <a:cubicBezTo>
                  <a:pt x="324253" y="92111"/>
                  <a:pt x="374066" y="96753"/>
                  <a:pt x="422258" y="106259"/>
                </a:cubicBezTo>
                <a:cubicBezTo>
                  <a:pt x="460060" y="113701"/>
                  <a:pt x="504568" y="125860"/>
                  <a:pt x="539423" y="142071"/>
                </a:cubicBezTo>
                <a:cubicBezTo>
                  <a:pt x="539791" y="106848"/>
                  <a:pt x="539938" y="82826"/>
                  <a:pt x="539717" y="66688"/>
                </a:cubicBezTo>
                <a:close/>
                <a:moveTo>
                  <a:pt x="307968" y="286795"/>
                </a:moveTo>
                <a:lnTo>
                  <a:pt x="305536" y="286795"/>
                </a:lnTo>
                <a:lnTo>
                  <a:pt x="312684" y="263878"/>
                </a:lnTo>
                <a:lnTo>
                  <a:pt x="315557" y="263878"/>
                </a:lnTo>
                <a:lnTo>
                  <a:pt x="322705" y="286795"/>
                </a:lnTo>
                <a:lnTo>
                  <a:pt x="319979" y="286795"/>
                </a:lnTo>
                <a:lnTo>
                  <a:pt x="318284" y="281269"/>
                </a:lnTo>
                <a:lnTo>
                  <a:pt x="309589" y="281269"/>
                </a:lnTo>
                <a:lnTo>
                  <a:pt x="307968" y="286795"/>
                </a:lnTo>
                <a:close/>
                <a:moveTo>
                  <a:pt x="310326" y="278984"/>
                </a:moveTo>
                <a:lnTo>
                  <a:pt x="317621" y="278984"/>
                </a:lnTo>
                <a:lnTo>
                  <a:pt x="313936" y="266973"/>
                </a:lnTo>
                <a:lnTo>
                  <a:pt x="310326" y="278984"/>
                </a:lnTo>
                <a:close/>
                <a:moveTo>
                  <a:pt x="90071" y="75531"/>
                </a:moveTo>
                <a:cubicBezTo>
                  <a:pt x="90145" y="82752"/>
                  <a:pt x="87713" y="85479"/>
                  <a:pt x="80860" y="87247"/>
                </a:cubicBezTo>
                <a:cubicBezTo>
                  <a:pt x="67007" y="91005"/>
                  <a:pt x="53080" y="95353"/>
                  <a:pt x="39447" y="100290"/>
                </a:cubicBezTo>
                <a:cubicBezTo>
                  <a:pt x="39447" y="104490"/>
                  <a:pt x="39521" y="108764"/>
                  <a:pt x="39521" y="112964"/>
                </a:cubicBezTo>
                <a:cubicBezTo>
                  <a:pt x="36131" y="114217"/>
                  <a:pt x="32889" y="115396"/>
                  <a:pt x="29647" y="116649"/>
                </a:cubicBezTo>
                <a:cubicBezTo>
                  <a:pt x="29499" y="101100"/>
                  <a:pt x="29426" y="85552"/>
                  <a:pt x="29278" y="70078"/>
                </a:cubicBezTo>
                <a:cubicBezTo>
                  <a:pt x="46521" y="63298"/>
                  <a:pt x="64059" y="57772"/>
                  <a:pt x="81302" y="53056"/>
                </a:cubicBezTo>
                <a:cubicBezTo>
                  <a:pt x="87860" y="51213"/>
                  <a:pt x="89997" y="52614"/>
                  <a:pt x="89997" y="59393"/>
                </a:cubicBezTo>
                <a:cubicBezTo>
                  <a:pt x="90071" y="64772"/>
                  <a:pt x="90071" y="70151"/>
                  <a:pt x="90071" y="75531"/>
                </a:cubicBezTo>
                <a:close/>
                <a:moveTo>
                  <a:pt x="80639" y="76489"/>
                </a:moveTo>
                <a:cubicBezTo>
                  <a:pt x="80639" y="72583"/>
                  <a:pt x="80639" y="68604"/>
                  <a:pt x="80565" y="64698"/>
                </a:cubicBezTo>
                <a:cubicBezTo>
                  <a:pt x="80639" y="62930"/>
                  <a:pt x="79755" y="62488"/>
                  <a:pt x="78134" y="62930"/>
                </a:cubicBezTo>
                <a:cubicBezTo>
                  <a:pt x="65164" y="66541"/>
                  <a:pt x="52048" y="70593"/>
                  <a:pt x="39226" y="75310"/>
                </a:cubicBezTo>
                <a:cubicBezTo>
                  <a:pt x="39300" y="80689"/>
                  <a:pt x="39300" y="86068"/>
                  <a:pt x="39373" y="91447"/>
                </a:cubicBezTo>
                <a:cubicBezTo>
                  <a:pt x="52343" y="86731"/>
                  <a:pt x="65533" y="82605"/>
                  <a:pt x="78797" y="78920"/>
                </a:cubicBezTo>
                <a:cubicBezTo>
                  <a:pt x="80123" y="78552"/>
                  <a:pt x="80713" y="78036"/>
                  <a:pt x="80639" y="76489"/>
                </a:cubicBezTo>
                <a:close/>
                <a:moveTo>
                  <a:pt x="272818" y="286795"/>
                </a:moveTo>
                <a:lnTo>
                  <a:pt x="275471" y="286795"/>
                </a:lnTo>
                <a:lnTo>
                  <a:pt x="275471" y="266310"/>
                </a:lnTo>
                <a:lnTo>
                  <a:pt x="281956" y="266310"/>
                </a:lnTo>
                <a:lnTo>
                  <a:pt x="281956" y="263878"/>
                </a:lnTo>
                <a:lnTo>
                  <a:pt x="266260" y="263878"/>
                </a:lnTo>
                <a:lnTo>
                  <a:pt x="266260" y="266310"/>
                </a:lnTo>
                <a:lnTo>
                  <a:pt x="272818" y="266310"/>
                </a:lnTo>
                <a:lnTo>
                  <a:pt x="272818" y="286795"/>
                </a:lnTo>
                <a:close/>
                <a:moveTo>
                  <a:pt x="441565" y="65877"/>
                </a:moveTo>
                <a:cubicBezTo>
                  <a:pt x="428522" y="62930"/>
                  <a:pt x="415184" y="60277"/>
                  <a:pt x="401625" y="57993"/>
                </a:cubicBezTo>
                <a:cubicBezTo>
                  <a:pt x="401625" y="51435"/>
                  <a:pt x="401625" y="44876"/>
                  <a:pt x="401625" y="38318"/>
                </a:cubicBezTo>
                <a:cubicBezTo>
                  <a:pt x="398531" y="37802"/>
                  <a:pt x="395362" y="37286"/>
                  <a:pt x="392267" y="36771"/>
                </a:cubicBezTo>
                <a:cubicBezTo>
                  <a:pt x="392267" y="52392"/>
                  <a:pt x="392193" y="67941"/>
                  <a:pt x="392193" y="83636"/>
                </a:cubicBezTo>
                <a:cubicBezTo>
                  <a:pt x="395362" y="84152"/>
                  <a:pt x="398457" y="84594"/>
                  <a:pt x="401625" y="85184"/>
                </a:cubicBezTo>
                <a:cubicBezTo>
                  <a:pt x="401625" y="78552"/>
                  <a:pt x="401625" y="71994"/>
                  <a:pt x="401625" y="65362"/>
                </a:cubicBezTo>
                <a:cubicBezTo>
                  <a:pt x="415184" y="67646"/>
                  <a:pt x="428522" y="70225"/>
                  <a:pt x="441565" y="73173"/>
                </a:cubicBezTo>
                <a:cubicBezTo>
                  <a:pt x="441565" y="79805"/>
                  <a:pt x="441491" y="86363"/>
                  <a:pt x="441491" y="92995"/>
                </a:cubicBezTo>
                <a:cubicBezTo>
                  <a:pt x="444659" y="93732"/>
                  <a:pt x="447754" y="94469"/>
                  <a:pt x="450849" y="95205"/>
                </a:cubicBezTo>
                <a:cubicBezTo>
                  <a:pt x="450923" y="79583"/>
                  <a:pt x="450923" y="63962"/>
                  <a:pt x="450997" y="48413"/>
                </a:cubicBezTo>
                <a:cubicBezTo>
                  <a:pt x="447902" y="47676"/>
                  <a:pt x="444733" y="46940"/>
                  <a:pt x="441638" y="46203"/>
                </a:cubicBezTo>
                <a:cubicBezTo>
                  <a:pt x="441565" y="52761"/>
                  <a:pt x="441565" y="59319"/>
                  <a:pt x="441565" y="65877"/>
                </a:cubicBezTo>
                <a:close/>
                <a:moveTo>
                  <a:pt x="459618" y="97416"/>
                </a:moveTo>
                <a:cubicBezTo>
                  <a:pt x="480546" y="102795"/>
                  <a:pt x="501031" y="109133"/>
                  <a:pt x="520485" y="116649"/>
                </a:cubicBezTo>
                <a:cubicBezTo>
                  <a:pt x="520485" y="114217"/>
                  <a:pt x="520558" y="111712"/>
                  <a:pt x="520558" y="109280"/>
                </a:cubicBezTo>
                <a:cubicBezTo>
                  <a:pt x="504126" y="102869"/>
                  <a:pt x="486883" y="97342"/>
                  <a:pt x="469198" y="92479"/>
                </a:cubicBezTo>
                <a:cubicBezTo>
                  <a:pt x="469198" y="88352"/>
                  <a:pt x="469198" y="84226"/>
                  <a:pt x="469271" y="80099"/>
                </a:cubicBezTo>
                <a:cubicBezTo>
                  <a:pt x="487178" y="84963"/>
                  <a:pt x="504347" y="90489"/>
                  <a:pt x="520706" y="96900"/>
                </a:cubicBezTo>
                <a:cubicBezTo>
                  <a:pt x="520706" y="94469"/>
                  <a:pt x="520780" y="92037"/>
                  <a:pt x="520780" y="89679"/>
                </a:cubicBezTo>
                <a:cubicBezTo>
                  <a:pt x="504273" y="83194"/>
                  <a:pt x="487030" y="77668"/>
                  <a:pt x="469345" y="72804"/>
                </a:cubicBezTo>
                <a:cubicBezTo>
                  <a:pt x="469345" y="68751"/>
                  <a:pt x="469345" y="64698"/>
                  <a:pt x="469419" y="60646"/>
                </a:cubicBezTo>
                <a:cubicBezTo>
                  <a:pt x="487325" y="65509"/>
                  <a:pt x="504568" y="71109"/>
                  <a:pt x="520927" y="77447"/>
                </a:cubicBezTo>
                <a:cubicBezTo>
                  <a:pt x="520927" y="75015"/>
                  <a:pt x="521001" y="72509"/>
                  <a:pt x="521001" y="70078"/>
                </a:cubicBezTo>
                <a:cubicBezTo>
                  <a:pt x="501621" y="62488"/>
                  <a:pt x="481061" y="56077"/>
                  <a:pt x="459913" y="50624"/>
                </a:cubicBezTo>
                <a:cubicBezTo>
                  <a:pt x="459692" y="66172"/>
                  <a:pt x="459618" y="81794"/>
                  <a:pt x="459618" y="97416"/>
                </a:cubicBezTo>
                <a:close/>
                <a:moveTo>
                  <a:pt x="450112" y="532030"/>
                </a:moveTo>
                <a:cubicBezTo>
                  <a:pt x="450039" y="533136"/>
                  <a:pt x="449449" y="534167"/>
                  <a:pt x="448418" y="534904"/>
                </a:cubicBezTo>
                <a:cubicBezTo>
                  <a:pt x="447312" y="535715"/>
                  <a:pt x="446207" y="536083"/>
                  <a:pt x="443259" y="536673"/>
                </a:cubicBezTo>
                <a:cubicBezTo>
                  <a:pt x="438838" y="537631"/>
                  <a:pt x="434343" y="539547"/>
                  <a:pt x="431248" y="542715"/>
                </a:cubicBezTo>
                <a:lnTo>
                  <a:pt x="431248" y="542715"/>
                </a:lnTo>
                <a:cubicBezTo>
                  <a:pt x="430953" y="543010"/>
                  <a:pt x="430953" y="543378"/>
                  <a:pt x="431322" y="543526"/>
                </a:cubicBezTo>
                <a:cubicBezTo>
                  <a:pt x="434417" y="545663"/>
                  <a:pt x="439280" y="548831"/>
                  <a:pt x="442891" y="552368"/>
                </a:cubicBezTo>
                <a:cubicBezTo>
                  <a:pt x="445249" y="554653"/>
                  <a:pt x="447902" y="558411"/>
                  <a:pt x="446723" y="561727"/>
                </a:cubicBezTo>
                <a:cubicBezTo>
                  <a:pt x="446059" y="563422"/>
                  <a:pt x="444586" y="564380"/>
                  <a:pt x="442744" y="564601"/>
                </a:cubicBezTo>
                <a:cubicBezTo>
                  <a:pt x="440385" y="564822"/>
                  <a:pt x="437880" y="563864"/>
                  <a:pt x="434785" y="562243"/>
                </a:cubicBezTo>
                <a:cubicBezTo>
                  <a:pt x="429332" y="559369"/>
                  <a:pt x="424027" y="556274"/>
                  <a:pt x="414521" y="553989"/>
                </a:cubicBezTo>
                <a:cubicBezTo>
                  <a:pt x="384751" y="546842"/>
                  <a:pt x="352107" y="557305"/>
                  <a:pt x="326832" y="574401"/>
                </a:cubicBezTo>
                <a:cubicBezTo>
                  <a:pt x="326611" y="574548"/>
                  <a:pt x="326537" y="574696"/>
                  <a:pt x="326611" y="574991"/>
                </a:cubicBezTo>
                <a:cubicBezTo>
                  <a:pt x="327790" y="579043"/>
                  <a:pt x="326537" y="583170"/>
                  <a:pt x="322779" y="585307"/>
                </a:cubicBezTo>
                <a:cubicBezTo>
                  <a:pt x="319168" y="587370"/>
                  <a:pt x="314968" y="586781"/>
                  <a:pt x="311578" y="584570"/>
                </a:cubicBezTo>
                <a:cubicBezTo>
                  <a:pt x="311357" y="584423"/>
                  <a:pt x="311284" y="584423"/>
                  <a:pt x="311062" y="584570"/>
                </a:cubicBezTo>
                <a:cubicBezTo>
                  <a:pt x="306715" y="586707"/>
                  <a:pt x="301188" y="586854"/>
                  <a:pt x="297799" y="582949"/>
                </a:cubicBezTo>
                <a:cubicBezTo>
                  <a:pt x="294261" y="578896"/>
                  <a:pt x="295662" y="573591"/>
                  <a:pt x="298978" y="569906"/>
                </a:cubicBezTo>
                <a:cubicBezTo>
                  <a:pt x="299125" y="569759"/>
                  <a:pt x="299199" y="569611"/>
                  <a:pt x="299125" y="569390"/>
                </a:cubicBezTo>
                <a:cubicBezTo>
                  <a:pt x="297872" y="565264"/>
                  <a:pt x="298830" y="560842"/>
                  <a:pt x="302515" y="558411"/>
                </a:cubicBezTo>
                <a:cubicBezTo>
                  <a:pt x="306420" y="555832"/>
                  <a:pt x="310694" y="556790"/>
                  <a:pt x="314010" y="558853"/>
                </a:cubicBezTo>
                <a:cubicBezTo>
                  <a:pt x="314231" y="559000"/>
                  <a:pt x="314378" y="559000"/>
                  <a:pt x="314599" y="558853"/>
                </a:cubicBezTo>
                <a:cubicBezTo>
                  <a:pt x="315852" y="558042"/>
                  <a:pt x="317694" y="556937"/>
                  <a:pt x="318800" y="556274"/>
                </a:cubicBezTo>
                <a:cubicBezTo>
                  <a:pt x="320863" y="554947"/>
                  <a:pt x="322484" y="553842"/>
                  <a:pt x="323589" y="551926"/>
                </a:cubicBezTo>
                <a:cubicBezTo>
                  <a:pt x="324768" y="549789"/>
                  <a:pt x="324768" y="548536"/>
                  <a:pt x="325063" y="545663"/>
                </a:cubicBezTo>
                <a:cubicBezTo>
                  <a:pt x="325505" y="540357"/>
                  <a:pt x="326242" y="536452"/>
                  <a:pt x="327569" y="532693"/>
                </a:cubicBezTo>
                <a:cubicBezTo>
                  <a:pt x="328969" y="528641"/>
                  <a:pt x="331106" y="524514"/>
                  <a:pt x="334053" y="521419"/>
                </a:cubicBezTo>
                <a:cubicBezTo>
                  <a:pt x="337148" y="518177"/>
                  <a:pt x="340833" y="517072"/>
                  <a:pt x="343264" y="518766"/>
                </a:cubicBezTo>
                <a:cubicBezTo>
                  <a:pt x="346433" y="520903"/>
                  <a:pt x="344222" y="524882"/>
                  <a:pt x="342969" y="527609"/>
                </a:cubicBezTo>
                <a:cubicBezTo>
                  <a:pt x="340317" y="533430"/>
                  <a:pt x="339285" y="540504"/>
                  <a:pt x="339727" y="545515"/>
                </a:cubicBezTo>
                <a:cubicBezTo>
                  <a:pt x="339801" y="546031"/>
                  <a:pt x="340022" y="546178"/>
                  <a:pt x="340464" y="545957"/>
                </a:cubicBezTo>
                <a:cubicBezTo>
                  <a:pt x="344001" y="544484"/>
                  <a:pt x="346580" y="543599"/>
                  <a:pt x="349012" y="542568"/>
                </a:cubicBezTo>
                <a:cubicBezTo>
                  <a:pt x="354907" y="539989"/>
                  <a:pt x="355865" y="538146"/>
                  <a:pt x="357560" y="531441"/>
                </a:cubicBezTo>
                <a:cubicBezTo>
                  <a:pt x="359697" y="522746"/>
                  <a:pt x="363971" y="513092"/>
                  <a:pt x="373403" y="507418"/>
                </a:cubicBezTo>
                <a:cubicBezTo>
                  <a:pt x="377161" y="505134"/>
                  <a:pt x="381140" y="504618"/>
                  <a:pt x="383351" y="507345"/>
                </a:cubicBezTo>
                <a:cubicBezTo>
                  <a:pt x="385856" y="510587"/>
                  <a:pt x="382319" y="513756"/>
                  <a:pt x="380182" y="516040"/>
                </a:cubicBezTo>
                <a:cubicBezTo>
                  <a:pt x="375613" y="520903"/>
                  <a:pt x="372150" y="528788"/>
                  <a:pt x="372371" y="536231"/>
                </a:cubicBezTo>
                <a:cubicBezTo>
                  <a:pt x="372371" y="536673"/>
                  <a:pt x="372592" y="536820"/>
                  <a:pt x="373034" y="536746"/>
                </a:cubicBezTo>
                <a:cubicBezTo>
                  <a:pt x="373255" y="536673"/>
                  <a:pt x="377898" y="535936"/>
                  <a:pt x="378340" y="535862"/>
                </a:cubicBezTo>
                <a:cubicBezTo>
                  <a:pt x="385414" y="534536"/>
                  <a:pt x="387183" y="531662"/>
                  <a:pt x="390720" y="526651"/>
                </a:cubicBezTo>
                <a:cubicBezTo>
                  <a:pt x="394846" y="520682"/>
                  <a:pt x="402436" y="513092"/>
                  <a:pt x="412605" y="511250"/>
                </a:cubicBezTo>
                <a:cubicBezTo>
                  <a:pt x="415921" y="510661"/>
                  <a:pt x="419605" y="511103"/>
                  <a:pt x="420563" y="513903"/>
                </a:cubicBezTo>
                <a:cubicBezTo>
                  <a:pt x="421005" y="515303"/>
                  <a:pt x="420416" y="516629"/>
                  <a:pt x="419384" y="517661"/>
                </a:cubicBezTo>
                <a:cubicBezTo>
                  <a:pt x="418426" y="518693"/>
                  <a:pt x="418500" y="518545"/>
                  <a:pt x="415626" y="520240"/>
                </a:cubicBezTo>
                <a:cubicBezTo>
                  <a:pt x="411573" y="522598"/>
                  <a:pt x="405457" y="527830"/>
                  <a:pt x="402731" y="535051"/>
                </a:cubicBezTo>
                <a:cubicBezTo>
                  <a:pt x="402583" y="535494"/>
                  <a:pt x="402657" y="535715"/>
                  <a:pt x="403173" y="535788"/>
                </a:cubicBezTo>
                <a:cubicBezTo>
                  <a:pt x="404647" y="535936"/>
                  <a:pt x="405973" y="536157"/>
                  <a:pt x="407447" y="536378"/>
                </a:cubicBezTo>
                <a:cubicBezTo>
                  <a:pt x="413637" y="537262"/>
                  <a:pt x="414668" y="537115"/>
                  <a:pt x="421079" y="533283"/>
                </a:cubicBezTo>
                <a:cubicBezTo>
                  <a:pt x="427269" y="529599"/>
                  <a:pt x="435669" y="526504"/>
                  <a:pt x="443259" y="527019"/>
                </a:cubicBezTo>
                <a:cubicBezTo>
                  <a:pt x="447386" y="527241"/>
                  <a:pt x="450260" y="529230"/>
                  <a:pt x="450112" y="532030"/>
                </a:cubicBezTo>
                <a:close/>
                <a:moveTo>
                  <a:pt x="443038" y="528862"/>
                </a:moveTo>
                <a:cubicBezTo>
                  <a:pt x="436480" y="528420"/>
                  <a:pt x="428522" y="530925"/>
                  <a:pt x="421963" y="534830"/>
                </a:cubicBezTo>
                <a:cubicBezTo>
                  <a:pt x="419458" y="536378"/>
                  <a:pt x="417616" y="537631"/>
                  <a:pt x="414889" y="538220"/>
                </a:cubicBezTo>
                <a:cubicBezTo>
                  <a:pt x="412237" y="538883"/>
                  <a:pt x="409952" y="538589"/>
                  <a:pt x="407078" y="538146"/>
                </a:cubicBezTo>
                <a:cubicBezTo>
                  <a:pt x="405384" y="537925"/>
                  <a:pt x="403762" y="537704"/>
                  <a:pt x="401994" y="537483"/>
                </a:cubicBezTo>
                <a:cubicBezTo>
                  <a:pt x="400446" y="537336"/>
                  <a:pt x="400078" y="536673"/>
                  <a:pt x="400520" y="535199"/>
                </a:cubicBezTo>
                <a:cubicBezTo>
                  <a:pt x="403173" y="526946"/>
                  <a:pt x="410394" y="521051"/>
                  <a:pt x="414521" y="518619"/>
                </a:cubicBezTo>
                <a:cubicBezTo>
                  <a:pt x="416216" y="517661"/>
                  <a:pt x="416584" y="517366"/>
                  <a:pt x="417100" y="516924"/>
                </a:cubicBezTo>
                <a:cubicBezTo>
                  <a:pt x="417616" y="516556"/>
                  <a:pt x="418353" y="515745"/>
                  <a:pt x="418426" y="514861"/>
                </a:cubicBezTo>
                <a:cubicBezTo>
                  <a:pt x="418574" y="512871"/>
                  <a:pt x="415774" y="512503"/>
                  <a:pt x="412826" y="513019"/>
                </a:cubicBezTo>
                <a:cubicBezTo>
                  <a:pt x="404868" y="514419"/>
                  <a:pt x="397352" y="520166"/>
                  <a:pt x="392193" y="527609"/>
                </a:cubicBezTo>
                <a:cubicBezTo>
                  <a:pt x="390499" y="530041"/>
                  <a:pt x="389098" y="532325"/>
                  <a:pt x="386740" y="534241"/>
                </a:cubicBezTo>
                <a:cubicBezTo>
                  <a:pt x="384382" y="536083"/>
                  <a:pt x="381656" y="537041"/>
                  <a:pt x="378635" y="537631"/>
                </a:cubicBezTo>
                <a:cubicBezTo>
                  <a:pt x="377235" y="537925"/>
                  <a:pt x="374140" y="538367"/>
                  <a:pt x="372592" y="538589"/>
                </a:cubicBezTo>
                <a:cubicBezTo>
                  <a:pt x="371118" y="538810"/>
                  <a:pt x="370603" y="538367"/>
                  <a:pt x="370455" y="536894"/>
                </a:cubicBezTo>
                <a:cubicBezTo>
                  <a:pt x="369866" y="528641"/>
                  <a:pt x="373771" y="519945"/>
                  <a:pt x="378782" y="514640"/>
                </a:cubicBezTo>
                <a:cubicBezTo>
                  <a:pt x="380108" y="513166"/>
                  <a:pt x="382393" y="511103"/>
                  <a:pt x="381877" y="509039"/>
                </a:cubicBezTo>
                <a:cubicBezTo>
                  <a:pt x="381509" y="507639"/>
                  <a:pt x="379961" y="507050"/>
                  <a:pt x="378340" y="507271"/>
                </a:cubicBezTo>
                <a:cubicBezTo>
                  <a:pt x="376940" y="507492"/>
                  <a:pt x="375613" y="508155"/>
                  <a:pt x="374361" y="508892"/>
                </a:cubicBezTo>
                <a:cubicBezTo>
                  <a:pt x="365518" y="514271"/>
                  <a:pt x="361465" y="523335"/>
                  <a:pt x="359402" y="531736"/>
                </a:cubicBezTo>
                <a:cubicBezTo>
                  <a:pt x="357560" y="538957"/>
                  <a:pt x="356381" y="541241"/>
                  <a:pt x="349823" y="544115"/>
                </a:cubicBezTo>
                <a:cubicBezTo>
                  <a:pt x="347170" y="545294"/>
                  <a:pt x="344443" y="546178"/>
                  <a:pt x="340390" y="547873"/>
                </a:cubicBezTo>
                <a:cubicBezTo>
                  <a:pt x="338917" y="548463"/>
                  <a:pt x="338253" y="548094"/>
                  <a:pt x="338032" y="546547"/>
                </a:cubicBezTo>
                <a:cubicBezTo>
                  <a:pt x="337001" y="539620"/>
                  <a:pt x="339064" y="531588"/>
                  <a:pt x="341275" y="526725"/>
                </a:cubicBezTo>
                <a:cubicBezTo>
                  <a:pt x="342159" y="524735"/>
                  <a:pt x="343854" y="521640"/>
                  <a:pt x="341864" y="520240"/>
                </a:cubicBezTo>
                <a:cubicBezTo>
                  <a:pt x="339948" y="518914"/>
                  <a:pt x="337148" y="520756"/>
                  <a:pt x="335380" y="522598"/>
                </a:cubicBezTo>
                <a:cubicBezTo>
                  <a:pt x="332579" y="525546"/>
                  <a:pt x="330590" y="529378"/>
                  <a:pt x="329337" y="533209"/>
                </a:cubicBezTo>
                <a:cubicBezTo>
                  <a:pt x="328158" y="536820"/>
                  <a:pt x="327421" y="540578"/>
                  <a:pt x="326979" y="545736"/>
                </a:cubicBezTo>
                <a:cubicBezTo>
                  <a:pt x="326684" y="549052"/>
                  <a:pt x="326684" y="550379"/>
                  <a:pt x="325284" y="552810"/>
                </a:cubicBezTo>
                <a:cubicBezTo>
                  <a:pt x="323958" y="555095"/>
                  <a:pt x="322410" y="556200"/>
                  <a:pt x="319905" y="557748"/>
                </a:cubicBezTo>
                <a:cubicBezTo>
                  <a:pt x="318284" y="558779"/>
                  <a:pt x="316589" y="559811"/>
                  <a:pt x="314968" y="560842"/>
                </a:cubicBezTo>
                <a:cubicBezTo>
                  <a:pt x="314526" y="561137"/>
                  <a:pt x="314305" y="561137"/>
                  <a:pt x="313863" y="560842"/>
                </a:cubicBezTo>
                <a:cubicBezTo>
                  <a:pt x="311873" y="559590"/>
                  <a:pt x="311284" y="559221"/>
                  <a:pt x="309662" y="558927"/>
                </a:cubicBezTo>
                <a:cubicBezTo>
                  <a:pt x="307746" y="558484"/>
                  <a:pt x="305757" y="558705"/>
                  <a:pt x="304062" y="559737"/>
                </a:cubicBezTo>
                <a:cubicBezTo>
                  <a:pt x="300304" y="561874"/>
                  <a:pt x="300009" y="566001"/>
                  <a:pt x="301115" y="569243"/>
                </a:cubicBezTo>
                <a:cubicBezTo>
                  <a:pt x="301409" y="570053"/>
                  <a:pt x="301336" y="570348"/>
                  <a:pt x="300746" y="570938"/>
                </a:cubicBezTo>
                <a:cubicBezTo>
                  <a:pt x="297946" y="573812"/>
                  <a:pt x="296325" y="578233"/>
                  <a:pt x="299346" y="581770"/>
                </a:cubicBezTo>
                <a:cubicBezTo>
                  <a:pt x="302146" y="585012"/>
                  <a:pt x="306936" y="584717"/>
                  <a:pt x="310694" y="582802"/>
                </a:cubicBezTo>
                <a:cubicBezTo>
                  <a:pt x="311431" y="582433"/>
                  <a:pt x="311799" y="582433"/>
                  <a:pt x="312463" y="582875"/>
                </a:cubicBezTo>
                <a:cubicBezTo>
                  <a:pt x="315263" y="584791"/>
                  <a:pt x="318800" y="585602"/>
                  <a:pt x="321968" y="583760"/>
                </a:cubicBezTo>
                <a:cubicBezTo>
                  <a:pt x="325137" y="581917"/>
                  <a:pt x="326169" y="578307"/>
                  <a:pt x="324621" y="574548"/>
                </a:cubicBezTo>
                <a:cubicBezTo>
                  <a:pt x="324400" y="574033"/>
                  <a:pt x="324474" y="573812"/>
                  <a:pt x="324916" y="573517"/>
                </a:cubicBezTo>
                <a:cubicBezTo>
                  <a:pt x="353286" y="553989"/>
                  <a:pt x="386593" y="545294"/>
                  <a:pt x="415037" y="552147"/>
                </a:cubicBezTo>
                <a:cubicBezTo>
                  <a:pt x="424837" y="554505"/>
                  <a:pt x="430290" y="557674"/>
                  <a:pt x="435743" y="560548"/>
                </a:cubicBezTo>
                <a:cubicBezTo>
                  <a:pt x="439354" y="562464"/>
                  <a:pt x="442596" y="563495"/>
                  <a:pt x="444365" y="561727"/>
                </a:cubicBezTo>
                <a:cubicBezTo>
                  <a:pt x="446059" y="559958"/>
                  <a:pt x="444807" y="556790"/>
                  <a:pt x="441712" y="553695"/>
                </a:cubicBezTo>
                <a:cubicBezTo>
                  <a:pt x="440238" y="552221"/>
                  <a:pt x="437954" y="550379"/>
                  <a:pt x="435743" y="548758"/>
                </a:cubicBezTo>
                <a:cubicBezTo>
                  <a:pt x="433532" y="547136"/>
                  <a:pt x="431027" y="545589"/>
                  <a:pt x="429406" y="544336"/>
                </a:cubicBezTo>
                <a:cubicBezTo>
                  <a:pt x="428522" y="543673"/>
                  <a:pt x="428448" y="543157"/>
                  <a:pt x="429111" y="542273"/>
                </a:cubicBezTo>
                <a:cubicBezTo>
                  <a:pt x="432353" y="538146"/>
                  <a:pt x="438027" y="535862"/>
                  <a:pt x="442891" y="534757"/>
                </a:cubicBezTo>
                <a:cubicBezTo>
                  <a:pt x="444144" y="534462"/>
                  <a:pt x="446944" y="534020"/>
                  <a:pt x="447828" y="532399"/>
                </a:cubicBezTo>
                <a:cubicBezTo>
                  <a:pt x="449007" y="530262"/>
                  <a:pt x="445617" y="529083"/>
                  <a:pt x="443038" y="528862"/>
                </a:cubicBezTo>
                <a:close/>
                <a:moveTo>
                  <a:pt x="403762" y="602329"/>
                </a:moveTo>
                <a:cubicBezTo>
                  <a:pt x="405015" y="604834"/>
                  <a:pt x="403026" y="606824"/>
                  <a:pt x="399710" y="608298"/>
                </a:cubicBezTo>
                <a:cubicBezTo>
                  <a:pt x="396394" y="609772"/>
                  <a:pt x="393593" y="611687"/>
                  <a:pt x="392046" y="613456"/>
                </a:cubicBezTo>
                <a:cubicBezTo>
                  <a:pt x="391677" y="613824"/>
                  <a:pt x="391751" y="614193"/>
                  <a:pt x="392267" y="614340"/>
                </a:cubicBezTo>
                <a:cubicBezTo>
                  <a:pt x="393962" y="614930"/>
                  <a:pt x="395730" y="615519"/>
                  <a:pt x="397425" y="616330"/>
                </a:cubicBezTo>
                <a:cubicBezTo>
                  <a:pt x="401257" y="618098"/>
                  <a:pt x="403689" y="620898"/>
                  <a:pt x="402657" y="624067"/>
                </a:cubicBezTo>
                <a:cubicBezTo>
                  <a:pt x="401404" y="627678"/>
                  <a:pt x="397130" y="627309"/>
                  <a:pt x="393962" y="626867"/>
                </a:cubicBezTo>
                <a:cubicBezTo>
                  <a:pt x="389541" y="626204"/>
                  <a:pt x="386667" y="625909"/>
                  <a:pt x="382319" y="625983"/>
                </a:cubicBezTo>
                <a:cubicBezTo>
                  <a:pt x="357560" y="626499"/>
                  <a:pt x="337517" y="638142"/>
                  <a:pt x="320421" y="653321"/>
                </a:cubicBezTo>
                <a:cubicBezTo>
                  <a:pt x="320200" y="653542"/>
                  <a:pt x="320200" y="653616"/>
                  <a:pt x="320273" y="653911"/>
                </a:cubicBezTo>
                <a:cubicBezTo>
                  <a:pt x="322853" y="661280"/>
                  <a:pt x="315484" y="666585"/>
                  <a:pt x="308999" y="663711"/>
                </a:cubicBezTo>
                <a:cubicBezTo>
                  <a:pt x="308778" y="663638"/>
                  <a:pt x="308704" y="663638"/>
                  <a:pt x="308483" y="663711"/>
                </a:cubicBezTo>
                <a:cubicBezTo>
                  <a:pt x="300304" y="668206"/>
                  <a:pt x="292861" y="660322"/>
                  <a:pt x="297209" y="652879"/>
                </a:cubicBezTo>
                <a:cubicBezTo>
                  <a:pt x="297283" y="652732"/>
                  <a:pt x="297283" y="652584"/>
                  <a:pt x="297283" y="652437"/>
                </a:cubicBezTo>
                <a:cubicBezTo>
                  <a:pt x="294630" y="645142"/>
                  <a:pt x="301115" y="640352"/>
                  <a:pt x="307231" y="642342"/>
                </a:cubicBezTo>
                <a:cubicBezTo>
                  <a:pt x="307452" y="642415"/>
                  <a:pt x="307599" y="642415"/>
                  <a:pt x="307746" y="642268"/>
                </a:cubicBezTo>
                <a:cubicBezTo>
                  <a:pt x="308483" y="641605"/>
                  <a:pt x="309220" y="641015"/>
                  <a:pt x="309957" y="640352"/>
                </a:cubicBezTo>
                <a:cubicBezTo>
                  <a:pt x="312831" y="637847"/>
                  <a:pt x="313347" y="636447"/>
                  <a:pt x="312757" y="632689"/>
                </a:cubicBezTo>
                <a:cubicBezTo>
                  <a:pt x="311431" y="623478"/>
                  <a:pt x="311284" y="616625"/>
                  <a:pt x="314747" y="610287"/>
                </a:cubicBezTo>
                <a:cubicBezTo>
                  <a:pt x="316663" y="606750"/>
                  <a:pt x="319684" y="604466"/>
                  <a:pt x="322410" y="605498"/>
                </a:cubicBezTo>
                <a:cubicBezTo>
                  <a:pt x="325800" y="606677"/>
                  <a:pt x="324179" y="611245"/>
                  <a:pt x="323737" y="613530"/>
                </a:cubicBezTo>
                <a:cubicBezTo>
                  <a:pt x="322853" y="617804"/>
                  <a:pt x="323295" y="623404"/>
                  <a:pt x="325579" y="628194"/>
                </a:cubicBezTo>
                <a:cubicBezTo>
                  <a:pt x="325726" y="628562"/>
                  <a:pt x="326021" y="628636"/>
                  <a:pt x="326390" y="628415"/>
                </a:cubicBezTo>
                <a:cubicBezTo>
                  <a:pt x="327126" y="627973"/>
                  <a:pt x="328527" y="627088"/>
                  <a:pt x="329042" y="626794"/>
                </a:cubicBezTo>
                <a:cubicBezTo>
                  <a:pt x="332653" y="624583"/>
                  <a:pt x="333316" y="623109"/>
                  <a:pt x="333464" y="618909"/>
                </a:cubicBezTo>
                <a:cubicBezTo>
                  <a:pt x="333906" y="608298"/>
                  <a:pt x="336264" y="602476"/>
                  <a:pt x="339875" y="597760"/>
                </a:cubicBezTo>
                <a:cubicBezTo>
                  <a:pt x="341569" y="595550"/>
                  <a:pt x="343412" y="593781"/>
                  <a:pt x="345401" y="592602"/>
                </a:cubicBezTo>
                <a:cubicBezTo>
                  <a:pt x="348791" y="590465"/>
                  <a:pt x="351517" y="591128"/>
                  <a:pt x="352917" y="592750"/>
                </a:cubicBezTo>
                <a:cubicBezTo>
                  <a:pt x="354981" y="595108"/>
                  <a:pt x="352917" y="597539"/>
                  <a:pt x="351444" y="599529"/>
                </a:cubicBezTo>
                <a:cubicBezTo>
                  <a:pt x="347170" y="605277"/>
                  <a:pt x="346212" y="612277"/>
                  <a:pt x="347317" y="617435"/>
                </a:cubicBezTo>
                <a:cubicBezTo>
                  <a:pt x="347391" y="617877"/>
                  <a:pt x="347612" y="617951"/>
                  <a:pt x="348054" y="617804"/>
                </a:cubicBezTo>
                <a:cubicBezTo>
                  <a:pt x="348791" y="617509"/>
                  <a:pt x="349233" y="617361"/>
                  <a:pt x="350559" y="616919"/>
                </a:cubicBezTo>
                <a:cubicBezTo>
                  <a:pt x="352402" y="616256"/>
                  <a:pt x="353433" y="615888"/>
                  <a:pt x="354612" y="614635"/>
                </a:cubicBezTo>
                <a:cubicBezTo>
                  <a:pt x="355054" y="614119"/>
                  <a:pt x="355497" y="613530"/>
                  <a:pt x="355791" y="612719"/>
                </a:cubicBezTo>
                <a:cubicBezTo>
                  <a:pt x="356160" y="611835"/>
                  <a:pt x="355865" y="612645"/>
                  <a:pt x="356602" y="610435"/>
                </a:cubicBezTo>
                <a:cubicBezTo>
                  <a:pt x="359402" y="602108"/>
                  <a:pt x="365371" y="594886"/>
                  <a:pt x="373698" y="591423"/>
                </a:cubicBezTo>
                <a:cubicBezTo>
                  <a:pt x="377014" y="590023"/>
                  <a:pt x="380182" y="590023"/>
                  <a:pt x="381509" y="592160"/>
                </a:cubicBezTo>
                <a:cubicBezTo>
                  <a:pt x="382982" y="594444"/>
                  <a:pt x="380919" y="596287"/>
                  <a:pt x="378193" y="598718"/>
                </a:cubicBezTo>
                <a:lnTo>
                  <a:pt x="378193" y="598718"/>
                </a:lnTo>
                <a:cubicBezTo>
                  <a:pt x="374066" y="602403"/>
                  <a:pt x="370897" y="607487"/>
                  <a:pt x="369939" y="612056"/>
                </a:cubicBezTo>
                <a:lnTo>
                  <a:pt x="369939" y="612056"/>
                </a:lnTo>
                <a:cubicBezTo>
                  <a:pt x="369866" y="612572"/>
                  <a:pt x="370013" y="612793"/>
                  <a:pt x="370529" y="612719"/>
                </a:cubicBezTo>
                <a:cubicBezTo>
                  <a:pt x="371192" y="612645"/>
                  <a:pt x="371929" y="612572"/>
                  <a:pt x="372961" y="612498"/>
                </a:cubicBezTo>
                <a:cubicBezTo>
                  <a:pt x="377087" y="612203"/>
                  <a:pt x="378119" y="611540"/>
                  <a:pt x="381214" y="608593"/>
                </a:cubicBezTo>
                <a:cubicBezTo>
                  <a:pt x="385414" y="604540"/>
                  <a:pt x="391383" y="600782"/>
                  <a:pt x="397794" y="600118"/>
                </a:cubicBezTo>
                <a:cubicBezTo>
                  <a:pt x="400446" y="599750"/>
                  <a:pt x="402804" y="600487"/>
                  <a:pt x="403762" y="602329"/>
                </a:cubicBezTo>
                <a:close/>
                <a:moveTo>
                  <a:pt x="401994" y="603434"/>
                </a:moveTo>
                <a:cubicBezTo>
                  <a:pt x="401699" y="601739"/>
                  <a:pt x="399267" y="601813"/>
                  <a:pt x="397867" y="601887"/>
                </a:cubicBezTo>
                <a:cubicBezTo>
                  <a:pt x="392046" y="602476"/>
                  <a:pt x="386446" y="606013"/>
                  <a:pt x="382393" y="609845"/>
                </a:cubicBezTo>
                <a:cubicBezTo>
                  <a:pt x="379077" y="613014"/>
                  <a:pt x="377603" y="613898"/>
                  <a:pt x="372961" y="614267"/>
                </a:cubicBezTo>
                <a:cubicBezTo>
                  <a:pt x="371561" y="614414"/>
                  <a:pt x="370234" y="614488"/>
                  <a:pt x="368834" y="614635"/>
                </a:cubicBezTo>
                <a:cubicBezTo>
                  <a:pt x="367950" y="614709"/>
                  <a:pt x="367581" y="614414"/>
                  <a:pt x="367655" y="613456"/>
                </a:cubicBezTo>
                <a:cubicBezTo>
                  <a:pt x="368318" y="607119"/>
                  <a:pt x="372445" y="601003"/>
                  <a:pt x="376792" y="597171"/>
                </a:cubicBezTo>
                <a:cubicBezTo>
                  <a:pt x="377824" y="596287"/>
                  <a:pt x="380403" y="594371"/>
                  <a:pt x="379519" y="592897"/>
                </a:cubicBezTo>
                <a:cubicBezTo>
                  <a:pt x="378561" y="591349"/>
                  <a:pt x="375613" y="592455"/>
                  <a:pt x="374287" y="592971"/>
                </a:cubicBezTo>
                <a:cubicBezTo>
                  <a:pt x="366255" y="596360"/>
                  <a:pt x="360728" y="603361"/>
                  <a:pt x="358297" y="610877"/>
                </a:cubicBezTo>
                <a:cubicBezTo>
                  <a:pt x="356823" y="615446"/>
                  <a:pt x="355644" y="616919"/>
                  <a:pt x="351149" y="618540"/>
                </a:cubicBezTo>
                <a:cubicBezTo>
                  <a:pt x="349823" y="618983"/>
                  <a:pt x="348570" y="619425"/>
                  <a:pt x="347317" y="619941"/>
                </a:cubicBezTo>
                <a:cubicBezTo>
                  <a:pt x="346507" y="620235"/>
                  <a:pt x="346138" y="620088"/>
                  <a:pt x="345843" y="619204"/>
                </a:cubicBezTo>
                <a:cubicBezTo>
                  <a:pt x="343559" y="611540"/>
                  <a:pt x="346138" y="603287"/>
                  <a:pt x="349970" y="598202"/>
                </a:cubicBezTo>
                <a:cubicBezTo>
                  <a:pt x="351296" y="596434"/>
                  <a:pt x="352254" y="594960"/>
                  <a:pt x="351296" y="593707"/>
                </a:cubicBezTo>
                <a:cubicBezTo>
                  <a:pt x="350338" y="592528"/>
                  <a:pt x="348422" y="592750"/>
                  <a:pt x="346433" y="594002"/>
                </a:cubicBezTo>
                <a:cubicBezTo>
                  <a:pt x="342675" y="596360"/>
                  <a:pt x="339580" y="600634"/>
                  <a:pt x="337885" y="604908"/>
                </a:cubicBezTo>
                <a:cubicBezTo>
                  <a:pt x="336116" y="609256"/>
                  <a:pt x="335527" y="613898"/>
                  <a:pt x="335380" y="618835"/>
                </a:cubicBezTo>
                <a:cubicBezTo>
                  <a:pt x="335159" y="623846"/>
                  <a:pt x="334348" y="625541"/>
                  <a:pt x="330074" y="628267"/>
                </a:cubicBezTo>
                <a:cubicBezTo>
                  <a:pt x="328821" y="629078"/>
                  <a:pt x="327569" y="629815"/>
                  <a:pt x="326316" y="630625"/>
                </a:cubicBezTo>
                <a:cubicBezTo>
                  <a:pt x="325579" y="631068"/>
                  <a:pt x="325211" y="630994"/>
                  <a:pt x="324768" y="630257"/>
                </a:cubicBezTo>
                <a:cubicBezTo>
                  <a:pt x="321305" y="624583"/>
                  <a:pt x="321231" y="617067"/>
                  <a:pt x="322042" y="613088"/>
                </a:cubicBezTo>
                <a:cubicBezTo>
                  <a:pt x="322410" y="611540"/>
                  <a:pt x="323516" y="607856"/>
                  <a:pt x="321526" y="607266"/>
                </a:cubicBezTo>
                <a:cubicBezTo>
                  <a:pt x="319610" y="606677"/>
                  <a:pt x="317547" y="609256"/>
                  <a:pt x="316515" y="611172"/>
                </a:cubicBezTo>
                <a:cubicBezTo>
                  <a:pt x="313126" y="617288"/>
                  <a:pt x="313568" y="624288"/>
                  <a:pt x="314747" y="632394"/>
                </a:cubicBezTo>
                <a:cubicBezTo>
                  <a:pt x="315410" y="636963"/>
                  <a:pt x="314821" y="638657"/>
                  <a:pt x="311357" y="641752"/>
                </a:cubicBezTo>
                <a:cubicBezTo>
                  <a:pt x="310399" y="642637"/>
                  <a:pt x="309368" y="643447"/>
                  <a:pt x="308410" y="644331"/>
                </a:cubicBezTo>
                <a:cubicBezTo>
                  <a:pt x="308115" y="644626"/>
                  <a:pt x="307968" y="644626"/>
                  <a:pt x="307525" y="644479"/>
                </a:cubicBezTo>
                <a:cubicBezTo>
                  <a:pt x="305094" y="643521"/>
                  <a:pt x="302515" y="643447"/>
                  <a:pt x="300525" y="645142"/>
                </a:cubicBezTo>
                <a:cubicBezTo>
                  <a:pt x="298535" y="646837"/>
                  <a:pt x="298093" y="649563"/>
                  <a:pt x="299346" y="652437"/>
                </a:cubicBezTo>
                <a:cubicBezTo>
                  <a:pt x="299493" y="652806"/>
                  <a:pt x="299493" y="652953"/>
                  <a:pt x="299272" y="653321"/>
                </a:cubicBezTo>
                <a:cubicBezTo>
                  <a:pt x="297430" y="656195"/>
                  <a:pt x="297062" y="659659"/>
                  <a:pt x="300009" y="661943"/>
                </a:cubicBezTo>
                <a:cubicBezTo>
                  <a:pt x="302588" y="664006"/>
                  <a:pt x="306052" y="663269"/>
                  <a:pt x="308262" y="661796"/>
                </a:cubicBezTo>
                <a:cubicBezTo>
                  <a:pt x="308631" y="661574"/>
                  <a:pt x="308778" y="661574"/>
                  <a:pt x="309147" y="661722"/>
                </a:cubicBezTo>
                <a:cubicBezTo>
                  <a:pt x="311284" y="662901"/>
                  <a:pt x="314157" y="663196"/>
                  <a:pt x="316442" y="661574"/>
                </a:cubicBezTo>
                <a:cubicBezTo>
                  <a:pt x="318800" y="659953"/>
                  <a:pt x="319758" y="656785"/>
                  <a:pt x="318137" y="653616"/>
                </a:cubicBezTo>
                <a:cubicBezTo>
                  <a:pt x="317915" y="653248"/>
                  <a:pt x="317989" y="653027"/>
                  <a:pt x="318284" y="652732"/>
                </a:cubicBezTo>
                <a:cubicBezTo>
                  <a:pt x="337074" y="635784"/>
                  <a:pt x="357707" y="624583"/>
                  <a:pt x="382319" y="624141"/>
                </a:cubicBezTo>
                <a:cubicBezTo>
                  <a:pt x="386814" y="624067"/>
                  <a:pt x="389762" y="624362"/>
                  <a:pt x="394257" y="625025"/>
                </a:cubicBezTo>
                <a:cubicBezTo>
                  <a:pt x="396246" y="625320"/>
                  <a:pt x="399783" y="625836"/>
                  <a:pt x="400667" y="623330"/>
                </a:cubicBezTo>
                <a:cubicBezTo>
                  <a:pt x="401625" y="620751"/>
                  <a:pt x="398383" y="618835"/>
                  <a:pt x="396615" y="618025"/>
                </a:cubicBezTo>
                <a:cubicBezTo>
                  <a:pt x="395288" y="617435"/>
                  <a:pt x="391088" y="615961"/>
                  <a:pt x="389614" y="615446"/>
                </a:cubicBezTo>
                <a:cubicBezTo>
                  <a:pt x="388951" y="615225"/>
                  <a:pt x="388804" y="614856"/>
                  <a:pt x="389172" y="614193"/>
                </a:cubicBezTo>
                <a:cubicBezTo>
                  <a:pt x="391383" y="610361"/>
                  <a:pt x="395583" y="608150"/>
                  <a:pt x="398899" y="606529"/>
                </a:cubicBezTo>
                <a:cubicBezTo>
                  <a:pt x="400299" y="605866"/>
                  <a:pt x="400520" y="605719"/>
                  <a:pt x="401110" y="605277"/>
                </a:cubicBezTo>
                <a:cubicBezTo>
                  <a:pt x="401625" y="604834"/>
                  <a:pt x="402141" y="604171"/>
                  <a:pt x="401994" y="603434"/>
                </a:cubicBezTo>
                <a:close/>
                <a:moveTo>
                  <a:pt x="442522" y="530851"/>
                </a:moveTo>
                <a:cubicBezTo>
                  <a:pt x="436406" y="530925"/>
                  <a:pt x="429406" y="533357"/>
                  <a:pt x="423585" y="537262"/>
                </a:cubicBezTo>
                <a:cubicBezTo>
                  <a:pt x="420490" y="539325"/>
                  <a:pt x="420269" y="539473"/>
                  <a:pt x="418721" y="540210"/>
                </a:cubicBezTo>
                <a:cubicBezTo>
                  <a:pt x="417174" y="540947"/>
                  <a:pt x="415626" y="541389"/>
                  <a:pt x="414005" y="541610"/>
                </a:cubicBezTo>
                <a:cubicBezTo>
                  <a:pt x="411868" y="541831"/>
                  <a:pt x="409584" y="541610"/>
                  <a:pt x="406710" y="541168"/>
                </a:cubicBezTo>
                <a:cubicBezTo>
                  <a:pt x="404499" y="540873"/>
                  <a:pt x="402804" y="540652"/>
                  <a:pt x="401183" y="540504"/>
                </a:cubicBezTo>
                <a:cubicBezTo>
                  <a:pt x="397720" y="540210"/>
                  <a:pt x="396394" y="538589"/>
                  <a:pt x="397573" y="535051"/>
                </a:cubicBezTo>
                <a:cubicBezTo>
                  <a:pt x="400520" y="525546"/>
                  <a:pt x="410173" y="518766"/>
                  <a:pt x="414079" y="516703"/>
                </a:cubicBezTo>
                <a:cubicBezTo>
                  <a:pt x="415331" y="516040"/>
                  <a:pt x="415921" y="515745"/>
                  <a:pt x="415921" y="515229"/>
                </a:cubicBezTo>
                <a:cubicBezTo>
                  <a:pt x="415921" y="514640"/>
                  <a:pt x="414816" y="514566"/>
                  <a:pt x="413416" y="514861"/>
                </a:cubicBezTo>
                <a:cubicBezTo>
                  <a:pt x="406636" y="516482"/>
                  <a:pt x="399562" y="521861"/>
                  <a:pt x="394551" y="529378"/>
                </a:cubicBezTo>
                <a:cubicBezTo>
                  <a:pt x="391677" y="533651"/>
                  <a:pt x="392341" y="532841"/>
                  <a:pt x="390941" y="534388"/>
                </a:cubicBezTo>
                <a:cubicBezTo>
                  <a:pt x="389688" y="535788"/>
                  <a:pt x="388362" y="536967"/>
                  <a:pt x="386814" y="537852"/>
                </a:cubicBezTo>
                <a:cubicBezTo>
                  <a:pt x="384751" y="539104"/>
                  <a:pt x="382172" y="539989"/>
                  <a:pt x="379150" y="540578"/>
                </a:cubicBezTo>
                <a:cubicBezTo>
                  <a:pt x="376940" y="541020"/>
                  <a:pt x="374950" y="541241"/>
                  <a:pt x="372740" y="541610"/>
                </a:cubicBezTo>
                <a:cubicBezTo>
                  <a:pt x="369424" y="542199"/>
                  <a:pt x="367876" y="541168"/>
                  <a:pt x="367581" y="537557"/>
                </a:cubicBezTo>
                <a:cubicBezTo>
                  <a:pt x="366771" y="528346"/>
                  <a:pt x="371192" y="518766"/>
                  <a:pt x="377161" y="512945"/>
                </a:cubicBezTo>
                <a:cubicBezTo>
                  <a:pt x="378856" y="511324"/>
                  <a:pt x="379666" y="510366"/>
                  <a:pt x="379298" y="509703"/>
                </a:cubicBezTo>
                <a:cubicBezTo>
                  <a:pt x="378929" y="509113"/>
                  <a:pt x="377382" y="509629"/>
                  <a:pt x="375613" y="510808"/>
                </a:cubicBezTo>
                <a:cubicBezTo>
                  <a:pt x="368392" y="515450"/>
                  <a:pt x="364560" y="522893"/>
                  <a:pt x="362202" y="532546"/>
                </a:cubicBezTo>
                <a:cubicBezTo>
                  <a:pt x="361318" y="536083"/>
                  <a:pt x="361171" y="536746"/>
                  <a:pt x="360507" y="538367"/>
                </a:cubicBezTo>
                <a:cubicBezTo>
                  <a:pt x="359770" y="540062"/>
                  <a:pt x="358812" y="541462"/>
                  <a:pt x="357633" y="542641"/>
                </a:cubicBezTo>
                <a:cubicBezTo>
                  <a:pt x="356086" y="544189"/>
                  <a:pt x="353875" y="545589"/>
                  <a:pt x="350928" y="546842"/>
                </a:cubicBezTo>
                <a:cubicBezTo>
                  <a:pt x="347538" y="548315"/>
                  <a:pt x="344370" y="549421"/>
                  <a:pt x="340980" y="550821"/>
                </a:cubicBezTo>
                <a:cubicBezTo>
                  <a:pt x="337738" y="552221"/>
                  <a:pt x="335822" y="551337"/>
                  <a:pt x="335232" y="547652"/>
                </a:cubicBezTo>
                <a:cubicBezTo>
                  <a:pt x="333832" y="539473"/>
                  <a:pt x="336338" y="530999"/>
                  <a:pt x="339211" y="525472"/>
                </a:cubicBezTo>
                <a:cubicBezTo>
                  <a:pt x="340243" y="523556"/>
                  <a:pt x="340538" y="522377"/>
                  <a:pt x="339654" y="522377"/>
                </a:cubicBezTo>
                <a:cubicBezTo>
                  <a:pt x="339138" y="522377"/>
                  <a:pt x="338180" y="523040"/>
                  <a:pt x="337296" y="524146"/>
                </a:cubicBezTo>
                <a:cubicBezTo>
                  <a:pt x="332801" y="529378"/>
                  <a:pt x="330590" y="536967"/>
                  <a:pt x="329853" y="546031"/>
                </a:cubicBezTo>
                <a:cubicBezTo>
                  <a:pt x="329263" y="553326"/>
                  <a:pt x="327790" y="556347"/>
                  <a:pt x="321453" y="560327"/>
                </a:cubicBezTo>
                <a:cubicBezTo>
                  <a:pt x="320495" y="560916"/>
                  <a:pt x="316884" y="563200"/>
                  <a:pt x="316073" y="563716"/>
                </a:cubicBezTo>
                <a:cubicBezTo>
                  <a:pt x="314747" y="564601"/>
                  <a:pt x="314084" y="564527"/>
                  <a:pt x="312831" y="563643"/>
                </a:cubicBezTo>
                <a:cubicBezTo>
                  <a:pt x="310694" y="562095"/>
                  <a:pt x="308483" y="561285"/>
                  <a:pt x="306420" y="561800"/>
                </a:cubicBezTo>
                <a:cubicBezTo>
                  <a:pt x="303694" y="562537"/>
                  <a:pt x="302736" y="565337"/>
                  <a:pt x="303841" y="568506"/>
                </a:cubicBezTo>
                <a:cubicBezTo>
                  <a:pt x="304578" y="570569"/>
                  <a:pt x="304430" y="571306"/>
                  <a:pt x="302809" y="572927"/>
                </a:cubicBezTo>
                <a:cubicBezTo>
                  <a:pt x="300378" y="575285"/>
                  <a:pt x="299788" y="578159"/>
                  <a:pt x="301409" y="580001"/>
                </a:cubicBezTo>
                <a:cubicBezTo>
                  <a:pt x="302736" y="581475"/>
                  <a:pt x="305462" y="582359"/>
                  <a:pt x="309294" y="580370"/>
                </a:cubicBezTo>
                <a:cubicBezTo>
                  <a:pt x="311357" y="579265"/>
                  <a:pt x="312094" y="579338"/>
                  <a:pt x="314010" y="580665"/>
                </a:cubicBezTo>
                <a:cubicBezTo>
                  <a:pt x="316294" y="582286"/>
                  <a:pt x="318726" y="582433"/>
                  <a:pt x="320495" y="581402"/>
                </a:cubicBezTo>
                <a:cubicBezTo>
                  <a:pt x="322484" y="580223"/>
                  <a:pt x="323074" y="577938"/>
                  <a:pt x="321600" y="574991"/>
                </a:cubicBezTo>
                <a:cubicBezTo>
                  <a:pt x="320789" y="573517"/>
                  <a:pt x="320937" y="572780"/>
                  <a:pt x="322337" y="571822"/>
                </a:cubicBezTo>
                <a:cubicBezTo>
                  <a:pt x="351886" y="551189"/>
                  <a:pt x="386593" y="542347"/>
                  <a:pt x="415626" y="549494"/>
                </a:cubicBezTo>
                <a:cubicBezTo>
                  <a:pt x="422774" y="551263"/>
                  <a:pt x="428301" y="553768"/>
                  <a:pt x="435301" y="557821"/>
                </a:cubicBezTo>
                <a:cubicBezTo>
                  <a:pt x="439059" y="560032"/>
                  <a:pt x="441859" y="560990"/>
                  <a:pt x="442228" y="559442"/>
                </a:cubicBezTo>
                <a:cubicBezTo>
                  <a:pt x="442522" y="558263"/>
                  <a:pt x="440901" y="556274"/>
                  <a:pt x="438101" y="554063"/>
                </a:cubicBezTo>
                <a:cubicBezTo>
                  <a:pt x="435448" y="551926"/>
                  <a:pt x="432353" y="549863"/>
                  <a:pt x="426458" y="546178"/>
                </a:cubicBezTo>
                <a:cubicBezTo>
                  <a:pt x="424542" y="544926"/>
                  <a:pt x="424248" y="543747"/>
                  <a:pt x="425648" y="541831"/>
                </a:cubicBezTo>
                <a:cubicBezTo>
                  <a:pt x="429922" y="536157"/>
                  <a:pt x="436996" y="533725"/>
                  <a:pt x="442744" y="532841"/>
                </a:cubicBezTo>
                <a:cubicBezTo>
                  <a:pt x="444807" y="532546"/>
                  <a:pt x="445912" y="532251"/>
                  <a:pt x="445838" y="531662"/>
                </a:cubicBezTo>
                <a:cubicBezTo>
                  <a:pt x="445691" y="531146"/>
                  <a:pt x="444365" y="530778"/>
                  <a:pt x="442522" y="530851"/>
                </a:cubicBezTo>
                <a:close/>
                <a:moveTo>
                  <a:pt x="398383" y="603582"/>
                </a:moveTo>
                <a:cubicBezTo>
                  <a:pt x="393299" y="604613"/>
                  <a:pt x="388435" y="607414"/>
                  <a:pt x="384235" y="611687"/>
                </a:cubicBezTo>
                <a:cubicBezTo>
                  <a:pt x="380477" y="615519"/>
                  <a:pt x="378708" y="616551"/>
                  <a:pt x="373255" y="616919"/>
                </a:cubicBezTo>
                <a:cubicBezTo>
                  <a:pt x="371340" y="617067"/>
                  <a:pt x="370160" y="617214"/>
                  <a:pt x="369055" y="617288"/>
                </a:cubicBezTo>
                <a:cubicBezTo>
                  <a:pt x="366181" y="617656"/>
                  <a:pt x="364781" y="616551"/>
                  <a:pt x="365223" y="613456"/>
                </a:cubicBezTo>
                <a:cubicBezTo>
                  <a:pt x="366034" y="605940"/>
                  <a:pt x="371192" y="599529"/>
                  <a:pt x="376277" y="595697"/>
                </a:cubicBezTo>
                <a:cubicBezTo>
                  <a:pt x="377677" y="594665"/>
                  <a:pt x="378119" y="594002"/>
                  <a:pt x="377382" y="593855"/>
                </a:cubicBezTo>
                <a:cubicBezTo>
                  <a:pt x="376940" y="593781"/>
                  <a:pt x="376056" y="594002"/>
                  <a:pt x="375245" y="594518"/>
                </a:cubicBezTo>
                <a:cubicBezTo>
                  <a:pt x="368024" y="598350"/>
                  <a:pt x="363234" y="604466"/>
                  <a:pt x="360802" y="611835"/>
                </a:cubicBezTo>
                <a:cubicBezTo>
                  <a:pt x="359034" y="617361"/>
                  <a:pt x="357707" y="619130"/>
                  <a:pt x="352033" y="621120"/>
                </a:cubicBezTo>
                <a:cubicBezTo>
                  <a:pt x="349970" y="621856"/>
                  <a:pt x="349307" y="622078"/>
                  <a:pt x="348201" y="622520"/>
                </a:cubicBezTo>
                <a:cubicBezTo>
                  <a:pt x="345549" y="623551"/>
                  <a:pt x="344075" y="622962"/>
                  <a:pt x="343338" y="620088"/>
                </a:cubicBezTo>
                <a:cubicBezTo>
                  <a:pt x="340906" y="611687"/>
                  <a:pt x="343706" y="602403"/>
                  <a:pt x="348644" y="596876"/>
                </a:cubicBezTo>
                <a:cubicBezTo>
                  <a:pt x="350265" y="595108"/>
                  <a:pt x="349454" y="594371"/>
                  <a:pt x="347612" y="595697"/>
                </a:cubicBezTo>
                <a:cubicBezTo>
                  <a:pt x="344517" y="597834"/>
                  <a:pt x="341864" y="601518"/>
                  <a:pt x="340243" y="605866"/>
                </a:cubicBezTo>
                <a:cubicBezTo>
                  <a:pt x="338917" y="609403"/>
                  <a:pt x="338253" y="613309"/>
                  <a:pt x="337959" y="619056"/>
                </a:cubicBezTo>
                <a:cubicBezTo>
                  <a:pt x="337738" y="624951"/>
                  <a:pt x="336559" y="627383"/>
                  <a:pt x="331400" y="630552"/>
                </a:cubicBezTo>
                <a:cubicBezTo>
                  <a:pt x="330221" y="631289"/>
                  <a:pt x="328895" y="632099"/>
                  <a:pt x="327642" y="632910"/>
                </a:cubicBezTo>
                <a:cubicBezTo>
                  <a:pt x="325284" y="634457"/>
                  <a:pt x="323884" y="634162"/>
                  <a:pt x="322410" y="631657"/>
                </a:cubicBezTo>
                <a:cubicBezTo>
                  <a:pt x="318726" y="625615"/>
                  <a:pt x="318579" y="617582"/>
                  <a:pt x="320052" y="612572"/>
                </a:cubicBezTo>
                <a:cubicBezTo>
                  <a:pt x="320642" y="610508"/>
                  <a:pt x="320863" y="609550"/>
                  <a:pt x="320273" y="609550"/>
                </a:cubicBezTo>
                <a:cubicBezTo>
                  <a:pt x="319758" y="609550"/>
                  <a:pt x="318947" y="610508"/>
                  <a:pt x="318284" y="611982"/>
                </a:cubicBezTo>
                <a:cubicBezTo>
                  <a:pt x="315778" y="617361"/>
                  <a:pt x="316073" y="623920"/>
                  <a:pt x="317252" y="632025"/>
                </a:cubicBezTo>
                <a:cubicBezTo>
                  <a:pt x="318137" y="637699"/>
                  <a:pt x="317326" y="639910"/>
                  <a:pt x="312978" y="643668"/>
                </a:cubicBezTo>
                <a:cubicBezTo>
                  <a:pt x="312463" y="644184"/>
                  <a:pt x="310252" y="646026"/>
                  <a:pt x="309736" y="646542"/>
                </a:cubicBezTo>
                <a:cubicBezTo>
                  <a:pt x="308704" y="647500"/>
                  <a:pt x="308115" y="647574"/>
                  <a:pt x="306862" y="646984"/>
                </a:cubicBezTo>
                <a:cubicBezTo>
                  <a:pt x="304725" y="646026"/>
                  <a:pt x="303178" y="646174"/>
                  <a:pt x="302072" y="647205"/>
                </a:cubicBezTo>
                <a:cubicBezTo>
                  <a:pt x="301188" y="648090"/>
                  <a:pt x="300820" y="649490"/>
                  <a:pt x="301704" y="651479"/>
                </a:cubicBezTo>
                <a:cubicBezTo>
                  <a:pt x="302441" y="652953"/>
                  <a:pt x="302367" y="653469"/>
                  <a:pt x="301409" y="654795"/>
                </a:cubicBezTo>
                <a:cubicBezTo>
                  <a:pt x="299567" y="657301"/>
                  <a:pt x="300451" y="659806"/>
                  <a:pt x="302662" y="660469"/>
                </a:cubicBezTo>
                <a:cubicBezTo>
                  <a:pt x="304136" y="660911"/>
                  <a:pt x="305757" y="660469"/>
                  <a:pt x="307231" y="659364"/>
                </a:cubicBezTo>
                <a:cubicBezTo>
                  <a:pt x="308262" y="658553"/>
                  <a:pt x="308852" y="658480"/>
                  <a:pt x="309957" y="659216"/>
                </a:cubicBezTo>
                <a:cubicBezTo>
                  <a:pt x="311652" y="660248"/>
                  <a:pt x="313568" y="660469"/>
                  <a:pt x="315042" y="659438"/>
                </a:cubicBezTo>
                <a:cubicBezTo>
                  <a:pt x="316442" y="658406"/>
                  <a:pt x="316958" y="656490"/>
                  <a:pt x="315484" y="654206"/>
                </a:cubicBezTo>
                <a:cubicBezTo>
                  <a:pt x="314673" y="653100"/>
                  <a:pt x="314821" y="652437"/>
                  <a:pt x="315852" y="651553"/>
                </a:cubicBezTo>
                <a:cubicBezTo>
                  <a:pt x="336190" y="633057"/>
                  <a:pt x="357928" y="621856"/>
                  <a:pt x="382393" y="621783"/>
                </a:cubicBezTo>
                <a:cubicBezTo>
                  <a:pt x="386151" y="621709"/>
                  <a:pt x="390204" y="622151"/>
                  <a:pt x="394846" y="623109"/>
                </a:cubicBezTo>
                <a:cubicBezTo>
                  <a:pt x="396909" y="623551"/>
                  <a:pt x="398604" y="623404"/>
                  <a:pt x="398678" y="622299"/>
                </a:cubicBezTo>
                <a:cubicBezTo>
                  <a:pt x="398752" y="621488"/>
                  <a:pt x="397646" y="620604"/>
                  <a:pt x="395878" y="619941"/>
                </a:cubicBezTo>
                <a:cubicBezTo>
                  <a:pt x="394109" y="619204"/>
                  <a:pt x="391014" y="618246"/>
                  <a:pt x="387625" y="617288"/>
                </a:cubicBezTo>
                <a:cubicBezTo>
                  <a:pt x="386225" y="616919"/>
                  <a:pt x="385782" y="616182"/>
                  <a:pt x="386519" y="614856"/>
                </a:cubicBezTo>
                <a:cubicBezTo>
                  <a:pt x="389246" y="609329"/>
                  <a:pt x="394551" y="606382"/>
                  <a:pt x="398825" y="604834"/>
                </a:cubicBezTo>
                <a:cubicBezTo>
                  <a:pt x="400520" y="604098"/>
                  <a:pt x="400225" y="603140"/>
                  <a:pt x="398383" y="603582"/>
                </a:cubicBezTo>
                <a:close/>
                <a:moveTo>
                  <a:pt x="293746" y="287164"/>
                </a:moveTo>
                <a:cubicBezTo>
                  <a:pt x="298756" y="287164"/>
                  <a:pt x="301262" y="284290"/>
                  <a:pt x="301262" y="278174"/>
                </a:cubicBezTo>
                <a:lnTo>
                  <a:pt x="301262" y="275005"/>
                </a:lnTo>
                <a:lnTo>
                  <a:pt x="293746" y="275005"/>
                </a:lnTo>
                <a:lnTo>
                  <a:pt x="293746" y="277289"/>
                </a:lnTo>
                <a:lnTo>
                  <a:pt x="298683" y="277289"/>
                </a:lnTo>
                <a:lnTo>
                  <a:pt x="298683" y="278174"/>
                </a:lnTo>
                <a:cubicBezTo>
                  <a:pt x="298683" y="283111"/>
                  <a:pt x="297283" y="285027"/>
                  <a:pt x="293746" y="285027"/>
                </a:cubicBezTo>
                <a:cubicBezTo>
                  <a:pt x="289545" y="285027"/>
                  <a:pt x="288293" y="283037"/>
                  <a:pt x="288293" y="275152"/>
                </a:cubicBezTo>
                <a:cubicBezTo>
                  <a:pt x="288293" y="268005"/>
                  <a:pt x="289545" y="265941"/>
                  <a:pt x="293746" y="265941"/>
                </a:cubicBezTo>
                <a:cubicBezTo>
                  <a:pt x="296914" y="265941"/>
                  <a:pt x="298241" y="267415"/>
                  <a:pt x="298535" y="271100"/>
                </a:cubicBezTo>
                <a:lnTo>
                  <a:pt x="301041" y="271100"/>
                </a:lnTo>
                <a:cubicBezTo>
                  <a:pt x="300599" y="266089"/>
                  <a:pt x="298830" y="263510"/>
                  <a:pt x="293672" y="263510"/>
                </a:cubicBezTo>
                <a:cubicBezTo>
                  <a:pt x="287556" y="263510"/>
                  <a:pt x="285493" y="266678"/>
                  <a:pt x="285493" y="275152"/>
                </a:cubicBezTo>
                <a:cubicBezTo>
                  <a:pt x="285566" y="283995"/>
                  <a:pt x="287630" y="287164"/>
                  <a:pt x="293746" y="287164"/>
                </a:cubicBezTo>
                <a:close/>
                <a:moveTo>
                  <a:pt x="326832" y="384653"/>
                </a:moveTo>
                <a:cubicBezTo>
                  <a:pt x="329337" y="388412"/>
                  <a:pt x="330295" y="392759"/>
                  <a:pt x="329706" y="397328"/>
                </a:cubicBezTo>
                <a:cubicBezTo>
                  <a:pt x="329558" y="399170"/>
                  <a:pt x="329116" y="401012"/>
                  <a:pt x="328453" y="402707"/>
                </a:cubicBezTo>
                <a:cubicBezTo>
                  <a:pt x="328084" y="403665"/>
                  <a:pt x="327790" y="404549"/>
                  <a:pt x="327348" y="405286"/>
                </a:cubicBezTo>
                <a:cubicBezTo>
                  <a:pt x="324621" y="411034"/>
                  <a:pt x="320421" y="415603"/>
                  <a:pt x="319905" y="416487"/>
                </a:cubicBezTo>
                <a:cubicBezTo>
                  <a:pt x="319021" y="418034"/>
                  <a:pt x="319537" y="419655"/>
                  <a:pt x="320863" y="420761"/>
                </a:cubicBezTo>
                <a:cubicBezTo>
                  <a:pt x="322116" y="421866"/>
                  <a:pt x="326758" y="425772"/>
                  <a:pt x="326758" y="425772"/>
                </a:cubicBezTo>
                <a:cubicBezTo>
                  <a:pt x="331474" y="430046"/>
                  <a:pt x="332506" y="431446"/>
                  <a:pt x="330369" y="434541"/>
                </a:cubicBezTo>
                <a:cubicBezTo>
                  <a:pt x="328306" y="437488"/>
                  <a:pt x="321084" y="446036"/>
                  <a:pt x="315410" y="464458"/>
                </a:cubicBezTo>
                <a:cubicBezTo>
                  <a:pt x="314673" y="466742"/>
                  <a:pt x="314673" y="466374"/>
                  <a:pt x="309736" y="466669"/>
                </a:cubicBezTo>
                <a:cubicBezTo>
                  <a:pt x="308483" y="466742"/>
                  <a:pt x="307378" y="467332"/>
                  <a:pt x="307304" y="468437"/>
                </a:cubicBezTo>
                <a:cubicBezTo>
                  <a:pt x="307304" y="468879"/>
                  <a:pt x="307378" y="469248"/>
                  <a:pt x="307673" y="469543"/>
                </a:cubicBezTo>
                <a:cubicBezTo>
                  <a:pt x="308189" y="470058"/>
                  <a:pt x="308410" y="470353"/>
                  <a:pt x="308631" y="470648"/>
                </a:cubicBezTo>
                <a:cubicBezTo>
                  <a:pt x="308852" y="470943"/>
                  <a:pt x="308852" y="472637"/>
                  <a:pt x="308778" y="473964"/>
                </a:cubicBezTo>
                <a:cubicBezTo>
                  <a:pt x="308778" y="474332"/>
                  <a:pt x="308336" y="474553"/>
                  <a:pt x="307968" y="474701"/>
                </a:cubicBezTo>
                <a:cubicBezTo>
                  <a:pt x="305315" y="475732"/>
                  <a:pt x="298241" y="475511"/>
                  <a:pt x="296177" y="474995"/>
                </a:cubicBezTo>
                <a:cubicBezTo>
                  <a:pt x="295219" y="474774"/>
                  <a:pt x="294998" y="474627"/>
                  <a:pt x="295293" y="473522"/>
                </a:cubicBezTo>
                <a:cubicBezTo>
                  <a:pt x="296472" y="468879"/>
                  <a:pt x="297209" y="467258"/>
                  <a:pt x="299272" y="465637"/>
                </a:cubicBezTo>
                <a:cubicBezTo>
                  <a:pt x="302736" y="462984"/>
                  <a:pt x="305241" y="461584"/>
                  <a:pt x="308557" y="458342"/>
                </a:cubicBezTo>
                <a:cubicBezTo>
                  <a:pt x="310915" y="455984"/>
                  <a:pt x="317326" y="441099"/>
                  <a:pt x="317326" y="441099"/>
                </a:cubicBezTo>
                <a:cubicBezTo>
                  <a:pt x="319389" y="436677"/>
                  <a:pt x="317547" y="433067"/>
                  <a:pt x="316736" y="432109"/>
                </a:cubicBezTo>
                <a:cubicBezTo>
                  <a:pt x="316515" y="431814"/>
                  <a:pt x="316294" y="431593"/>
                  <a:pt x="316221" y="431593"/>
                </a:cubicBezTo>
                <a:cubicBezTo>
                  <a:pt x="300746" y="425477"/>
                  <a:pt x="283503" y="420761"/>
                  <a:pt x="294630" y="399907"/>
                </a:cubicBezTo>
                <a:cubicBezTo>
                  <a:pt x="290503" y="402781"/>
                  <a:pt x="288956" y="408307"/>
                  <a:pt x="288882" y="408602"/>
                </a:cubicBezTo>
                <a:cubicBezTo>
                  <a:pt x="278050" y="410297"/>
                  <a:pt x="265081" y="396223"/>
                  <a:pt x="263312" y="394601"/>
                </a:cubicBezTo>
                <a:cubicBezTo>
                  <a:pt x="260512" y="392170"/>
                  <a:pt x="253954" y="395559"/>
                  <a:pt x="251670" y="393791"/>
                </a:cubicBezTo>
                <a:cubicBezTo>
                  <a:pt x="257786" y="390770"/>
                  <a:pt x="258302" y="386496"/>
                  <a:pt x="262502" y="383401"/>
                </a:cubicBezTo>
                <a:cubicBezTo>
                  <a:pt x="259038" y="383990"/>
                  <a:pt x="254838" y="387896"/>
                  <a:pt x="252185" y="390106"/>
                </a:cubicBezTo>
                <a:cubicBezTo>
                  <a:pt x="248796" y="392907"/>
                  <a:pt x="244964" y="393938"/>
                  <a:pt x="244964" y="393938"/>
                </a:cubicBezTo>
                <a:cubicBezTo>
                  <a:pt x="244964" y="393938"/>
                  <a:pt x="244374" y="391285"/>
                  <a:pt x="241353" y="391506"/>
                </a:cubicBezTo>
                <a:cubicBezTo>
                  <a:pt x="237006" y="392022"/>
                  <a:pt x="233690" y="392096"/>
                  <a:pt x="227426" y="391875"/>
                </a:cubicBezTo>
                <a:cubicBezTo>
                  <a:pt x="222563" y="391728"/>
                  <a:pt x="222194" y="395044"/>
                  <a:pt x="219173" y="405507"/>
                </a:cubicBezTo>
                <a:cubicBezTo>
                  <a:pt x="218510" y="407718"/>
                  <a:pt x="218510" y="409265"/>
                  <a:pt x="218584" y="410518"/>
                </a:cubicBezTo>
                <a:cubicBezTo>
                  <a:pt x="218657" y="411623"/>
                  <a:pt x="218805" y="411918"/>
                  <a:pt x="217331" y="413539"/>
                </a:cubicBezTo>
                <a:cubicBezTo>
                  <a:pt x="215710" y="415308"/>
                  <a:pt x="217331" y="417740"/>
                  <a:pt x="219099" y="417887"/>
                </a:cubicBezTo>
                <a:cubicBezTo>
                  <a:pt x="219984" y="417961"/>
                  <a:pt x="220057" y="417961"/>
                  <a:pt x="220205" y="418108"/>
                </a:cubicBezTo>
                <a:cubicBezTo>
                  <a:pt x="220647" y="418476"/>
                  <a:pt x="221384" y="420540"/>
                  <a:pt x="221678" y="421866"/>
                </a:cubicBezTo>
                <a:cubicBezTo>
                  <a:pt x="221752" y="422235"/>
                  <a:pt x="221752" y="422382"/>
                  <a:pt x="221678" y="422603"/>
                </a:cubicBezTo>
                <a:cubicBezTo>
                  <a:pt x="221163" y="424372"/>
                  <a:pt x="216962" y="428203"/>
                  <a:pt x="214310" y="429382"/>
                </a:cubicBezTo>
                <a:cubicBezTo>
                  <a:pt x="213352" y="429824"/>
                  <a:pt x="213057" y="429824"/>
                  <a:pt x="212173" y="427540"/>
                </a:cubicBezTo>
                <a:cubicBezTo>
                  <a:pt x="211878" y="426877"/>
                  <a:pt x="210994" y="424519"/>
                  <a:pt x="210994" y="423340"/>
                </a:cubicBezTo>
                <a:cubicBezTo>
                  <a:pt x="210846" y="416487"/>
                  <a:pt x="210699" y="410592"/>
                  <a:pt x="211288" y="408381"/>
                </a:cubicBezTo>
                <a:cubicBezTo>
                  <a:pt x="213499" y="400644"/>
                  <a:pt x="216962" y="389738"/>
                  <a:pt x="217920" y="388485"/>
                </a:cubicBezTo>
                <a:cubicBezTo>
                  <a:pt x="218657" y="387601"/>
                  <a:pt x="227942" y="380969"/>
                  <a:pt x="234942" y="378537"/>
                </a:cubicBezTo>
                <a:cubicBezTo>
                  <a:pt x="236048" y="378169"/>
                  <a:pt x="235974" y="377358"/>
                  <a:pt x="235900" y="376990"/>
                </a:cubicBezTo>
                <a:cubicBezTo>
                  <a:pt x="233248" y="364684"/>
                  <a:pt x="232290" y="361810"/>
                  <a:pt x="257712" y="340735"/>
                </a:cubicBezTo>
                <a:cubicBezTo>
                  <a:pt x="259112" y="339556"/>
                  <a:pt x="259554" y="339335"/>
                  <a:pt x="259554" y="339335"/>
                </a:cubicBezTo>
                <a:cubicBezTo>
                  <a:pt x="259481" y="337861"/>
                  <a:pt x="259628" y="336903"/>
                  <a:pt x="259628" y="336903"/>
                </a:cubicBezTo>
                <a:cubicBezTo>
                  <a:pt x="261544" y="335724"/>
                  <a:pt x="264934" y="333661"/>
                  <a:pt x="266407" y="330492"/>
                </a:cubicBezTo>
                <a:cubicBezTo>
                  <a:pt x="266555" y="330345"/>
                  <a:pt x="259038" y="337346"/>
                  <a:pt x="255133" y="334840"/>
                </a:cubicBezTo>
                <a:cubicBezTo>
                  <a:pt x="254470" y="334398"/>
                  <a:pt x="253954" y="334324"/>
                  <a:pt x="253364" y="334545"/>
                </a:cubicBezTo>
                <a:cubicBezTo>
                  <a:pt x="252480" y="334840"/>
                  <a:pt x="248722" y="336461"/>
                  <a:pt x="247617" y="337051"/>
                </a:cubicBezTo>
                <a:cubicBezTo>
                  <a:pt x="245775" y="338082"/>
                  <a:pt x="245185" y="339409"/>
                  <a:pt x="244227" y="340072"/>
                </a:cubicBezTo>
                <a:cubicBezTo>
                  <a:pt x="243564" y="340514"/>
                  <a:pt x="242090" y="340956"/>
                  <a:pt x="240616" y="340514"/>
                </a:cubicBezTo>
                <a:cubicBezTo>
                  <a:pt x="238700" y="339998"/>
                  <a:pt x="236711" y="338819"/>
                  <a:pt x="237079" y="338082"/>
                </a:cubicBezTo>
                <a:cubicBezTo>
                  <a:pt x="237227" y="337788"/>
                  <a:pt x="237669" y="337051"/>
                  <a:pt x="237521" y="336388"/>
                </a:cubicBezTo>
                <a:cubicBezTo>
                  <a:pt x="237448" y="335945"/>
                  <a:pt x="237079" y="335503"/>
                  <a:pt x="237079" y="335503"/>
                </a:cubicBezTo>
                <a:cubicBezTo>
                  <a:pt x="239879" y="335577"/>
                  <a:pt x="246143" y="334103"/>
                  <a:pt x="241427" y="333514"/>
                </a:cubicBezTo>
                <a:cubicBezTo>
                  <a:pt x="239879" y="333293"/>
                  <a:pt x="237669" y="333366"/>
                  <a:pt x="235827" y="333587"/>
                </a:cubicBezTo>
                <a:cubicBezTo>
                  <a:pt x="235827" y="333587"/>
                  <a:pt x="235753" y="333440"/>
                  <a:pt x="235606" y="333072"/>
                </a:cubicBezTo>
                <a:cubicBezTo>
                  <a:pt x="235237" y="332261"/>
                  <a:pt x="233395" y="328724"/>
                  <a:pt x="237816" y="327250"/>
                </a:cubicBezTo>
                <a:lnTo>
                  <a:pt x="238553" y="327029"/>
                </a:lnTo>
                <a:cubicBezTo>
                  <a:pt x="240837" y="325482"/>
                  <a:pt x="246880" y="319955"/>
                  <a:pt x="249533" y="318776"/>
                </a:cubicBezTo>
                <a:cubicBezTo>
                  <a:pt x="249533" y="318776"/>
                  <a:pt x="249091" y="315165"/>
                  <a:pt x="256091" y="312513"/>
                </a:cubicBezTo>
                <a:cubicBezTo>
                  <a:pt x="258007" y="307575"/>
                  <a:pt x="252038" y="306396"/>
                  <a:pt x="252038" y="306396"/>
                </a:cubicBezTo>
                <a:cubicBezTo>
                  <a:pt x="258007" y="304923"/>
                  <a:pt x="260881" y="301607"/>
                  <a:pt x="265597" y="304407"/>
                </a:cubicBezTo>
                <a:cubicBezTo>
                  <a:pt x="260733" y="305144"/>
                  <a:pt x="261102" y="307723"/>
                  <a:pt x="258891" y="310154"/>
                </a:cubicBezTo>
                <a:cubicBezTo>
                  <a:pt x="260144" y="310302"/>
                  <a:pt x="261323" y="310007"/>
                  <a:pt x="263755" y="307502"/>
                </a:cubicBezTo>
                <a:cubicBezTo>
                  <a:pt x="272818" y="297922"/>
                  <a:pt x="283650" y="305217"/>
                  <a:pt x="283650" y="305217"/>
                </a:cubicBezTo>
                <a:cubicBezTo>
                  <a:pt x="280850" y="304849"/>
                  <a:pt x="277903" y="305217"/>
                  <a:pt x="275987" y="306470"/>
                </a:cubicBezTo>
                <a:cubicBezTo>
                  <a:pt x="274734" y="307281"/>
                  <a:pt x="275913" y="308239"/>
                  <a:pt x="278124" y="307796"/>
                </a:cubicBezTo>
                <a:cubicBezTo>
                  <a:pt x="284756" y="306470"/>
                  <a:pt x="291535" y="305954"/>
                  <a:pt x="296841" y="311628"/>
                </a:cubicBezTo>
                <a:cubicBezTo>
                  <a:pt x="291756" y="310007"/>
                  <a:pt x="283208" y="311260"/>
                  <a:pt x="290061" y="314649"/>
                </a:cubicBezTo>
                <a:cubicBezTo>
                  <a:pt x="296546" y="317965"/>
                  <a:pt x="301925" y="321502"/>
                  <a:pt x="303988" y="331156"/>
                </a:cubicBezTo>
                <a:cubicBezTo>
                  <a:pt x="297062" y="323639"/>
                  <a:pt x="289472" y="325482"/>
                  <a:pt x="289472" y="325482"/>
                </a:cubicBezTo>
                <a:cubicBezTo>
                  <a:pt x="295219" y="326513"/>
                  <a:pt x="302146" y="329313"/>
                  <a:pt x="302883" y="342283"/>
                </a:cubicBezTo>
                <a:cubicBezTo>
                  <a:pt x="302883" y="342283"/>
                  <a:pt x="295809" y="337419"/>
                  <a:pt x="290503" y="340293"/>
                </a:cubicBezTo>
                <a:cubicBezTo>
                  <a:pt x="290503" y="340293"/>
                  <a:pt x="299862" y="342062"/>
                  <a:pt x="301262" y="352010"/>
                </a:cubicBezTo>
                <a:cubicBezTo>
                  <a:pt x="301262" y="352010"/>
                  <a:pt x="290872" y="345009"/>
                  <a:pt x="296325" y="361736"/>
                </a:cubicBezTo>
                <a:cubicBezTo>
                  <a:pt x="290724" y="354220"/>
                  <a:pt x="280924" y="353557"/>
                  <a:pt x="279082" y="359084"/>
                </a:cubicBezTo>
                <a:cubicBezTo>
                  <a:pt x="275839" y="368737"/>
                  <a:pt x="294335" y="370505"/>
                  <a:pt x="307452" y="373158"/>
                </a:cubicBezTo>
                <a:cubicBezTo>
                  <a:pt x="314305" y="374558"/>
                  <a:pt x="319537" y="377064"/>
                  <a:pt x="323295" y="380158"/>
                </a:cubicBezTo>
                <a:cubicBezTo>
                  <a:pt x="324990" y="381559"/>
                  <a:pt x="326684" y="380453"/>
                  <a:pt x="327642" y="379053"/>
                </a:cubicBezTo>
                <a:cubicBezTo>
                  <a:pt x="329558" y="376179"/>
                  <a:pt x="329485" y="370063"/>
                  <a:pt x="324400" y="362842"/>
                </a:cubicBezTo>
                <a:cubicBezTo>
                  <a:pt x="321379" y="358568"/>
                  <a:pt x="318726" y="351420"/>
                  <a:pt x="321895" y="343388"/>
                </a:cubicBezTo>
                <a:cubicBezTo>
                  <a:pt x="321600" y="355620"/>
                  <a:pt x="329042" y="362031"/>
                  <a:pt x="329042" y="362031"/>
                </a:cubicBezTo>
                <a:cubicBezTo>
                  <a:pt x="324400" y="351125"/>
                  <a:pt x="323589" y="341693"/>
                  <a:pt x="332211" y="335577"/>
                </a:cubicBezTo>
                <a:cubicBezTo>
                  <a:pt x="332211" y="335577"/>
                  <a:pt x="328158" y="335356"/>
                  <a:pt x="324179" y="337714"/>
                </a:cubicBezTo>
                <a:cubicBezTo>
                  <a:pt x="325137" y="334177"/>
                  <a:pt x="330516" y="329829"/>
                  <a:pt x="336485" y="329313"/>
                </a:cubicBezTo>
                <a:cubicBezTo>
                  <a:pt x="340611" y="328945"/>
                  <a:pt x="346359" y="328061"/>
                  <a:pt x="347612" y="321576"/>
                </a:cubicBezTo>
                <a:cubicBezTo>
                  <a:pt x="347612" y="321576"/>
                  <a:pt x="350486" y="329387"/>
                  <a:pt x="343117" y="334398"/>
                </a:cubicBezTo>
                <a:cubicBezTo>
                  <a:pt x="336927" y="338598"/>
                  <a:pt x="334716" y="342062"/>
                  <a:pt x="334790" y="346114"/>
                </a:cubicBezTo>
                <a:cubicBezTo>
                  <a:pt x="334790" y="346114"/>
                  <a:pt x="343485" y="344493"/>
                  <a:pt x="346433" y="336461"/>
                </a:cubicBezTo>
                <a:cubicBezTo>
                  <a:pt x="346433" y="336461"/>
                  <a:pt x="350854" y="346188"/>
                  <a:pt x="339359" y="353631"/>
                </a:cubicBezTo>
                <a:cubicBezTo>
                  <a:pt x="343780" y="351567"/>
                  <a:pt x="349823" y="357168"/>
                  <a:pt x="349823" y="357168"/>
                </a:cubicBezTo>
                <a:cubicBezTo>
                  <a:pt x="337590" y="356136"/>
                  <a:pt x="345622" y="361589"/>
                  <a:pt x="346507" y="366452"/>
                </a:cubicBezTo>
                <a:cubicBezTo>
                  <a:pt x="347833" y="373600"/>
                  <a:pt x="339875" y="376179"/>
                  <a:pt x="339875" y="376179"/>
                </a:cubicBezTo>
                <a:cubicBezTo>
                  <a:pt x="343633" y="380527"/>
                  <a:pt x="347759" y="375737"/>
                  <a:pt x="347833" y="375590"/>
                </a:cubicBezTo>
                <a:cubicBezTo>
                  <a:pt x="346359" y="385317"/>
                  <a:pt x="337148" y="387085"/>
                  <a:pt x="330000" y="383401"/>
                </a:cubicBezTo>
                <a:cubicBezTo>
                  <a:pt x="329485" y="383548"/>
                  <a:pt x="327421" y="384211"/>
                  <a:pt x="326832" y="384653"/>
                </a:cubicBezTo>
                <a:close/>
                <a:moveTo>
                  <a:pt x="243490" y="328798"/>
                </a:moveTo>
                <a:cubicBezTo>
                  <a:pt x="243269" y="327987"/>
                  <a:pt x="242016" y="327619"/>
                  <a:pt x="240616" y="327840"/>
                </a:cubicBezTo>
                <a:cubicBezTo>
                  <a:pt x="241132" y="328503"/>
                  <a:pt x="241353" y="329240"/>
                  <a:pt x="241280" y="330050"/>
                </a:cubicBezTo>
                <a:cubicBezTo>
                  <a:pt x="241206" y="330714"/>
                  <a:pt x="240837" y="331229"/>
                  <a:pt x="240322" y="331672"/>
                </a:cubicBezTo>
                <a:cubicBezTo>
                  <a:pt x="240543" y="331598"/>
                  <a:pt x="240764" y="331598"/>
                  <a:pt x="240985" y="331524"/>
                </a:cubicBezTo>
                <a:cubicBezTo>
                  <a:pt x="242680" y="331008"/>
                  <a:pt x="243785" y="329756"/>
                  <a:pt x="243490" y="328798"/>
                </a:cubicBezTo>
                <a:close/>
                <a:moveTo>
                  <a:pt x="259407" y="319881"/>
                </a:moveTo>
                <a:cubicBezTo>
                  <a:pt x="259333" y="319587"/>
                  <a:pt x="259260" y="319218"/>
                  <a:pt x="259038" y="318997"/>
                </a:cubicBezTo>
                <a:lnTo>
                  <a:pt x="257786" y="319218"/>
                </a:lnTo>
                <a:cubicBezTo>
                  <a:pt x="257933" y="319439"/>
                  <a:pt x="258081" y="319660"/>
                  <a:pt x="258154" y="319955"/>
                </a:cubicBezTo>
                <a:cubicBezTo>
                  <a:pt x="258302" y="320766"/>
                  <a:pt x="257712" y="321502"/>
                  <a:pt x="256901" y="321650"/>
                </a:cubicBezTo>
                <a:cubicBezTo>
                  <a:pt x="256091" y="321797"/>
                  <a:pt x="255280" y="321281"/>
                  <a:pt x="255133" y="320471"/>
                </a:cubicBezTo>
                <a:cubicBezTo>
                  <a:pt x="255059" y="320176"/>
                  <a:pt x="255133" y="319881"/>
                  <a:pt x="255207" y="319587"/>
                </a:cubicBezTo>
                <a:lnTo>
                  <a:pt x="253291" y="319881"/>
                </a:lnTo>
                <a:cubicBezTo>
                  <a:pt x="253217" y="320250"/>
                  <a:pt x="253143" y="320618"/>
                  <a:pt x="253217" y="320987"/>
                </a:cubicBezTo>
                <a:cubicBezTo>
                  <a:pt x="253512" y="322534"/>
                  <a:pt x="255059" y="323566"/>
                  <a:pt x="256754" y="323271"/>
                </a:cubicBezTo>
                <a:cubicBezTo>
                  <a:pt x="258523" y="322976"/>
                  <a:pt x="259702" y="321429"/>
                  <a:pt x="259407" y="319881"/>
                </a:cubicBezTo>
                <a:close/>
                <a:moveTo>
                  <a:pt x="279082" y="352820"/>
                </a:moveTo>
                <a:cubicBezTo>
                  <a:pt x="285050" y="345451"/>
                  <a:pt x="292125" y="312955"/>
                  <a:pt x="273113" y="314502"/>
                </a:cubicBezTo>
                <a:cubicBezTo>
                  <a:pt x="285493" y="318481"/>
                  <a:pt x="281366" y="344125"/>
                  <a:pt x="279082" y="352820"/>
                </a:cubicBezTo>
                <a:close/>
                <a:moveTo>
                  <a:pt x="235311" y="287164"/>
                </a:moveTo>
                <a:cubicBezTo>
                  <a:pt x="240837" y="287164"/>
                  <a:pt x="242901" y="284585"/>
                  <a:pt x="242901" y="279205"/>
                </a:cubicBezTo>
                <a:lnTo>
                  <a:pt x="242901" y="263878"/>
                </a:lnTo>
                <a:lnTo>
                  <a:pt x="240248" y="263878"/>
                </a:lnTo>
                <a:lnTo>
                  <a:pt x="240248" y="279205"/>
                </a:lnTo>
                <a:cubicBezTo>
                  <a:pt x="240248" y="283479"/>
                  <a:pt x="238848" y="285027"/>
                  <a:pt x="235311" y="285027"/>
                </a:cubicBezTo>
                <a:cubicBezTo>
                  <a:pt x="231774" y="285027"/>
                  <a:pt x="230374" y="283479"/>
                  <a:pt x="230374" y="279205"/>
                </a:cubicBezTo>
                <a:lnTo>
                  <a:pt x="230374" y="263878"/>
                </a:lnTo>
                <a:lnTo>
                  <a:pt x="227721" y="263878"/>
                </a:lnTo>
                <a:lnTo>
                  <a:pt x="227721" y="279205"/>
                </a:lnTo>
                <a:cubicBezTo>
                  <a:pt x="227721" y="284585"/>
                  <a:pt x="229784" y="287164"/>
                  <a:pt x="235311" y="287164"/>
                </a:cubicBezTo>
                <a:close/>
                <a:moveTo>
                  <a:pt x="339285" y="325334"/>
                </a:moveTo>
                <a:cubicBezTo>
                  <a:pt x="339285" y="325334"/>
                  <a:pt x="345696" y="324745"/>
                  <a:pt x="345696" y="320397"/>
                </a:cubicBezTo>
                <a:cubicBezTo>
                  <a:pt x="345696" y="316050"/>
                  <a:pt x="336632" y="312807"/>
                  <a:pt x="336632" y="312807"/>
                </a:cubicBezTo>
                <a:cubicBezTo>
                  <a:pt x="336632" y="312807"/>
                  <a:pt x="341422" y="317597"/>
                  <a:pt x="339285" y="325334"/>
                </a:cubicBezTo>
                <a:close/>
                <a:moveTo>
                  <a:pt x="352991" y="286795"/>
                </a:moveTo>
                <a:lnTo>
                  <a:pt x="355644" y="286795"/>
                </a:lnTo>
                <a:lnTo>
                  <a:pt x="355644" y="266310"/>
                </a:lnTo>
                <a:lnTo>
                  <a:pt x="362128" y="266310"/>
                </a:lnTo>
                <a:lnTo>
                  <a:pt x="362128" y="263878"/>
                </a:lnTo>
                <a:lnTo>
                  <a:pt x="346433" y="263878"/>
                </a:lnTo>
                <a:lnTo>
                  <a:pt x="346433" y="266310"/>
                </a:lnTo>
                <a:lnTo>
                  <a:pt x="352991" y="266310"/>
                </a:lnTo>
                <a:lnTo>
                  <a:pt x="352991" y="286795"/>
                </a:lnTo>
                <a:lnTo>
                  <a:pt x="352991" y="286795"/>
                </a:lnTo>
                <a:close/>
                <a:moveTo>
                  <a:pt x="306494" y="432477"/>
                </a:moveTo>
                <a:cubicBezTo>
                  <a:pt x="306199" y="425919"/>
                  <a:pt x="287998" y="427245"/>
                  <a:pt x="285787" y="410444"/>
                </a:cubicBezTo>
                <a:cubicBezTo>
                  <a:pt x="282619" y="415308"/>
                  <a:pt x="285419" y="424150"/>
                  <a:pt x="291756" y="428351"/>
                </a:cubicBezTo>
                <a:cubicBezTo>
                  <a:pt x="291977" y="428498"/>
                  <a:pt x="292051" y="428572"/>
                  <a:pt x="292051" y="428793"/>
                </a:cubicBezTo>
                <a:cubicBezTo>
                  <a:pt x="292051" y="429677"/>
                  <a:pt x="292125" y="432035"/>
                  <a:pt x="291093" y="433288"/>
                </a:cubicBezTo>
                <a:cubicBezTo>
                  <a:pt x="288293" y="436825"/>
                  <a:pt x="276650" y="442794"/>
                  <a:pt x="273924" y="445373"/>
                </a:cubicBezTo>
                <a:cubicBezTo>
                  <a:pt x="271565" y="447583"/>
                  <a:pt x="269281" y="449941"/>
                  <a:pt x="267292" y="452594"/>
                </a:cubicBezTo>
                <a:cubicBezTo>
                  <a:pt x="266039" y="454289"/>
                  <a:pt x="265523" y="456352"/>
                  <a:pt x="265007" y="459447"/>
                </a:cubicBezTo>
                <a:cubicBezTo>
                  <a:pt x="264934" y="459963"/>
                  <a:pt x="265376" y="460184"/>
                  <a:pt x="265891" y="460258"/>
                </a:cubicBezTo>
                <a:cubicBezTo>
                  <a:pt x="268471" y="460774"/>
                  <a:pt x="273039" y="460921"/>
                  <a:pt x="276871" y="459963"/>
                </a:cubicBezTo>
                <a:cubicBezTo>
                  <a:pt x="277461" y="459816"/>
                  <a:pt x="277534" y="459595"/>
                  <a:pt x="277534" y="458784"/>
                </a:cubicBezTo>
                <a:cubicBezTo>
                  <a:pt x="277534" y="457826"/>
                  <a:pt x="277534" y="456058"/>
                  <a:pt x="277387" y="455173"/>
                </a:cubicBezTo>
                <a:cubicBezTo>
                  <a:pt x="277387" y="454952"/>
                  <a:pt x="277239" y="454731"/>
                  <a:pt x="276871" y="454436"/>
                </a:cubicBezTo>
                <a:cubicBezTo>
                  <a:pt x="275103" y="453110"/>
                  <a:pt x="276060" y="450826"/>
                  <a:pt x="278566" y="450973"/>
                </a:cubicBezTo>
                <a:cubicBezTo>
                  <a:pt x="279376" y="451047"/>
                  <a:pt x="280334" y="450457"/>
                  <a:pt x="282619" y="448173"/>
                </a:cubicBezTo>
                <a:cubicBezTo>
                  <a:pt x="295588" y="435351"/>
                  <a:pt x="306494" y="432551"/>
                  <a:pt x="306494" y="432477"/>
                </a:cubicBezTo>
                <a:close/>
                <a:moveTo>
                  <a:pt x="214089" y="286795"/>
                </a:moveTo>
                <a:lnTo>
                  <a:pt x="216741" y="286795"/>
                </a:lnTo>
                <a:lnTo>
                  <a:pt x="216741" y="266310"/>
                </a:lnTo>
                <a:lnTo>
                  <a:pt x="223226" y="266310"/>
                </a:lnTo>
                <a:lnTo>
                  <a:pt x="223226" y="263878"/>
                </a:lnTo>
                <a:lnTo>
                  <a:pt x="207530" y="263878"/>
                </a:lnTo>
                <a:lnTo>
                  <a:pt x="207530" y="266310"/>
                </a:lnTo>
                <a:lnTo>
                  <a:pt x="214089" y="266310"/>
                </a:lnTo>
                <a:lnTo>
                  <a:pt x="214089" y="286795"/>
                </a:lnTo>
                <a:lnTo>
                  <a:pt x="214089" y="286795"/>
                </a:lnTo>
                <a:close/>
                <a:moveTo>
                  <a:pt x="204656" y="280974"/>
                </a:moveTo>
                <a:cubicBezTo>
                  <a:pt x="204656" y="276847"/>
                  <a:pt x="202962" y="275226"/>
                  <a:pt x="198761" y="274416"/>
                </a:cubicBezTo>
                <a:lnTo>
                  <a:pt x="196330" y="273900"/>
                </a:lnTo>
                <a:cubicBezTo>
                  <a:pt x="193456" y="273310"/>
                  <a:pt x="192203" y="272573"/>
                  <a:pt x="192203" y="269700"/>
                </a:cubicBezTo>
                <a:cubicBezTo>
                  <a:pt x="192203" y="267120"/>
                  <a:pt x="193677" y="265868"/>
                  <a:pt x="196919" y="265868"/>
                </a:cubicBezTo>
                <a:cubicBezTo>
                  <a:pt x="200456" y="265868"/>
                  <a:pt x="201709" y="267120"/>
                  <a:pt x="201930" y="271026"/>
                </a:cubicBezTo>
                <a:lnTo>
                  <a:pt x="204435" y="271026"/>
                </a:lnTo>
                <a:cubicBezTo>
                  <a:pt x="204214" y="266236"/>
                  <a:pt x="202741" y="263436"/>
                  <a:pt x="196845" y="263436"/>
                </a:cubicBezTo>
                <a:cubicBezTo>
                  <a:pt x="191687" y="263436"/>
                  <a:pt x="189477" y="265868"/>
                  <a:pt x="189477" y="269700"/>
                </a:cubicBezTo>
                <a:cubicBezTo>
                  <a:pt x="189477" y="274047"/>
                  <a:pt x="191466" y="275447"/>
                  <a:pt x="195298" y="276258"/>
                </a:cubicBezTo>
                <a:lnTo>
                  <a:pt x="197730" y="276774"/>
                </a:lnTo>
                <a:cubicBezTo>
                  <a:pt x="200751" y="277363"/>
                  <a:pt x="201856" y="278247"/>
                  <a:pt x="201856" y="281048"/>
                </a:cubicBezTo>
                <a:cubicBezTo>
                  <a:pt x="201856" y="283848"/>
                  <a:pt x="200383" y="285100"/>
                  <a:pt x="196845" y="285100"/>
                </a:cubicBezTo>
                <a:cubicBezTo>
                  <a:pt x="193087" y="285100"/>
                  <a:pt x="191908" y="283627"/>
                  <a:pt x="191614" y="279869"/>
                </a:cubicBezTo>
                <a:lnTo>
                  <a:pt x="189108" y="279869"/>
                </a:lnTo>
                <a:cubicBezTo>
                  <a:pt x="189329" y="284879"/>
                  <a:pt x="191319" y="287237"/>
                  <a:pt x="196845" y="287237"/>
                </a:cubicBezTo>
                <a:cubicBezTo>
                  <a:pt x="202372" y="287164"/>
                  <a:pt x="204656" y="284732"/>
                  <a:pt x="204656" y="280974"/>
                </a:cubicBezTo>
                <a:close/>
                <a:moveTo>
                  <a:pt x="224773" y="366895"/>
                </a:moveTo>
                <a:cubicBezTo>
                  <a:pt x="227131" y="367337"/>
                  <a:pt x="227868" y="374484"/>
                  <a:pt x="233837" y="375737"/>
                </a:cubicBezTo>
                <a:cubicBezTo>
                  <a:pt x="229489" y="364979"/>
                  <a:pt x="233248" y="360484"/>
                  <a:pt x="233248" y="360484"/>
                </a:cubicBezTo>
                <a:cubicBezTo>
                  <a:pt x="231479" y="359747"/>
                  <a:pt x="227574" y="359378"/>
                  <a:pt x="226468" y="359305"/>
                </a:cubicBezTo>
                <a:cubicBezTo>
                  <a:pt x="224700" y="359231"/>
                  <a:pt x="223152" y="359157"/>
                  <a:pt x="221900" y="359305"/>
                </a:cubicBezTo>
                <a:cubicBezTo>
                  <a:pt x="219615" y="359526"/>
                  <a:pt x="204435" y="369768"/>
                  <a:pt x="202372" y="371758"/>
                </a:cubicBezTo>
                <a:cubicBezTo>
                  <a:pt x="201046" y="373011"/>
                  <a:pt x="201193" y="373969"/>
                  <a:pt x="200383" y="375811"/>
                </a:cubicBezTo>
                <a:cubicBezTo>
                  <a:pt x="200383" y="375811"/>
                  <a:pt x="199572" y="377948"/>
                  <a:pt x="197288" y="382590"/>
                </a:cubicBezTo>
                <a:cubicBezTo>
                  <a:pt x="196919" y="383327"/>
                  <a:pt x="196919" y="386054"/>
                  <a:pt x="197288" y="387601"/>
                </a:cubicBezTo>
                <a:cubicBezTo>
                  <a:pt x="197509" y="388706"/>
                  <a:pt x="197656" y="388854"/>
                  <a:pt x="198467" y="388780"/>
                </a:cubicBezTo>
                <a:cubicBezTo>
                  <a:pt x="201046" y="388485"/>
                  <a:pt x="205320" y="386275"/>
                  <a:pt x="206646" y="384506"/>
                </a:cubicBezTo>
                <a:cubicBezTo>
                  <a:pt x="206941" y="384211"/>
                  <a:pt x="206941" y="384064"/>
                  <a:pt x="206793" y="383474"/>
                </a:cubicBezTo>
                <a:cubicBezTo>
                  <a:pt x="206572" y="382590"/>
                  <a:pt x="205835" y="381116"/>
                  <a:pt x="205467" y="380895"/>
                </a:cubicBezTo>
                <a:cubicBezTo>
                  <a:pt x="204288" y="380380"/>
                  <a:pt x="204141" y="379569"/>
                  <a:pt x="204141" y="379053"/>
                </a:cubicBezTo>
                <a:cubicBezTo>
                  <a:pt x="204141" y="378022"/>
                  <a:pt x="204951" y="377358"/>
                  <a:pt x="205909" y="376990"/>
                </a:cubicBezTo>
                <a:cubicBezTo>
                  <a:pt x="206351" y="376842"/>
                  <a:pt x="206646" y="376621"/>
                  <a:pt x="206867" y="376474"/>
                </a:cubicBezTo>
                <a:cubicBezTo>
                  <a:pt x="208930" y="374779"/>
                  <a:pt x="212467" y="371168"/>
                  <a:pt x="219763" y="367558"/>
                </a:cubicBezTo>
                <a:cubicBezTo>
                  <a:pt x="221384" y="366821"/>
                  <a:pt x="223668" y="366673"/>
                  <a:pt x="224773" y="366895"/>
                </a:cubicBezTo>
                <a:close/>
              </a:path>
            </a:pathLst>
          </a:custGeom>
          <a:solidFill>
            <a:schemeClr val="tx2"/>
          </a:solidFill>
          <a:ln w="727" cap="flat">
            <a:noFill/>
            <a:prstDash val="solid"/>
            <a:miter/>
          </a:ln>
        </p:spPr>
        <p:txBody>
          <a:bodyPr rtlCol="0" anchor="ctr"/>
          <a:lstStyle/>
          <a:p>
            <a:endParaRPr/>
          </a:p>
        </p:txBody>
      </p:sp>
      <p:sp>
        <p:nvSpPr>
          <p:cNvPr id="31" name="DUCATI">
            <a:extLst>
              <a:ext uri="{FF2B5EF4-FFF2-40B4-BE49-F238E27FC236}">
                <a16:creationId xmlns:a16="http://schemas.microsoft.com/office/drawing/2014/main" id="{42135837-012B-B8B7-12FF-99A0C7BC6239}"/>
              </a:ext>
            </a:extLst>
          </p:cNvPr>
          <p:cNvSpPr/>
          <p:nvPr/>
        </p:nvSpPr>
        <p:spPr>
          <a:xfrm>
            <a:off x="7353699" y="3078678"/>
            <a:ext cx="655274" cy="692528"/>
          </a:xfrm>
          <a:custGeom>
            <a:avLst/>
            <a:gdLst>
              <a:gd name="connsiteX0" fmla="*/ 607813 w 655274"/>
              <a:gd name="connsiteY0" fmla="*/ 284480 h 692528"/>
              <a:gd name="connsiteX1" fmla="*/ 535424 w 655274"/>
              <a:gd name="connsiteY1" fmla="*/ 288925 h 692528"/>
              <a:gd name="connsiteX2" fmla="*/ 423029 w 655274"/>
              <a:gd name="connsiteY2" fmla="*/ 304165 h 692528"/>
              <a:gd name="connsiteX3" fmla="*/ 286504 w 655274"/>
              <a:gd name="connsiteY3" fmla="*/ 337185 h 692528"/>
              <a:gd name="connsiteX4" fmla="*/ 181094 w 655274"/>
              <a:gd name="connsiteY4" fmla="*/ 386080 h 692528"/>
              <a:gd name="connsiteX5" fmla="*/ 137279 w 655274"/>
              <a:gd name="connsiteY5" fmla="*/ 426085 h 692528"/>
              <a:gd name="connsiteX6" fmla="*/ 134738 w 655274"/>
              <a:gd name="connsiteY6" fmla="*/ 492125 h 692528"/>
              <a:gd name="connsiteX7" fmla="*/ 216019 w 655274"/>
              <a:gd name="connsiteY7" fmla="*/ 593725 h 692528"/>
              <a:gd name="connsiteX8" fmla="*/ 288408 w 655274"/>
              <a:gd name="connsiteY8" fmla="*/ 657860 h 692528"/>
              <a:gd name="connsiteX9" fmla="*/ 343019 w 655274"/>
              <a:gd name="connsiteY9" fmla="*/ 667385 h 692528"/>
              <a:gd name="connsiteX10" fmla="*/ 376038 w 655274"/>
              <a:gd name="connsiteY10" fmla="*/ 648970 h 692528"/>
              <a:gd name="connsiteX11" fmla="*/ 600829 w 655274"/>
              <a:gd name="connsiteY11" fmla="*/ 320040 h 692528"/>
              <a:gd name="connsiteX12" fmla="*/ 611624 w 655274"/>
              <a:gd name="connsiteY12" fmla="*/ 284480 h 692528"/>
              <a:gd name="connsiteX13" fmla="*/ 607813 w 655274"/>
              <a:gd name="connsiteY13" fmla="*/ 284480 h 692528"/>
              <a:gd name="connsiteX14" fmla="*/ 121404 w 655274"/>
              <a:gd name="connsiteY14" fmla="*/ 141605 h 692528"/>
              <a:gd name="connsiteX15" fmla="*/ 111244 w 655274"/>
              <a:gd name="connsiteY15" fmla="*/ 188594 h 692528"/>
              <a:gd name="connsiteX16" fmla="*/ 130294 w 655274"/>
              <a:gd name="connsiteY16" fmla="*/ 177799 h 692528"/>
              <a:gd name="connsiteX17" fmla="*/ 136008 w 655274"/>
              <a:gd name="connsiteY17" fmla="*/ 155574 h 692528"/>
              <a:gd name="connsiteX18" fmla="*/ 121404 w 655274"/>
              <a:gd name="connsiteY18" fmla="*/ 141605 h 692528"/>
              <a:gd name="connsiteX19" fmla="*/ 414138 w 655274"/>
              <a:gd name="connsiteY19" fmla="*/ 141604 h 692528"/>
              <a:gd name="connsiteX20" fmla="*/ 399533 w 655274"/>
              <a:gd name="connsiteY20" fmla="*/ 174624 h 692528"/>
              <a:gd name="connsiteX21" fmla="*/ 414774 w 655274"/>
              <a:gd name="connsiteY21" fmla="*/ 174624 h 692528"/>
              <a:gd name="connsiteX22" fmla="*/ 414774 w 655274"/>
              <a:gd name="connsiteY22" fmla="*/ 141604 h 692528"/>
              <a:gd name="connsiteX23" fmla="*/ 94099 w 655274"/>
              <a:gd name="connsiteY23" fmla="*/ 121919 h 692528"/>
              <a:gd name="connsiteX24" fmla="*/ 142358 w 655274"/>
              <a:gd name="connsiteY24" fmla="*/ 122555 h 692528"/>
              <a:gd name="connsiteX25" fmla="*/ 150613 w 655274"/>
              <a:gd name="connsiteY25" fmla="*/ 123189 h 692528"/>
              <a:gd name="connsiteX26" fmla="*/ 173474 w 655274"/>
              <a:gd name="connsiteY26" fmla="*/ 147955 h 692528"/>
              <a:gd name="connsiteX27" fmla="*/ 133469 w 655274"/>
              <a:gd name="connsiteY27" fmla="*/ 207644 h 692528"/>
              <a:gd name="connsiteX28" fmla="*/ 123308 w 655274"/>
              <a:gd name="connsiteY28" fmla="*/ 209549 h 692528"/>
              <a:gd name="connsiteX29" fmla="*/ 72508 w 655274"/>
              <a:gd name="connsiteY29" fmla="*/ 209549 h 692528"/>
              <a:gd name="connsiteX30" fmla="*/ 79494 w 655274"/>
              <a:gd name="connsiteY30" fmla="*/ 173355 h 692528"/>
              <a:gd name="connsiteX31" fmla="*/ 90288 w 655274"/>
              <a:gd name="connsiteY31" fmla="*/ 124459 h 692528"/>
              <a:gd name="connsiteX32" fmla="*/ 94099 w 655274"/>
              <a:gd name="connsiteY32" fmla="*/ 121919 h 692528"/>
              <a:gd name="connsiteX33" fmla="*/ 463668 w 655274"/>
              <a:gd name="connsiteY33" fmla="*/ 121284 h 692528"/>
              <a:gd name="connsiteX34" fmla="*/ 511929 w 655274"/>
              <a:gd name="connsiteY34" fmla="*/ 121284 h 692528"/>
              <a:gd name="connsiteX35" fmla="*/ 537329 w 655274"/>
              <a:gd name="connsiteY35" fmla="*/ 121284 h 692528"/>
              <a:gd name="connsiteX36" fmla="*/ 532883 w 655274"/>
              <a:gd name="connsiteY36" fmla="*/ 143509 h 692528"/>
              <a:gd name="connsiteX37" fmla="*/ 529074 w 655274"/>
              <a:gd name="connsiteY37" fmla="*/ 144144 h 692528"/>
              <a:gd name="connsiteX38" fmla="*/ 513833 w 655274"/>
              <a:gd name="connsiteY38" fmla="*/ 144144 h 692528"/>
              <a:gd name="connsiteX39" fmla="*/ 509388 w 655274"/>
              <a:gd name="connsiteY39" fmla="*/ 147954 h 692528"/>
              <a:gd name="connsiteX40" fmla="*/ 497324 w 655274"/>
              <a:gd name="connsiteY40" fmla="*/ 205739 h 692528"/>
              <a:gd name="connsiteX41" fmla="*/ 497324 w 655274"/>
              <a:gd name="connsiteY41" fmla="*/ 209549 h 692528"/>
              <a:gd name="connsiteX42" fmla="*/ 463033 w 655274"/>
              <a:gd name="connsiteY42" fmla="*/ 209549 h 692528"/>
              <a:gd name="connsiteX43" fmla="*/ 477004 w 655274"/>
              <a:gd name="connsiteY43" fmla="*/ 145414 h 692528"/>
              <a:gd name="connsiteX44" fmla="*/ 454779 w 655274"/>
              <a:gd name="connsiteY44" fmla="*/ 145414 h 692528"/>
              <a:gd name="connsiteX45" fmla="*/ 459224 w 655274"/>
              <a:gd name="connsiteY45" fmla="*/ 123189 h 692528"/>
              <a:gd name="connsiteX46" fmla="*/ 463668 w 655274"/>
              <a:gd name="connsiteY46" fmla="*/ 121284 h 692528"/>
              <a:gd name="connsiteX47" fmla="*/ 400804 w 655274"/>
              <a:gd name="connsiteY47" fmla="*/ 121284 h 692528"/>
              <a:gd name="connsiteX48" fmla="*/ 439538 w 655274"/>
              <a:gd name="connsiteY48" fmla="*/ 121284 h 692528"/>
              <a:gd name="connsiteX49" fmla="*/ 443983 w 655274"/>
              <a:gd name="connsiteY49" fmla="*/ 123824 h 692528"/>
              <a:gd name="connsiteX50" fmla="*/ 452874 w 655274"/>
              <a:gd name="connsiteY50" fmla="*/ 208279 h 692528"/>
              <a:gd name="connsiteX51" fmla="*/ 452874 w 655274"/>
              <a:gd name="connsiteY51" fmla="*/ 211454 h 692528"/>
              <a:gd name="connsiteX52" fmla="*/ 452238 w 655274"/>
              <a:gd name="connsiteY52" fmla="*/ 211454 h 692528"/>
              <a:gd name="connsiteX53" fmla="*/ 416679 w 655274"/>
              <a:gd name="connsiteY53" fmla="*/ 211454 h 692528"/>
              <a:gd name="connsiteX54" fmla="*/ 416044 w 655274"/>
              <a:gd name="connsiteY54" fmla="*/ 196849 h 692528"/>
              <a:gd name="connsiteX55" fmla="*/ 391913 w 655274"/>
              <a:gd name="connsiteY55" fmla="*/ 196849 h 692528"/>
              <a:gd name="connsiteX56" fmla="*/ 389374 w 655274"/>
              <a:gd name="connsiteY56" fmla="*/ 198754 h 692528"/>
              <a:gd name="connsiteX57" fmla="*/ 389374 w 655274"/>
              <a:gd name="connsiteY57" fmla="*/ 200659 h 692528"/>
              <a:gd name="connsiteX58" fmla="*/ 371594 w 655274"/>
              <a:gd name="connsiteY58" fmla="*/ 211454 h 692528"/>
              <a:gd name="connsiteX59" fmla="*/ 351274 w 655274"/>
              <a:gd name="connsiteY59" fmla="*/ 211454 h 692528"/>
              <a:gd name="connsiteX60" fmla="*/ 351908 w 655274"/>
              <a:gd name="connsiteY60" fmla="*/ 207644 h 692528"/>
              <a:gd name="connsiteX61" fmla="*/ 395724 w 655274"/>
              <a:gd name="connsiteY61" fmla="*/ 123824 h 692528"/>
              <a:gd name="connsiteX62" fmla="*/ 400804 w 655274"/>
              <a:gd name="connsiteY62" fmla="*/ 121284 h 692528"/>
              <a:gd name="connsiteX63" fmla="*/ 189983 w 655274"/>
              <a:gd name="connsiteY63" fmla="*/ 121284 h 692528"/>
              <a:gd name="connsiteX64" fmla="*/ 224273 w 655274"/>
              <a:gd name="connsiteY64" fmla="*/ 121284 h 692528"/>
              <a:gd name="connsiteX65" fmla="*/ 220463 w 655274"/>
              <a:gd name="connsiteY65" fmla="*/ 137159 h 692528"/>
              <a:gd name="connsiteX66" fmla="*/ 211573 w 655274"/>
              <a:gd name="connsiteY66" fmla="*/ 178434 h 692528"/>
              <a:gd name="connsiteX67" fmla="*/ 215383 w 655274"/>
              <a:gd name="connsiteY67" fmla="*/ 187959 h 692528"/>
              <a:gd name="connsiteX68" fmla="*/ 224908 w 655274"/>
              <a:gd name="connsiteY68" fmla="*/ 181609 h 692528"/>
              <a:gd name="connsiteX69" fmla="*/ 229988 w 655274"/>
              <a:gd name="connsiteY69" fmla="*/ 158749 h 692528"/>
              <a:gd name="connsiteX70" fmla="*/ 236973 w 655274"/>
              <a:gd name="connsiteY70" fmla="*/ 123824 h 692528"/>
              <a:gd name="connsiteX71" fmla="*/ 239513 w 655274"/>
              <a:gd name="connsiteY71" fmla="*/ 121284 h 692528"/>
              <a:gd name="connsiteX72" fmla="*/ 272533 w 655274"/>
              <a:gd name="connsiteY72" fmla="*/ 121284 h 692528"/>
              <a:gd name="connsiteX73" fmla="*/ 268088 w 655274"/>
              <a:gd name="connsiteY73" fmla="*/ 143509 h 692528"/>
              <a:gd name="connsiteX74" fmla="*/ 259833 w 655274"/>
              <a:gd name="connsiteY74" fmla="*/ 179069 h 692528"/>
              <a:gd name="connsiteX75" fmla="*/ 223638 w 655274"/>
              <a:gd name="connsiteY75" fmla="*/ 211454 h 692528"/>
              <a:gd name="connsiteX76" fmla="*/ 193793 w 655274"/>
              <a:gd name="connsiteY76" fmla="*/ 209549 h 692528"/>
              <a:gd name="connsiteX77" fmla="*/ 176013 w 655274"/>
              <a:gd name="connsiteY77" fmla="*/ 181609 h 692528"/>
              <a:gd name="connsiteX78" fmla="*/ 188713 w 655274"/>
              <a:gd name="connsiteY78" fmla="*/ 122554 h 692528"/>
              <a:gd name="connsiteX79" fmla="*/ 546854 w 655274"/>
              <a:gd name="connsiteY79" fmla="*/ 120650 h 692528"/>
              <a:gd name="connsiteX80" fmla="*/ 579238 w 655274"/>
              <a:gd name="connsiteY80" fmla="*/ 121285 h 692528"/>
              <a:gd name="connsiteX81" fmla="*/ 560824 w 655274"/>
              <a:gd name="connsiteY81" fmla="*/ 209550 h 692528"/>
              <a:gd name="connsiteX82" fmla="*/ 526533 w 655274"/>
              <a:gd name="connsiteY82" fmla="*/ 209550 h 692528"/>
              <a:gd name="connsiteX83" fmla="*/ 532883 w 655274"/>
              <a:gd name="connsiteY83" fmla="*/ 177165 h 692528"/>
              <a:gd name="connsiteX84" fmla="*/ 544313 w 655274"/>
              <a:gd name="connsiteY84" fmla="*/ 124460 h 692528"/>
              <a:gd name="connsiteX85" fmla="*/ 546854 w 655274"/>
              <a:gd name="connsiteY85" fmla="*/ 120650 h 692528"/>
              <a:gd name="connsiteX86" fmla="*/ 331589 w 655274"/>
              <a:gd name="connsiteY86" fmla="*/ 119380 h 692528"/>
              <a:gd name="connsiteX87" fmla="*/ 340480 w 655274"/>
              <a:gd name="connsiteY87" fmla="*/ 121285 h 692528"/>
              <a:gd name="connsiteX88" fmla="*/ 362069 w 655274"/>
              <a:gd name="connsiteY88" fmla="*/ 154305 h 692528"/>
              <a:gd name="connsiteX89" fmla="*/ 346830 w 655274"/>
              <a:gd name="connsiteY89" fmla="*/ 154305 h 692528"/>
              <a:gd name="connsiteX90" fmla="*/ 330319 w 655274"/>
              <a:gd name="connsiteY90" fmla="*/ 154305 h 692528"/>
              <a:gd name="connsiteX91" fmla="*/ 330319 w 655274"/>
              <a:gd name="connsiteY91" fmla="*/ 150494 h 692528"/>
              <a:gd name="connsiteX92" fmla="*/ 319524 w 655274"/>
              <a:gd name="connsiteY92" fmla="*/ 143510 h 692528"/>
              <a:gd name="connsiteX93" fmla="*/ 313174 w 655274"/>
              <a:gd name="connsiteY93" fmla="*/ 149860 h 692528"/>
              <a:gd name="connsiteX94" fmla="*/ 306824 w 655274"/>
              <a:gd name="connsiteY94" fmla="*/ 180975 h 692528"/>
              <a:gd name="connsiteX95" fmla="*/ 311269 w 655274"/>
              <a:gd name="connsiteY95" fmla="*/ 189865 h 692528"/>
              <a:gd name="connsiteX96" fmla="*/ 321430 w 655274"/>
              <a:gd name="connsiteY96" fmla="*/ 185419 h 692528"/>
              <a:gd name="connsiteX97" fmla="*/ 321430 w 655274"/>
              <a:gd name="connsiteY97" fmla="*/ 184785 h 692528"/>
              <a:gd name="connsiteX98" fmla="*/ 332858 w 655274"/>
              <a:gd name="connsiteY98" fmla="*/ 177800 h 692528"/>
              <a:gd name="connsiteX99" fmla="*/ 355083 w 655274"/>
              <a:gd name="connsiteY99" fmla="*/ 177800 h 692528"/>
              <a:gd name="connsiteX100" fmla="*/ 358258 w 655274"/>
              <a:gd name="connsiteY100" fmla="*/ 177800 h 692528"/>
              <a:gd name="connsiteX101" fmla="*/ 350005 w 655274"/>
              <a:gd name="connsiteY101" fmla="*/ 194310 h 692528"/>
              <a:gd name="connsiteX102" fmla="*/ 311905 w 655274"/>
              <a:gd name="connsiteY102" fmla="*/ 210819 h 692528"/>
              <a:gd name="connsiteX103" fmla="*/ 294758 w 655274"/>
              <a:gd name="connsiteY103" fmla="*/ 210185 h 692528"/>
              <a:gd name="connsiteX104" fmla="*/ 271264 w 655274"/>
              <a:gd name="connsiteY104" fmla="*/ 182880 h 692528"/>
              <a:gd name="connsiteX105" fmla="*/ 278249 w 655274"/>
              <a:gd name="connsiteY105" fmla="*/ 148590 h 692528"/>
              <a:gd name="connsiteX106" fmla="*/ 331589 w 655274"/>
              <a:gd name="connsiteY106" fmla="*/ 119380 h 692528"/>
              <a:gd name="connsiteX107" fmla="*/ 291901 w 655274"/>
              <a:gd name="connsiteY107" fmla="*/ 22542 h 692528"/>
              <a:gd name="connsiteX108" fmla="*/ 222369 w 655274"/>
              <a:gd name="connsiteY108" fmla="*/ 29845 h 692528"/>
              <a:gd name="connsiteX109" fmla="*/ 65524 w 655274"/>
              <a:gd name="connsiteY109" fmla="*/ 78105 h 692528"/>
              <a:gd name="connsiteX110" fmla="*/ 23613 w 655274"/>
              <a:gd name="connsiteY110" fmla="*/ 132715 h 692528"/>
              <a:gd name="connsiteX111" fmla="*/ 22979 w 655274"/>
              <a:gd name="connsiteY111" fmla="*/ 190500 h 692528"/>
              <a:gd name="connsiteX112" fmla="*/ 47108 w 655274"/>
              <a:gd name="connsiteY112" fmla="*/ 306070 h 692528"/>
              <a:gd name="connsiteX113" fmla="*/ 52188 w 655274"/>
              <a:gd name="connsiteY113" fmla="*/ 323850 h 692528"/>
              <a:gd name="connsiteX114" fmla="*/ 97908 w 655274"/>
              <a:gd name="connsiteY114" fmla="*/ 297180 h 692528"/>
              <a:gd name="connsiteX115" fmla="*/ 125849 w 655274"/>
              <a:gd name="connsiteY115" fmla="*/ 288290 h 692528"/>
              <a:gd name="connsiteX116" fmla="*/ 284599 w 655274"/>
              <a:gd name="connsiteY116" fmla="*/ 265430 h 692528"/>
              <a:gd name="connsiteX117" fmla="*/ 387469 w 655274"/>
              <a:gd name="connsiteY117" fmla="*/ 259080 h 692528"/>
              <a:gd name="connsiteX118" fmla="*/ 604004 w 655274"/>
              <a:gd name="connsiteY118" fmla="*/ 255270 h 692528"/>
              <a:gd name="connsiteX119" fmla="*/ 617974 w 655274"/>
              <a:gd name="connsiteY119" fmla="*/ 255905 h 692528"/>
              <a:gd name="connsiteX120" fmla="*/ 618608 w 655274"/>
              <a:gd name="connsiteY120" fmla="*/ 251460 h 692528"/>
              <a:gd name="connsiteX121" fmla="*/ 628133 w 655274"/>
              <a:gd name="connsiteY121" fmla="*/ 194310 h 692528"/>
              <a:gd name="connsiteX122" fmla="*/ 628769 w 655274"/>
              <a:gd name="connsiteY122" fmla="*/ 140970 h 692528"/>
              <a:gd name="connsiteX123" fmla="*/ 583049 w 655274"/>
              <a:gd name="connsiteY123" fmla="*/ 77470 h 692528"/>
              <a:gd name="connsiteX124" fmla="*/ 361433 w 655274"/>
              <a:gd name="connsiteY124" fmla="*/ 22860 h 692528"/>
              <a:gd name="connsiteX125" fmla="*/ 291901 w 655274"/>
              <a:gd name="connsiteY125" fmla="*/ 22542 h 692528"/>
              <a:gd name="connsiteX126" fmla="*/ 326508 w 655274"/>
              <a:gd name="connsiteY126" fmla="*/ 0 h 692528"/>
              <a:gd name="connsiteX127" fmla="*/ 581779 w 655274"/>
              <a:gd name="connsiteY127" fmla="*/ 51435 h 692528"/>
              <a:gd name="connsiteX128" fmla="*/ 618608 w 655274"/>
              <a:gd name="connsiteY128" fmla="*/ 71755 h 692528"/>
              <a:gd name="connsiteX129" fmla="*/ 653533 w 655274"/>
              <a:gd name="connsiteY129" fmla="*/ 139700 h 692528"/>
              <a:gd name="connsiteX130" fmla="*/ 650994 w 655274"/>
              <a:gd name="connsiteY130" fmla="*/ 206375 h 692528"/>
              <a:gd name="connsiteX131" fmla="*/ 612894 w 655274"/>
              <a:gd name="connsiteY131" fmla="*/ 358140 h 692528"/>
              <a:gd name="connsiteX132" fmla="*/ 396358 w 655274"/>
              <a:gd name="connsiteY132" fmla="*/ 662940 h 692528"/>
              <a:gd name="connsiteX133" fmla="*/ 359529 w 655274"/>
              <a:gd name="connsiteY133" fmla="*/ 687070 h 692528"/>
              <a:gd name="connsiteX134" fmla="*/ 276344 w 655274"/>
              <a:gd name="connsiteY134" fmla="*/ 676275 h 692528"/>
              <a:gd name="connsiteX135" fmla="*/ 214113 w 655274"/>
              <a:gd name="connsiteY135" fmla="*/ 621665 h 692528"/>
              <a:gd name="connsiteX136" fmla="*/ 19804 w 655274"/>
              <a:gd name="connsiteY136" fmla="*/ 286385 h 692528"/>
              <a:gd name="connsiteX137" fmla="*/ 754 w 655274"/>
              <a:gd name="connsiteY137" fmla="*/ 179705 h 692528"/>
              <a:gd name="connsiteX138" fmla="*/ 9644 w 655274"/>
              <a:gd name="connsiteY138" fmla="*/ 106680 h 692528"/>
              <a:gd name="connsiteX139" fmla="*/ 56633 w 655274"/>
              <a:gd name="connsiteY139" fmla="*/ 58420 h 692528"/>
              <a:gd name="connsiteX140" fmla="*/ 198238 w 655274"/>
              <a:gd name="connsiteY140" fmla="*/ 11430 h 692528"/>
              <a:gd name="connsiteX141" fmla="*/ 326508 w 655274"/>
              <a:gd name="connsiteY141" fmla="*/ 0 h 69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655274" h="692528">
                <a:moveTo>
                  <a:pt x="607813" y="284480"/>
                </a:moveTo>
                <a:cubicBezTo>
                  <a:pt x="583683" y="285115"/>
                  <a:pt x="559554" y="286385"/>
                  <a:pt x="535424" y="288925"/>
                </a:cubicBezTo>
                <a:cubicBezTo>
                  <a:pt x="497958" y="293370"/>
                  <a:pt x="460494" y="297815"/>
                  <a:pt x="423029" y="304165"/>
                </a:cubicBezTo>
                <a:cubicBezTo>
                  <a:pt x="376674" y="311150"/>
                  <a:pt x="330954" y="321945"/>
                  <a:pt x="286504" y="337185"/>
                </a:cubicBezTo>
                <a:cubicBezTo>
                  <a:pt x="249038" y="349885"/>
                  <a:pt x="214113" y="363855"/>
                  <a:pt x="181094" y="386080"/>
                </a:cubicBezTo>
                <a:cubicBezTo>
                  <a:pt x="165219" y="397510"/>
                  <a:pt x="148708" y="410210"/>
                  <a:pt x="137279" y="426085"/>
                </a:cubicBezTo>
                <a:cubicBezTo>
                  <a:pt x="120133" y="447675"/>
                  <a:pt x="119499" y="468630"/>
                  <a:pt x="134738" y="492125"/>
                </a:cubicBezTo>
                <a:cubicBezTo>
                  <a:pt x="158233" y="528955"/>
                  <a:pt x="185538" y="562610"/>
                  <a:pt x="216019" y="593725"/>
                </a:cubicBezTo>
                <a:cubicBezTo>
                  <a:pt x="238244" y="616585"/>
                  <a:pt x="261738" y="639445"/>
                  <a:pt x="288408" y="657860"/>
                </a:cubicBezTo>
                <a:cubicBezTo>
                  <a:pt x="304283" y="670560"/>
                  <a:pt x="323333" y="673100"/>
                  <a:pt x="343019" y="667385"/>
                </a:cubicBezTo>
                <a:cubicBezTo>
                  <a:pt x="356354" y="664845"/>
                  <a:pt x="366513" y="656590"/>
                  <a:pt x="376038" y="648970"/>
                </a:cubicBezTo>
                <a:cubicBezTo>
                  <a:pt x="483988" y="561340"/>
                  <a:pt x="556379" y="450215"/>
                  <a:pt x="600829" y="320040"/>
                </a:cubicBezTo>
                <a:cubicBezTo>
                  <a:pt x="604638" y="308610"/>
                  <a:pt x="608449" y="295910"/>
                  <a:pt x="611624" y="284480"/>
                </a:cubicBezTo>
                <a:cubicBezTo>
                  <a:pt x="609719" y="284480"/>
                  <a:pt x="609083" y="283845"/>
                  <a:pt x="607813" y="284480"/>
                </a:cubicBezTo>
                <a:close/>
                <a:moveTo>
                  <a:pt x="121404" y="141605"/>
                </a:moveTo>
                <a:cubicBezTo>
                  <a:pt x="118863" y="157480"/>
                  <a:pt x="115054" y="172719"/>
                  <a:pt x="111244" y="188594"/>
                </a:cubicBezTo>
                <a:cubicBezTo>
                  <a:pt x="121404" y="189230"/>
                  <a:pt x="127754" y="186689"/>
                  <a:pt x="130294" y="177799"/>
                </a:cubicBezTo>
                <a:cubicBezTo>
                  <a:pt x="132833" y="170814"/>
                  <a:pt x="134738" y="162559"/>
                  <a:pt x="136008" y="155574"/>
                </a:cubicBezTo>
                <a:cubicBezTo>
                  <a:pt x="137913" y="145414"/>
                  <a:pt x="133469" y="140969"/>
                  <a:pt x="121404" y="141605"/>
                </a:cubicBezTo>
                <a:close/>
                <a:moveTo>
                  <a:pt x="414138" y="141604"/>
                </a:moveTo>
                <a:cubicBezTo>
                  <a:pt x="409694" y="152399"/>
                  <a:pt x="405249" y="162559"/>
                  <a:pt x="399533" y="174624"/>
                </a:cubicBezTo>
                <a:lnTo>
                  <a:pt x="414774" y="174624"/>
                </a:lnTo>
                <a:lnTo>
                  <a:pt x="414774" y="141604"/>
                </a:lnTo>
                <a:close/>
                <a:moveTo>
                  <a:pt x="94099" y="121919"/>
                </a:moveTo>
                <a:cubicBezTo>
                  <a:pt x="110608" y="121919"/>
                  <a:pt x="125849" y="121919"/>
                  <a:pt x="142358" y="122555"/>
                </a:cubicBezTo>
                <a:cubicBezTo>
                  <a:pt x="144899" y="122555"/>
                  <a:pt x="148074" y="122555"/>
                  <a:pt x="150613" y="123189"/>
                </a:cubicBezTo>
                <a:cubicBezTo>
                  <a:pt x="165219" y="126999"/>
                  <a:pt x="172204" y="134619"/>
                  <a:pt x="173474" y="147955"/>
                </a:cubicBezTo>
                <a:cubicBezTo>
                  <a:pt x="174108" y="172084"/>
                  <a:pt x="162679" y="199389"/>
                  <a:pt x="133469" y="207644"/>
                </a:cubicBezTo>
                <a:cubicBezTo>
                  <a:pt x="129658" y="208280"/>
                  <a:pt x="126483" y="209549"/>
                  <a:pt x="123308" y="209549"/>
                </a:cubicBezTo>
                <a:cubicBezTo>
                  <a:pt x="106163" y="209549"/>
                  <a:pt x="89654" y="209549"/>
                  <a:pt x="72508" y="209549"/>
                </a:cubicBezTo>
                <a:cubicBezTo>
                  <a:pt x="75049" y="196849"/>
                  <a:pt x="76954" y="185419"/>
                  <a:pt x="79494" y="173355"/>
                </a:cubicBezTo>
                <a:cubicBezTo>
                  <a:pt x="83304" y="157480"/>
                  <a:pt x="86479" y="140969"/>
                  <a:pt x="90288" y="124459"/>
                </a:cubicBezTo>
                <a:cubicBezTo>
                  <a:pt x="90288" y="122555"/>
                  <a:pt x="90924" y="121919"/>
                  <a:pt x="94099" y="121919"/>
                </a:cubicBezTo>
                <a:close/>
                <a:moveTo>
                  <a:pt x="463668" y="121284"/>
                </a:moveTo>
                <a:cubicBezTo>
                  <a:pt x="479543" y="121284"/>
                  <a:pt x="495418" y="121284"/>
                  <a:pt x="511929" y="121284"/>
                </a:cubicBezTo>
                <a:lnTo>
                  <a:pt x="537329" y="121284"/>
                </a:lnTo>
                <a:cubicBezTo>
                  <a:pt x="535424" y="129539"/>
                  <a:pt x="533518" y="136524"/>
                  <a:pt x="532883" y="143509"/>
                </a:cubicBezTo>
                <a:lnTo>
                  <a:pt x="529074" y="144144"/>
                </a:lnTo>
                <a:cubicBezTo>
                  <a:pt x="523993" y="144144"/>
                  <a:pt x="519549" y="144779"/>
                  <a:pt x="513833" y="144144"/>
                </a:cubicBezTo>
                <a:cubicBezTo>
                  <a:pt x="511293" y="144144"/>
                  <a:pt x="510024" y="144779"/>
                  <a:pt x="509388" y="147954"/>
                </a:cubicBezTo>
                <a:cubicBezTo>
                  <a:pt x="505579" y="167639"/>
                  <a:pt x="501768" y="186054"/>
                  <a:pt x="497324" y="205739"/>
                </a:cubicBezTo>
                <a:cubicBezTo>
                  <a:pt x="498593" y="207009"/>
                  <a:pt x="498593" y="207644"/>
                  <a:pt x="497324" y="209549"/>
                </a:cubicBezTo>
                <a:lnTo>
                  <a:pt x="463033" y="209549"/>
                </a:lnTo>
                <a:cubicBezTo>
                  <a:pt x="467479" y="187959"/>
                  <a:pt x="471924" y="167004"/>
                  <a:pt x="477004" y="145414"/>
                </a:cubicBezTo>
                <a:lnTo>
                  <a:pt x="454779" y="145414"/>
                </a:lnTo>
                <a:cubicBezTo>
                  <a:pt x="456683" y="137159"/>
                  <a:pt x="457318" y="130174"/>
                  <a:pt x="459224" y="123189"/>
                </a:cubicBezTo>
                <a:cubicBezTo>
                  <a:pt x="459858" y="122554"/>
                  <a:pt x="461763" y="121284"/>
                  <a:pt x="463668" y="121284"/>
                </a:cubicBezTo>
                <a:close/>
                <a:moveTo>
                  <a:pt x="400804" y="121284"/>
                </a:moveTo>
                <a:cubicBezTo>
                  <a:pt x="413504" y="121284"/>
                  <a:pt x="426838" y="121284"/>
                  <a:pt x="439538" y="121284"/>
                </a:cubicBezTo>
                <a:cubicBezTo>
                  <a:pt x="442079" y="121284"/>
                  <a:pt x="443349" y="121284"/>
                  <a:pt x="443983" y="123824"/>
                </a:cubicBezTo>
                <a:cubicBezTo>
                  <a:pt x="446524" y="151764"/>
                  <a:pt x="449063" y="180339"/>
                  <a:pt x="452874" y="208279"/>
                </a:cubicBezTo>
                <a:lnTo>
                  <a:pt x="452874" y="211454"/>
                </a:lnTo>
                <a:lnTo>
                  <a:pt x="452238" y="211454"/>
                </a:lnTo>
                <a:lnTo>
                  <a:pt x="416679" y="211454"/>
                </a:lnTo>
                <a:cubicBezTo>
                  <a:pt x="416044" y="207009"/>
                  <a:pt x="416044" y="202564"/>
                  <a:pt x="416044" y="196849"/>
                </a:cubicBezTo>
                <a:cubicBezTo>
                  <a:pt x="407788" y="196849"/>
                  <a:pt x="400169" y="196849"/>
                  <a:pt x="391913" y="196849"/>
                </a:cubicBezTo>
                <a:lnTo>
                  <a:pt x="389374" y="198754"/>
                </a:lnTo>
                <a:lnTo>
                  <a:pt x="389374" y="200659"/>
                </a:lnTo>
                <a:cubicBezTo>
                  <a:pt x="386833" y="210819"/>
                  <a:pt x="381119" y="212724"/>
                  <a:pt x="371594" y="211454"/>
                </a:cubicBezTo>
                <a:cubicBezTo>
                  <a:pt x="365244" y="210819"/>
                  <a:pt x="358258" y="211454"/>
                  <a:pt x="351274" y="211454"/>
                </a:cubicBezTo>
                <a:cubicBezTo>
                  <a:pt x="351274" y="209549"/>
                  <a:pt x="351908" y="208914"/>
                  <a:pt x="351908" y="207644"/>
                </a:cubicBezTo>
                <a:cubicBezTo>
                  <a:pt x="367149" y="179704"/>
                  <a:pt x="381754" y="152399"/>
                  <a:pt x="395724" y="123824"/>
                </a:cubicBezTo>
                <a:cubicBezTo>
                  <a:pt x="397629" y="121919"/>
                  <a:pt x="398263" y="121284"/>
                  <a:pt x="400804" y="121284"/>
                </a:cubicBezTo>
                <a:close/>
                <a:moveTo>
                  <a:pt x="189983" y="121284"/>
                </a:moveTo>
                <a:lnTo>
                  <a:pt x="224273" y="121284"/>
                </a:lnTo>
                <a:cubicBezTo>
                  <a:pt x="223638" y="126364"/>
                  <a:pt x="221733" y="132079"/>
                  <a:pt x="220463" y="137159"/>
                </a:cubicBezTo>
                <a:cubicBezTo>
                  <a:pt x="217923" y="150494"/>
                  <a:pt x="214113" y="165099"/>
                  <a:pt x="211573" y="178434"/>
                </a:cubicBezTo>
                <a:cubicBezTo>
                  <a:pt x="210938" y="183514"/>
                  <a:pt x="211573" y="187324"/>
                  <a:pt x="215383" y="187959"/>
                </a:cubicBezTo>
                <a:cubicBezTo>
                  <a:pt x="219193" y="188594"/>
                  <a:pt x="223638" y="186054"/>
                  <a:pt x="224908" y="181609"/>
                </a:cubicBezTo>
                <a:cubicBezTo>
                  <a:pt x="226813" y="174624"/>
                  <a:pt x="228718" y="166369"/>
                  <a:pt x="229988" y="158749"/>
                </a:cubicBezTo>
                <a:cubicBezTo>
                  <a:pt x="231893" y="147319"/>
                  <a:pt x="234433" y="135889"/>
                  <a:pt x="236973" y="123824"/>
                </a:cubicBezTo>
                <a:lnTo>
                  <a:pt x="239513" y="121284"/>
                </a:lnTo>
                <a:cubicBezTo>
                  <a:pt x="250308" y="121284"/>
                  <a:pt x="260468" y="121284"/>
                  <a:pt x="272533" y="121284"/>
                </a:cubicBezTo>
                <a:cubicBezTo>
                  <a:pt x="270629" y="128269"/>
                  <a:pt x="268723" y="136524"/>
                  <a:pt x="268088" y="143509"/>
                </a:cubicBezTo>
                <a:cubicBezTo>
                  <a:pt x="265548" y="154939"/>
                  <a:pt x="263008" y="167639"/>
                  <a:pt x="259833" y="179069"/>
                </a:cubicBezTo>
                <a:cubicBezTo>
                  <a:pt x="255388" y="197484"/>
                  <a:pt x="243958" y="208279"/>
                  <a:pt x="223638" y="211454"/>
                </a:cubicBezTo>
                <a:cubicBezTo>
                  <a:pt x="214113" y="212089"/>
                  <a:pt x="203318" y="212089"/>
                  <a:pt x="193793" y="209549"/>
                </a:cubicBezTo>
                <a:cubicBezTo>
                  <a:pt x="179823" y="205739"/>
                  <a:pt x="173473" y="196214"/>
                  <a:pt x="176013" y="181609"/>
                </a:cubicBezTo>
                <a:cubicBezTo>
                  <a:pt x="179823" y="161924"/>
                  <a:pt x="184268" y="142239"/>
                  <a:pt x="188713" y="122554"/>
                </a:cubicBezTo>
                <a:close/>
                <a:moveTo>
                  <a:pt x="546854" y="120650"/>
                </a:moveTo>
                <a:cubicBezTo>
                  <a:pt x="557649" y="121285"/>
                  <a:pt x="567808" y="121285"/>
                  <a:pt x="579238" y="121285"/>
                </a:cubicBezTo>
                <a:cubicBezTo>
                  <a:pt x="572888" y="150495"/>
                  <a:pt x="567174" y="180340"/>
                  <a:pt x="560824" y="209550"/>
                </a:cubicBezTo>
                <a:lnTo>
                  <a:pt x="526533" y="209550"/>
                </a:lnTo>
                <a:cubicBezTo>
                  <a:pt x="528438" y="198755"/>
                  <a:pt x="530979" y="187960"/>
                  <a:pt x="532883" y="177165"/>
                </a:cubicBezTo>
                <a:cubicBezTo>
                  <a:pt x="536058" y="159385"/>
                  <a:pt x="539869" y="141605"/>
                  <a:pt x="544313" y="124460"/>
                </a:cubicBezTo>
                <a:cubicBezTo>
                  <a:pt x="544313" y="122555"/>
                  <a:pt x="546219" y="120650"/>
                  <a:pt x="546854" y="120650"/>
                </a:cubicBezTo>
                <a:close/>
                <a:moveTo>
                  <a:pt x="331589" y="119380"/>
                </a:moveTo>
                <a:cubicBezTo>
                  <a:pt x="335399" y="120015"/>
                  <a:pt x="337939" y="120015"/>
                  <a:pt x="340480" y="121285"/>
                </a:cubicBezTo>
                <a:cubicBezTo>
                  <a:pt x="358258" y="125094"/>
                  <a:pt x="366514" y="136525"/>
                  <a:pt x="362069" y="154305"/>
                </a:cubicBezTo>
                <a:lnTo>
                  <a:pt x="346830" y="154305"/>
                </a:lnTo>
                <a:lnTo>
                  <a:pt x="330319" y="154305"/>
                </a:lnTo>
                <a:lnTo>
                  <a:pt x="330319" y="150494"/>
                </a:lnTo>
                <a:cubicBezTo>
                  <a:pt x="330319" y="143510"/>
                  <a:pt x="324605" y="139700"/>
                  <a:pt x="319524" y="143510"/>
                </a:cubicBezTo>
                <a:cubicBezTo>
                  <a:pt x="316983" y="145415"/>
                  <a:pt x="313808" y="147955"/>
                  <a:pt x="313174" y="149860"/>
                </a:cubicBezTo>
                <a:cubicBezTo>
                  <a:pt x="310633" y="160655"/>
                  <a:pt x="308730" y="170815"/>
                  <a:pt x="306824" y="180975"/>
                </a:cubicBezTo>
                <a:cubicBezTo>
                  <a:pt x="306189" y="184785"/>
                  <a:pt x="306824" y="187960"/>
                  <a:pt x="311269" y="189865"/>
                </a:cubicBezTo>
                <a:cubicBezTo>
                  <a:pt x="315080" y="190500"/>
                  <a:pt x="318255" y="189230"/>
                  <a:pt x="321430" y="185419"/>
                </a:cubicBezTo>
                <a:lnTo>
                  <a:pt x="321430" y="184785"/>
                </a:lnTo>
                <a:cubicBezTo>
                  <a:pt x="323333" y="177800"/>
                  <a:pt x="327780" y="177800"/>
                  <a:pt x="332858" y="177800"/>
                </a:cubicBezTo>
                <a:cubicBezTo>
                  <a:pt x="341114" y="178435"/>
                  <a:pt x="348099" y="177800"/>
                  <a:pt x="355083" y="177800"/>
                </a:cubicBezTo>
                <a:lnTo>
                  <a:pt x="358258" y="177800"/>
                </a:lnTo>
                <a:cubicBezTo>
                  <a:pt x="356355" y="184150"/>
                  <a:pt x="353814" y="189230"/>
                  <a:pt x="350005" y="194310"/>
                </a:cubicBezTo>
                <a:cubicBezTo>
                  <a:pt x="339844" y="205740"/>
                  <a:pt x="326508" y="210819"/>
                  <a:pt x="311905" y="210819"/>
                </a:cubicBezTo>
                <a:cubicBezTo>
                  <a:pt x="306189" y="211455"/>
                  <a:pt x="300474" y="210819"/>
                  <a:pt x="294758" y="210185"/>
                </a:cubicBezTo>
                <a:cubicBezTo>
                  <a:pt x="280155" y="206375"/>
                  <a:pt x="272533" y="196850"/>
                  <a:pt x="271264" y="182880"/>
                </a:cubicBezTo>
                <a:cubicBezTo>
                  <a:pt x="270630" y="170180"/>
                  <a:pt x="273169" y="158750"/>
                  <a:pt x="278249" y="148590"/>
                </a:cubicBezTo>
                <a:cubicBezTo>
                  <a:pt x="287139" y="128905"/>
                  <a:pt x="308094" y="118744"/>
                  <a:pt x="331589" y="119380"/>
                </a:cubicBezTo>
                <a:close/>
                <a:moveTo>
                  <a:pt x="291901" y="22542"/>
                </a:moveTo>
                <a:cubicBezTo>
                  <a:pt x="268724" y="23654"/>
                  <a:pt x="245546" y="26035"/>
                  <a:pt x="222369" y="29845"/>
                </a:cubicBezTo>
                <a:cubicBezTo>
                  <a:pt x="167758" y="38100"/>
                  <a:pt x="115054" y="53975"/>
                  <a:pt x="65524" y="78105"/>
                </a:cubicBezTo>
                <a:cubicBezTo>
                  <a:pt x="43299" y="89535"/>
                  <a:pt x="28694" y="107315"/>
                  <a:pt x="23613" y="132715"/>
                </a:cubicBezTo>
                <a:cubicBezTo>
                  <a:pt x="19169" y="152400"/>
                  <a:pt x="19804" y="170815"/>
                  <a:pt x="22979" y="190500"/>
                </a:cubicBezTo>
                <a:cubicBezTo>
                  <a:pt x="27424" y="229870"/>
                  <a:pt x="35679" y="267970"/>
                  <a:pt x="47108" y="306070"/>
                </a:cubicBezTo>
                <a:cubicBezTo>
                  <a:pt x="49013" y="311150"/>
                  <a:pt x="50919" y="317500"/>
                  <a:pt x="52188" y="323850"/>
                </a:cubicBezTo>
                <a:cubicBezTo>
                  <a:pt x="64888" y="310515"/>
                  <a:pt x="80763" y="303530"/>
                  <a:pt x="97908" y="297180"/>
                </a:cubicBezTo>
                <a:cubicBezTo>
                  <a:pt x="106799" y="293370"/>
                  <a:pt x="115688" y="290830"/>
                  <a:pt x="125849" y="288290"/>
                </a:cubicBezTo>
                <a:cubicBezTo>
                  <a:pt x="177919" y="274955"/>
                  <a:pt x="231258" y="268605"/>
                  <a:pt x="284599" y="265430"/>
                </a:cubicBezTo>
                <a:cubicBezTo>
                  <a:pt x="319524" y="262890"/>
                  <a:pt x="353179" y="260985"/>
                  <a:pt x="387469" y="259080"/>
                </a:cubicBezTo>
                <a:cubicBezTo>
                  <a:pt x="459858" y="256540"/>
                  <a:pt x="532249" y="254635"/>
                  <a:pt x="604004" y="255270"/>
                </a:cubicBezTo>
                <a:cubicBezTo>
                  <a:pt x="609083" y="255905"/>
                  <a:pt x="613529" y="255905"/>
                  <a:pt x="617974" y="255905"/>
                </a:cubicBezTo>
                <a:cubicBezTo>
                  <a:pt x="618608" y="254000"/>
                  <a:pt x="618608" y="253365"/>
                  <a:pt x="618608" y="251460"/>
                </a:cubicBezTo>
                <a:cubicBezTo>
                  <a:pt x="622419" y="232410"/>
                  <a:pt x="625594" y="213360"/>
                  <a:pt x="628133" y="194310"/>
                </a:cubicBezTo>
                <a:cubicBezTo>
                  <a:pt x="630674" y="176530"/>
                  <a:pt x="632579" y="158750"/>
                  <a:pt x="628769" y="140970"/>
                </a:cubicBezTo>
                <a:cubicBezTo>
                  <a:pt x="624324" y="111760"/>
                  <a:pt x="609719" y="90805"/>
                  <a:pt x="583049" y="77470"/>
                </a:cubicBezTo>
                <a:cubicBezTo>
                  <a:pt x="512563" y="44450"/>
                  <a:pt x="438269" y="26670"/>
                  <a:pt x="361433" y="22860"/>
                </a:cubicBezTo>
                <a:cubicBezTo>
                  <a:pt x="338256" y="21590"/>
                  <a:pt x="315079" y="21431"/>
                  <a:pt x="291901" y="22542"/>
                </a:cubicBezTo>
                <a:close/>
                <a:moveTo>
                  <a:pt x="326508" y="0"/>
                </a:moveTo>
                <a:cubicBezTo>
                  <a:pt x="414774" y="0"/>
                  <a:pt x="500499" y="15240"/>
                  <a:pt x="581779" y="51435"/>
                </a:cubicBezTo>
                <a:cubicBezTo>
                  <a:pt x="594479" y="56515"/>
                  <a:pt x="606544" y="62865"/>
                  <a:pt x="618608" y="71755"/>
                </a:cubicBezTo>
                <a:cubicBezTo>
                  <a:pt x="638929" y="89535"/>
                  <a:pt x="649724" y="113030"/>
                  <a:pt x="653533" y="139700"/>
                </a:cubicBezTo>
                <a:cubicBezTo>
                  <a:pt x="657344" y="161925"/>
                  <a:pt x="654169" y="184150"/>
                  <a:pt x="650994" y="206375"/>
                </a:cubicBezTo>
                <a:cubicBezTo>
                  <a:pt x="644008" y="257810"/>
                  <a:pt x="631308" y="308610"/>
                  <a:pt x="612894" y="358140"/>
                </a:cubicBezTo>
                <a:cubicBezTo>
                  <a:pt x="566538" y="477520"/>
                  <a:pt x="496054" y="581025"/>
                  <a:pt x="396358" y="662940"/>
                </a:cubicBezTo>
                <a:cubicBezTo>
                  <a:pt x="384929" y="672465"/>
                  <a:pt x="374133" y="681355"/>
                  <a:pt x="359529" y="687070"/>
                </a:cubicBezTo>
                <a:cubicBezTo>
                  <a:pt x="330319" y="696595"/>
                  <a:pt x="302379" y="694055"/>
                  <a:pt x="276344" y="676275"/>
                </a:cubicBezTo>
                <a:cubicBezTo>
                  <a:pt x="254119" y="660400"/>
                  <a:pt x="233799" y="641350"/>
                  <a:pt x="214113" y="621665"/>
                </a:cubicBezTo>
                <a:cubicBezTo>
                  <a:pt x="118863" y="528320"/>
                  <a:pt x="54094" y="415925"/>
                  <a:pt x="19804" y="286385"/>
                </a:cubicBezTo>
                <a:cubicBezTo>
                  <a:pt x="10913" y="251460"/>
                  <a:pt x="4563" y="215900"/>
                  <a:pt x="754" y="179705"/>
                </a:cubicBezTo>
                <a:cubicBezTo>
                  <a:pt x="-1151" y="154940"/>
                  <a:pt x="119" y="130810"/>
                  <a:pt x="9644" y="106680"/>
                </a:cubicBezTo>
                <a:cubicBezTo>
                  <a:pt x="19169" y="85090"/>
                  <a:pt x="35679" y="69215"/>
                  <a:pt x="56633" y="58420"/>
                </a:cubicBezTo>
                <a:cubicBezTo>
                  <a:pt x="102354" y="36195"/>
                  <a:pt x="149344" y="20955"/>
                  <a:pt x="198238" y="11430"/>
                </a:cubicBezTo>
                <a:cubicBezTo>
                  <a:pt x="240783" y="2540"/>
                  <a:pt x="283329" y="0"/>
                  <a:pt x="326508"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38" name="LAMBORGHINI">
            <a:extLst>
              <a:ext uri="{FF2B5EF4-FFF2-40B4-BE49-F238E27FC236}">
                <a16:creationId xmlns:a16="http://schemas.microsoft.com/office/drawing/2014/main" id="{AC80B1EF-0AEE-ACE6-8218-DC391276DB1D}"/>
              </a:ext>
            </a:extLst>
          </p:cNvPr>
          <p:cNvSpPr/>
          <p:nvPr/>
        </p:nvSpPr>
        <p:spPr>
          <a:xfrm>
            <a:off x="5760285" y="3049603"/>
            <a:ext cx="670561" cy="757555"/>
          </a:xfrm>
          <a:custGeom>
            <a:avLst/>
            <a:gdLst>
              <a:gd name="connsiteX0" fmla="*/ 225425 w 670561"/>
              <a:gd name="connsiteY0" fmla="*/ 478155 h 757555"/>
              <a:gd name="connsiteX1" fmla="*/ 219711 w 670561"/>
              <a:gd name="connsiteY1" fmla="*/ 489585 h 757555"/>
              <a:gd name="connsiteX2" fmla="*/ 215900 w 670561"/>
              <a:gd name="connsiteY2" fmla="*/ 501015 h 757555"/>
              <a:gd name="connsiteX3" fmla="*/ 216536 w 670561"/>
              <a:gd name="connsiteY3" fmla="*/ 501015 h 757555"/>
              <a:gd name="connsiteX4" fmla="*/ 227965 w 670561"/>
              <a:gd name="connsiteY4" fmla="*/ 483235 h 757555"/>
              <a:gd name="connsiteX5" fmla="*/ 225425 w 670561"/>
              <a:gd name="connsiteY5" fmla="*/ 478155 h 757555"/>
              <a:gd name="connsiteX6" fmla="*/ 295275 w 670561"/>
              <a:gd name="connsiteY6" fmla="*/ 471805 h 757555"/>
              <a:gd name="connsiteX7" fmla="*/ 290830 w 670561"/>
              <a:gd name="connsiteY7" fmla="*/ 478790 h 757555"/>
              <a:gd name="connsiteX8" fmla="*/ 288290 w 670561"/>
              <a:gd name="connsiteY8" fmla="*/ 485140 h 757555"/>
              <a:gd name="connsiteX9" fmla="*/ 299721 w 670561"/>
              <a:gd name="connsiteY9" fmla="*/ 473075 h 757555"/>
              <a:gd name="connsiteX10" fmla="*/ 295275 w 670561"/>
              <a:gd name="connsiteY10" fmla="*/ 471805 h 757555"/>
              <a:gd name="connsiteX11" fmla="*/ 385446 w 670561"/>
              <a:gd name="connsiteY11" fmla="*/ 413385 h 757555"/>
              <a:gd name="connsiteX12" fmla="*/ 395605 w 670561"/>
              <a:gd name="connsiteY12" fmla="*/ 426720 h 757555"/>
              <a:gd name="connsiteX13" fmla="*/ 391796 w 670561"/>
              <a:gd name="connsiteY13" fmla="*/ 429895 h 757555"/>
              <a:gd name="connsiteX14" fmla="*/ 384175 w 670561"/>
              <a:gd name="connsiteY14" fmla="*/ 424815 h 757555"/>
              <a:gd name="connsiteX15" fmla="*/ 384175 w 670561"/>
              <a:gd name="connsiteY15" fmla="*/ 414020 h 757555"/>
              <a:gd name="connsiteX16" fmla="*/ 467361 w 670561"/>
              <a:gd name="connsiteY16" fmla="*/ 408940 h 757555"/>
              <a:gd name="connsiteX17" fmla="*/ 462915 w 670561"/>
              <a:gd name="connsiteY17" fmla="*/ 417195 h 757555"/>
              <a:gd name="connsiteX18" fmla="*/ 456565 w 670561"/>
              <a:gd name="connsiteY18" fmla="*/ 427990 h 757555"/>
              <a:gd name="connsiteX19" fmla="*/ 467361 w 670561"/>
              <a:gd name="connsiteY19" fmla="*/ 445770 h 757555"/>
              <a:gd name="connsiteX20" fmla="*/ 473075 w 670561"/>
              <a:gd name="connsiteY20" fmla="*/ 443865 h 757555"/>
              <a:gd name="connsiteX21" fmla="*/ 474346 w 670561"/>
              <a:gd name="connsiteY21" fmla="*/ 432435 h 757555"/>
              <a:gd name="connsiteX22" fmla="*/ 473075 w 670561"/>
              <a:gd name="connsiteY22" fmla="*/ 418465 h 757555"/>
              <a:gd name="connsiteX23" fmla="*/ 467361 w 670561"/>
              <a:gd name="connsiteY23" fmla="*/ 408940 h 757555"/>
              <a:gd name="connsiteX24" fmla="*/ 332740 w 670561"/>
              <a:gd name="connsiteY24" fmla="*/ 344805 h 757555"/>
              <a:gd name="connsiteX25" fmla="*/ 322580 w 670561"/>
              <a:gd name="connsiteY25" fmla="*/ 349885 h 757555"/>
              <a:gd name="connsiteX26" fmla="*/ 315596 w 670561"/>
              <a:gd name="connsiteY26" fmla="*/ 359410 h 757555"/>
              <a:gd name="connsiteX27" fmla="*/ 300355 w 670561"/>
              <a:gd name="connsiteY27" fmla="*/ 364490 h 757555"/>
              <a:gd name="connsiteX28" fmla="*/ 281940 w 670561"/>
              <a:gd name="connsiteY28" fmla="*/ 357505 h 757555"/>
              <a:gd name="connsiteX29" fmla="*/ 272415 w 670561"/>
              <a:gd name="connsiteY29" fmla="*/ 368300 h 757555"/>
              <a:gd name="connsiteX30" fmla="*/ 260350 w 670561"/>
              <a:gd name="connsiteY30" fmla="*/ 373380 h 757555"/>
              <a:gd name="connsiteX31" fmla="*/ 249555 w 670561"/>
              <a:gd name="connsiteY31" fmla="*/ 369570 h 757555"/>
              <a:gd name="connsiteX32" fmla="*/ 240030 w 670561"/>
              <a:gd name="connsiteY32" fmla="*/ 397510 h 757555"/>
              <a:gd name="connsiteX33" fmla="*/ 228600 w 670561"/>
              <a:gd name="connsiteY33" fmla="*/ 426720 h 757555"/>
              <a:gd name="connsiteX34" fmla="*/ 226696 w 670561"/>
              <a:gd name="connsiteY34" fmla="*/ 434975 h 757555"/>
              <a:gd name="connsiteX35" fmla="*/ 227965 w 670561"/>
              <a:gd name="connsiteY35" fmla="*/ 455295 h 757555"/>
              <a:gd name="connsiteX36" fmla="*/ 248921 w 670561"/>
              <a:gd name="connsiteY36" fmla="*/ 436245 h 757555"/>
              <a:gd name="connsiteX37" fmla="*/ 259715 w 670561"/>
              <a:gd name="connsiteY37" fmla="*/ 421005 h 757555"/>
              <a:gd name="connsiteX38" fmla="*/ 270511 w 670561"/>
              <a:gd name="connsiteY38" fmla="*/ 417195 h 757555"/>
              <a:gd name="connsiteX39" fmla="*/ 286386 w 670561"/>
              <a:gd name="connsiteY39" fmla="*/ 419100 h 757555"/>
              <a:gd name="connsiteX40" fmla="*/ 300355 w 670561"/>
              <a:gd name="connsiteY40" fmla="*/ 422275 h 757555"/>
              <a:gd name="connsiteX41" fmla="*/ 300990 w 670561"/>
              <a:gd name="connsiteY41" fmla="*/ 425450 h 757555"/>
              <a:gd name="connsiteX42" fmla="*/ 291465 w 670561"/>
              <a:gd name="connsiteY42" fmla="*/ 427990 h 757555"/>
              <a:gd name="connsiteX43" fmla="*/ 285750 w 670561"/>
              <a:gd name="connsiteY43" fmla="*/ 432435 h 757555"/>
              <a:gd name="connsiteX44" fmla="*/ 281940 w 670561"/>
              <a:gd name="connsiteY44" fmla="*/ 443865 h 757555"/>
              <a:gd name="connsiteX45" fmla="*/ 282575 w 670561"/>
              <a:gd name="connsiteY45" fmla="*/ 456565 h 757555"/>
              <a:gd name="connsiteX46" fmla="*/ 294640 w 670561"/>
              <a:gd name="connsiteY46" fmla="*/ 459740 h 757555"/>
              <a:gd name="connsiteX47" fmla="*/ 319405 w 670561"/>
              <a:gd name="connsiteY47" fmla="*/ 457835 h 757555"/>
              <a:gd name="connsiteX48" fmla="*/ 333375 w 670561"/>
              <a:gd name="connsiteY48" fmla="*/ 457835 h 757555"/>
              <a:gd name="connsiteX49" fmla="*/ 346075 w 670561"/>
              <a:gd name="connsiteY49" fmla="*/ 453390 h 757555"/>
              <a:gd name="connsiteX50" fmla="*/ 339725 w 670561"/>
              <a:gd name="connsiteY50" fmla="*/ 438785 h 757555"/>
              <a:gd name="connsiteX51" fmla="*/ 329565 w 670561"/>
              <a:gd name="connsiteY51" fmla="*/ 421005 h 757555"/>
              <a:gd name="connsiteX52" fmla="*/ 329565 w 670561"/>
              <a:gd name="connsiteY52" fmla="*/ 409575 h 757555"/>
              <a:gd name="connsiteX53" fmla="*/ 339725 w 670561"/>
              <a:gd name="connsiteY53" fmla="*/ 395605 h 757555"/>
              <a:gd name="connsiteX54" fmla="*/ 350521 w 670561"/>
              <a:gd name="connsiteY54" fmla="*/ 369570 h 757555"/>
              <a:gd name="connsiteX55" fmla="*/ 342900 w 670561"/>
              <a:gd name="connsiteY55" fmla="*/ 351155 h 757555"/>
              <a:gd name="connsiteX56" fmla="*/ 332740 w 670561"/>
              <a:gd name="connsiteY56" fmla="*/ 344805 h 757555"/>
              <a:gd name="connsiteX57" fmla="*/ 292736 w 670561"/>
              <a:gd name="connsiteY57" fmla="*/ 310515 h 757555"/>
              <a:gd name="connsiteX58" fmla="*/ 288925 w 670561"/>
              <a:gd name="connsiteY58" fmla="*/ 321310 h 757555"/>
              <a:gd name="connsiteX59" fmla="*/ 281305 w 670561"/>
              <a:gd name="connsiteY59" fmla="*/ 336550 h 757555"/>
              <a:gd name="connsiteX60" fmla="*/ 289561 w 670561"/>
              <a:gd name="connsiteY60" fmla="*/ 345440 h 757555"/>
              <a:gd name="connsiteX61" fmla="*/ 313055 w 670561"/>
              <a:gd name="connsiteY61" fmla="*/ 343535 h 757555"/>
              <a:gd name="connsiteX62" fmla="*/ 313055 w 670561"/>
              <a:gd name="connsiteY62" fmla="*/ 341630 h 757555"/>
              <a:gd name="connsiteX63" fmla="*/ 295275 w 670561"/>
              <a:gd name="connsiteY63" fmla="*/ 316865 h 757555"/>
              <a:gd name="connsiteX64" fmla="*/ 292736 w 670561"/>
              <a:gd name="connsiteY64" fmla="*/ 310515 h 757555"/>
              <a:gd name="connsiteX65" fmla="*/ 370096 w 670561"/>
              <a:gd name="connsiteY65" fmla="*/ 267692 h 757555"/>
              <a:gd name="connsiteX66" fmla="*/ 368300 w 670561"/>
              <a:gd name="connsiteY66" fmla="*/ 274955 h 757555"/>
              <a:gd name="connsiteX67" fmla="*/ 361315 w 670561"/>
              <a:gd name="connsiteY67" fmla="*/ 274955 h 757555"/>
              <a:gd name="connsiteX68" fmla="*/ 354965 w 670561"/>
              <a:gd name="connsiteY68" fmla="*/ 288290 h 757555"/>
              <a:gd name="connsiteX69" fmla="*/ 372111 w 670561"/>
              <a:gd name="connsiteY69" fmla="*/ 289560 h 757555"/>
              <a:gd name="connsiteX70" fmla="*/ 374015 w 670561"/>
              <a:gd name="connsiteY70" fmla="*/ 292735 h 757555"/>
              <a:gd name="connsiteX71" fmla="*/ 387350 w 670561"/>
              <a:gd name="connsiteY71" fmla="*/ 303530 h 757555"/>
              <a:gd name="connsiteX72" fmla="*/ 397511 w 670561"/>
              <a:gd name="connsiteY72" fmla="*/ 301625 h 757555"/>
              <a:gd name="connsiteX73" fmla="*/ 370096 w 670561"/>
              <a:gd name="connsiteY73" fmla="*/ 267692 h 757555"/>
              <a:gd name="connsiteX74" fmla="*/ 371475 w 670561"/>
              <a:gd name="connsiteY74" fmla="*/ 225425 h 757555"/>
              <a:gd name="connsiteX75" fmla="*/ 367665 w 670561"/>
              <a:gd name="connsiteY75" fmla="*/ 226695 h 757555"/>
              <a:gd name="connsiteX76" fmla="*/ 374650 w 670561"/>
              <a:gd name="connsiteY76" fmla="*/ 235585 h 757555"/>
              <a:gd name="connsiteX77" fmla="*/ 379096 w 670561"/>
              <a:gd name="connsiteY77" fmla="*/ 234315 h 757555"/>
              <a:gd name="connsiteX78" fmla="*/ 371475 w 670561"/>
              <a:gd name="connsiteY78" fmla="*/ 225425 h 757555"/>
              <a:gd name="connsiteX79" fmla="*/ 353696 w 670561"/>
              <a:gd name="connsiteY79" fmla="*/ 160655 h 757555"/>
              <a:gd name="connsiteX80" fmla="*/ 351155 w 670561"/>
              <a:gd name="connsiteY80" fmla="*/ 164465 h 757555"/>
              <a:gd name="connsiteX81" fmla="*/ 365761 w 670561"/>
              <a:gd name="connsiteY81" fmla="*/ 165735 h 757555"/>
              <a:gd name="connsiteX82" fmla="*/ 353696 w 670561"/>
              <a:gd name="connsiteY82" fmla="*/ 160655 h 757555"/>
              <a:gd name="connsiteX83" fmla="*/ 364173 w 670561"/>
              <a:gd name="connsiteY83" fmla="*/ 148193 h 757555"/>
              <a:gd name="connsiteX84" fmla="*/ 409575 w 670561"/>
              <a:gd name="connsiteY84" fmla="*/ 162560 h 757555"/>
              <a:gd name="connsiteX85" fmla="*/ 378461 w 670561"/>
              <a:gd name="connsiteY85" fmla="*/ 161290 h 757555"/>
              <a:gd name="connsiteX86" fmla="*/ 367030 w 670561"/>
              <a:gd name="connsiteY86" fmla="*/ 162560 h 757555"/>
              <a:gd name="connsiteX87" fmla="*/ 381636 w 670561"/>
              <a:gd name="connsiteY87" fmla="*/ 167005 h 757555"/>
              <a:gd name="connsiteX88" fmla="*/ 386080 w 670561"/>
              <a:gd name="connsiteY88" fmla="*/ 172085 h 757555"/>
              <a:gd name="connsiteX89" fmla="*/ 321946 w 670561"/>
              <a:gd name="connsiteY89" fmla="*/ 159385 h 757555"/>
              <a:gd name="connsiteX90" fmla="*/ 312421 w 670561"/>
              <a:gd name="connsiteY90" fmla="*/ 179705 h 757555"/>
              <a:gd name="connsiteX91" fmla="*/ 427355 w 670561"/>
              <a:gd name="connsiteY91" fmla="*/ 186690 h 757555"/>
              <a:gd name="connsiteX92" fmla="*/ 459105 w 670561"/>
              <a:gd name="connsiteY92" fmla="*/ 210820 h 757555"/>
              <a:gd name="connsiteX93" fmla="*/ 454661 w 670561"/>
              <a:gd name="connsiteY93" fmla="*/ 238760 h 757555"/>
              <a:gd name="connsiteX94" fmla="*/ 470536 w 670561"/>
              <a:gd name="connsiteY94" fmla="*/ 267970 h 757555"/>
              <a:gd name="connsiteX95" fmla="*/ 487680 w 670561"/>
              <a:gd name="connsiteY95" fmla="*/ 307340 h 757555"/>
              <a:gd name="connsiteX96" fmla="*/ 484505 w 670561"/>
              <a:gd name="connsiteY96" fmla="*/ 337185 h 757555"/>
              <a:gd name="connsiteX97" fmla="*/ 486411 w 670561"/>
              <a:gd name="connsiteY97" fmla="*/ 368300 h 757555"/>
              <a:gd name="connsiteX98" fmla="*/ 476886 w 670561"/>
              <a:gd name="connsiteY98" fmla="*/ 367030 h 757555"/>
              <a:gd name="connsiteX99" fmla="*/ 478155 w 670561"/>
              <a:gd name="connsiteY99" fmla="*/ 353695 h 757555"/>
              <a:gd name="connsiteX100" fmla="*/ 473711 w 670561"/>
              <a:gd name="connsiteY100" fmla="*/ 333375 h 757555"/>
              <a:gd name="connsiteX101" fmla="*/ 478790 w 670561"/>
              <a:gd name="connsiteY101" fmla="*/ 301625 h 757555"/>
              <a:gd name="connsiteX102" fmla="*/ 470536 w 670561"/>
              <a:gd name="connsiteY102" fmla="*/ 281305 h 757555"/>
              <a:gd name="connsiteX103" fmla="*/ 464186 w 670561"/>
              <a:gd name="connsiteY103" fmla="*/ 269875 h 757555"/>
              <a:gd name="connsiteX104" fmla="*/ 454025 w 670561"/>
              <a:gd name="connsiteY104" fmla="*/ 250825 h 757555"/>
              <a:gd name="connsiteX105" fmla="*/ 445771 w 670561"/>
              <a:gd name="connsiteY105" fmla="*/ 243840 h 757555"/>
              <a:gd name="connsiteX106" fmla="*/ 435611 w 670561"/>
              <a:gd name="connsiteY106" fmla="*/ 245745 h 757555"/>
              <a:gd name="connsiteX107" fmla="*/ 425450 w 670561"/>
              <a:gd name="connsiteY107" fmla="*/ 249555 h 757555"/>
              <a:gd name="connsiteX108" fmla="*/ 425450 w 670561"/>
              <a:gd name="connsiteY108" fmla="*/ 255905 h 757555"/>
              <a:gd name="connsiteX109" fmla="*/ 434340 w 670561"/>
              <a:gd name="connsiteY109" fmla="*/ 264795 h 757555"/>
              <a:gd name="connsiteX110" fmla="*/ 432436 w 670561"/>
              <a:gd name="connsiteY110" fmla="*/ 288925 h 757555"/>
              <a:gd name="connsiteX111" fmla="*/ 415925 w 670561"/>
              <a:gd name="connsiteY111" fmla="*/ 280035 h 757555"/>
              <a:gd name="connsiteX112" fmla="*/ 392430 w 670561"/>
              <a:gd name="connsiteY112" fmla="*/ 247650 h 757555"/>
              <a:gd name="connsiteX113" fmla="*/ 379730 w 670561"/>
              <a:gd name="connsiteY113" fmla="*/ 243840 h 757555"/>
              <a:gd name="connsiteX114" fmla="*/ 379730 w 670561"/>
              <a:gd name="connsiteY114" fmla="*/ 246380 h 757555"/>
              <a:gd name="connsiteX115" fmla="*/ 403225 w 670561"/>
              <a:gd name="connsiteY115" fmla="*/ 286385 h 757555"/>
              <a:gd name="connsiteX116" fmla="*/ 421005 w 670561"/>
              <a:gd name="connsiteY116" fmla="*/ 328295 h 757555"/>
              <a:gd name="connsiteX117" fmla="*/ 421005 w 670561"/>
              <a:gd name="connsiteY117" fmla="*/ 336550 h 757555"/>
              <a:gd name="connsiteX118" fmla="*/ 415290 w 670561"/>
              <a:gd name="connsiteY118" fmla="*/ 326390 h 757555"/>
              <a:gd name="connsiteX119" fmla="*/ 412115 w 670561"/>
              <a:gd name="connsiteY119" fmla="*/ 318135 h 757555"/>
              <a:gd name="connsiteX120" fmla="*/ 393065 w 670561"/>
              <a:gd name="connsiteY120" fmla="*/ 320040 h 757555"/>
              <a:gd name="connsiteX121" fmla="*/ 382905 w 670561"/>
              <a:gd name="connsiteY121" fmla="*/ 322580 h 757555"/>
              <a:gd name="connsiteX122" fmla="*/ 386080 w 670561"/>
              <a:gd name="connsiteY122" fmla="*/ 328295 h 757555"/>
              <a:gd name="connsiteX123" fmla="*/ 405130 w 670561"/>
              <a:gd name="connsiteY123" fmla="*/ 336550 h 757555"/>
              <a:gd name="connsiteX124" fmla="*/ 403861 w 670561"/>
              <a:gd name="connsiteY124" fmla="*/ 338455 h 757555"/>
              <a:gd name="connsiteX125" fmla="*/ 396875 w 670561"/>
              <a:gd name="connsiteY125" fmla="*/ 334010 h 757555"/>
              <a:gd name="connsiteX126" fmla="*/ 387986 w 670561"/>
              <a:gd name="connsiteY126" fmla="*/ 337820 h 757555"/>
              <a:gd name="connsiteX127" fmla="*/ 391161 w 670561"/>
              <a:gd name="connsiteY127" fmla="*/ 342900 h 757555"/>
              <a:gd name="connsiteX128" fmla="*/ 414655 w 670561"/>
              <a:gd name="connsiteY128" fmla="*/ 353060 h 757555"/>
              <a:gd name="connsiteX129" fmla="*/ 419736 w 670561"/>
              <a:gd name="connsiteY129" fmla="*/ 358140 h 757555"/>
              <a:gd name="connsiteX130" fmla="*/ 428625 w 670561"/>
              <a:gd name="connsiteY130" fmla="*/ 358140 h 757555"/>
              <a:gd name="connsiteX131" fmla="*/ 473711 w 670561"/>
              <a:gd name="connsiteY131" fmla="*/ 375920 h 757555"/>
              <a:gd name="connsiteX132" fmla="*/ 511811 w 670561"/>
              <a:gd name="connsiteY132" fmla="*/ 399415 h 757555"/>
              <a:gd name="connsiteX133" fmla="*/ 532130 w 670561"/>
              <a:gd name="connsiteY133" fmla="*/ 400050 h 757555"/>
              <a:gd name="connsiteX134" fmla="*/ 533400 w 670561"/>
              <a:gd name="connsiteY134" fmla="*/ 404495 h 757555"/>
              <a:gd name="connsiteX135" fmla="*/ 464821 w 670561"/>
              <a:gd name="connsiteY135" fmla="*/ 389255 h 757555"/>
              <a:gd name="connsiteX136" fmla="*/ 464186 w 670561"/>
              <a:gd name="connsiteY136" fmla="*/ 374015 h 757555"/>
              <a:gd name="connsiteX137" fmla="*/ 455296 w 670561"/>
              <a:gd name="connsiteY137" fmla="*/ 369570 h 757555"/>
              <a:gd name="connsiteX138" fmla="*/ 445136 w 670561"/>
              <a:gd name="connsiteY138" fmla="*/ 368935 h 757555"/>
              <a:gd name="connsiteX139" fmla="*/ 437515 w 670561"/>
              <a:gd name="connsiteY139" fmla="*/ 364490 h 757555"/>
              <a:gd name="connsiteX140" fmla="*/ 433071 w 670561"/>
              <a:gd name="connsiteY140" fmla="*/ 365125 h 757555"/>
              <a:gd name="connsiteX141" fmla="*/ 431165 w 670561"/>
              <a:gd name="connsiteY141" fmla="*/ 368935 h 757555"/>
              <a:gd name="connsiteX142" fmla="*/ 432436 w 670561"/>
              <a:gd name="connsiteY142" fmla="*/ 374015 h 757555"/>
              <a:gd name="connsiteX143" fmla="*/ 440690 w 670561"/>
              <a:gd name="connsiteY143" fmla="*/ 377825 h 757555"/>
              <a:gd name="connsiteX144" fmla="*/ 441325 w 670561"/>
              <a:gd name="connsiteY144" fmla="*/ 380365 h 757555"/>
              <a:gd name="connsiteX145" fmla="*/ 426086 w 670561"/>
              <a:gd name="connsiteY145" fmla="*/ 378460 h 757555"/>
              <a:gd name="connsiteX146" fmla="*/ 426086 w 670561"/>
              <a:gd name="connsiteY146" fmla="*/ 368935 h 757555"/>
              <a:gd name="connsiteX147" fmla="*/ 415925 w 670561"/>
              <a:gd name="connsiteY147" fmla="*/ 361950 h 757555"/>
              <a:gd name="connsiteX148" fmla="*/ 415290 w 670561"/>
              <a:gd name="connsiteY148" fmla="*/ 365125 h 757555"/>
              <a:gd name="connsiteX149" fmla="*/ 413386 w 670561"/>
              <a:gd name="connsiteY149" fmla="*/ 377190 h 757555"/>
              <a:gd name="connsiteX150" fmla="*/ 412750 w 670561"/>
              <a:gd name="connsiteY150" fmla="*/ 393065 h 757555"/>
              <a:gd name="connsiteX151" fmla="*/ 445771 w 670561"/>
              <a:gd name="connsiteY151" fmla="*/ 393065 h 757555"/>
              <a:gd name="connsiteX152" fmla="*/ 445136 w 670561"/>
              <a:gd name="connsiteY152" fmla="*/ 396875 h 757555"/>
              <a:gd name="connsiteX153" fmla="*/ 433705 w 670561"/>
              <a:gd name="connsiteY153" fmla="*/ 403225 h 757555"/>
              <a:gd name="connsiteX154" fmla="*/ 424180 w 670561"/>
              <a:gd name="connsiteY154" fmla="*/ 405130 h 757555"/>
              <a:gd name="connsiteX155" fmla="*/ 379730 w 670561"/>
              <a:gd name="connsiteY155" fmla="*/ 381635 h 757555"/>
              <a:gd name="connsiteX156" fmla="*/ 405130 w 670561"/>
              <a:gd name="connsiteY156" fmla="*/ 358775 h 757555"/>
              <a:gd name="connsiteX157" fmla="*/ 406400 w 670561"/>
              <a:gd name="connsiteY157" fmla="*/ 358775 h 757555"/>
              <a:gd name="connsiteX158" fmla="*/ 405130 w 670561"/>
              <a:gd name="connsiteY158" fmla="*/ 353060 h 757555"/>
              <a:gd name="connsiteX159" fmla="*/ 390525 w 670561"/>
              <a:gd name="connsiteY159" fmla="*/ 349885 h 757555"/>
              <a:gd name="connsiteX160" fmla="*/ 378461 w 670561"/>
              <a:gd name="connsiteY160" fmla="*/ 356870 h 757555"/>
              <a:gd name="connsiteX161" fmla="*/ 374015 w 670561"/>
              <a:gd name="connsiteY161" fmla="*/ 354330 h 757555"/>
              <a:gd name="connsiteX162" fmla="*/ 354965 w 670561"/>
              <a:gd name="connsiteY162" fmla="*/ 352425 h 757555"/>
              <a:gd name="connsiteX163" fmla="*/ 354965 w 670561"/>
              <a:gd name="connsiteY163" fmla="*/ 361950 h 757555"/>
              <a:gd name="connsiteX164" fmla="*/ 365125 w 670561"/>
              <a:gd name="connsiteY164" fmla="*/ 378460 h 757555"/>
              <a:gd name="connsiteX165" fmla="*/ 372746 w 670561"/>
              <a:gd name="connsiteY165" fmla="*/ 384175 h 757555"/>
              <a:gd name="connsiteX166" fmla="*/ 377825 w 670561"/>
              <a:gd name="connsiteY166" fmla="*/ 398145 h 757555"/>
              <a:gd name="connsiteX167" fmla="*/ 371475 w 670561"/>
              <a:gd name="connsiteY167" fmla="*/ 410210 h 757555"/>
              <a:gd name="connsiteX168" fmla="*/ 360046 w 670561"/>
              <a:gd name="connsiteY168" fmla="*/ 431800 h 757555"/>
              <a:gd name="connsiteX169" fmla="*/ 357505 w 670561"/>
              <a:gd name="connsiteY169" fmla="*/ 442595 h 757555"/>
              <a:gd name="connsiteX170" fmla="*/ 359411 w 670561"/>
              <a:gd name="connsiteY170" fmla="*/ 454025 h 757555"/>
              <a:gd name="connsiteX171" fmla="*/ 379730 w 670561"/>
              <a:gd name="connsiteY171" fmla="*/ 436880 h 757555"/>
              <a:gd name="connsiteX172" fmla="*/ 375286 w 670561"/>
              <a:gd name="connsiteY172" fmla="*/ 454025 h 757555"/>
              <a:gd name="connsiteX173" fmla="*/ 372111 w 670561"/>
              <a:gd name="connsiteY173" fmla="*/ 462280 h 757555"/>
              <a:gd name="connsiteX174" fmla="*/ 368300 w 670561"/>
              <a:gd name="connsiteY174" fmla="*/ 474345 h 757555"/>
              <a:gd name="connsiteX175" fmla="*/ 367030 w 670561"/>
              <a:gd name="connsiteY175" fmla="*/ 485775 h 757555"/>
              <a:gd name="connsiteX176" fmla="*/ 368936 w 670561"/>
              <a:gd name="connsiteY176" fmla="*/ 492125 h 757555"/>
              <a:gd name="connsiteX177" fmla="*/ 373380 w 670561"/>
              <a:gd name="connsiteY177" fmla="*/ 490855 h 757555"/>
              <a:gd name="connsiteX178" fmla="*/ 375286 w 670561"/>
              <a:gd name="connsiteY178" fmla="*/ 485140 h 757555"/>
              <a:gd name="connsiteX179" fmla="*/ 382271 w 670561"/>
              <a:gd name="connsiteY179" fmla="*/ 487680 h 757555"/>
              <a:gd name="connsiteX180" fmla="*/ 381636 w 670561"/>
              <a:gd name="connsiteY180" fmla="*/ 492125 h 757555"/>
              <a:gd name="connsiteX181" fmla="*/ 377190 w 670561"/>
              <a:gd name="connsiteY181" fmla="*/ 495300 h 757555"/>
              <a:gd name="connsiteX182" fmla="*/ 382905 w 670561"/>
              <a:gd name="connsiteY182" fmla="*/ 499745 h 757555"/>
              <a:gd name="connsiteX183" fmla="*/ 396875 w 670561"/>
              <a:gd name="connsiteY183" fmla="*/ 499110 h 757555"/>
              <a:gd name="connsiteX184" fmla="*/ 406400 w 670561"/>
              <a:gd name="connsiteY184" fmla="*/ 497840 h 757555"/>
              <a:gd name="connsiteX185" fmla="*/ 410211 w 670561"/>
              <a:gd name="connsiteY185" fmla="*/ 492125 h 757555"/>
              <a:gd name="connsiteX186" fmla="*/ 413386 w 670561"/>
              <a:gd name="connsiteY186" fmla="*/ 488950 h 757555"/>
              <a:gd name="connsiteX187" fmla="*/ 414655 w 670561"/>
              <a:gd name="connsiteY187" fmla="*/ 480695 h 757555"/>
              <a:gd name="connsiteX188" fmla="*/ 415290 w 670561"/>
              <a:gd name="connsiteY188" fmla="*/ 471805 h 757555"/>
              <a:gd name="connsiteX189" fmla="*/ 417830 w 670561"/>
              <a:gd name="connsiteY189" fmla="*/ 462915 h 757555"/>
              <a:gd name="connsiteX190" fmla="*/ 422275 w 670561"/>
              <a:gd name="connsiteY190" fmla="*/ 454025 h 757555"/>
              <a:gd name="connsiteX191" fmla="*/ 427990 w 670561"/>
              <a:gd name="connsiteY191" fmla="*/ 446405 h 757555"/>
              <a:gd name="connsiteX192" fmla="*/ 434975 w 670561"/>
              <a:gd name="connsiteY192" fmla="*/ 439420 h 757555"/>
              <a:gd name="connsiteX193" fmla="*/ 440690 w 670561"/>
              <a:gd name="connsiteY193" fmla="*/ 434975 h 757555"/>
              <a:gd name="connsiteX194" fmla="*/ 447675 w 670561"/>
              <a:gd name="connsiteY194" fmla="*/ 430530 h 757555"/>
              <a:gd name="connsiteX195" fmla="*/ 456565 w 670561"/>
              <a:gd name="connsiteY195" fmla="*/ 425450 h 757555"/>
              <a:gd name="connsiteX196" fmla="*/ 463550 w 670561"/>
              <a:gd name="connsiteY196" fmla="*/ 391160 h 757555"/>
              <a:gd name="connsiteX197" fmla="*/ 478155 w 670561"/>
              <a:gd name="connsiteY197" fmla="*/ 401320 h 757555"/>
              <a:gd name="connsiteX198" fmla="*/ 484505 w 670561"/>
              <a:gd name="connsiteY198" fmla="*/ 436245 h 757555"/>
              <a:gd name="connsiteX199" fmla="*/ 480061 w 670561"/>
              <a:gd name="connsiteY199" fmla="*/ 469265 h 757555"/>
              <a:gd name="connsiteX200" fmla="*/ 482600 w 670561"/>
              <a:gd name="connsiteY200" fmla="*/ 493395 h 757555"/>
              <a:gd name="connsiteX201" fmla="*/ 485140 w 670561"/>
              <a:gd name="connsiteY201" fmla="*/ 514985 h 757555"/>
              <a:gd name="connsiteX202" fmla="*/ 476886 w 670561"/>
              <a:gd name="connsiteY202" fmla="*/ 521335 h 757555"/>
              <a:gd name="connsiteX203" fmla="*/ 473711 w 670561"/>
              <a:gd name="connsiteY203" fmla="*/ 513715 h 757555"/>
              <a:gd name="connsiteX204" fmla="*/ 471171 w 670561"/>
              <a:gd name="connsiteY204" fmla="*/ 521335 h 757555"/>
              <a:gd name="connsiteX205" fmla="*/ 458471 w 670561"/>
              <a:gd name="connsiteY205" fmla="*/ 511175 h 757555"/>
              <a:gd name="connsiteX206" fmla="*/ 463550 w 670561"/>
              <a:gd name="connsiteY206" fmla="*/ 489585 h 757555"/>
              <a:gd name="connsiteX207" fmla="*/ 464821 w 670561"/>
              <a:gd name="connsiteY207" fmla="*/ 462915 h 757555"/>
              <a:gd name="connsiteX208" fmla="*/ 447040 w 670561"/>
              <a:gd name="connsiteY208" fmla="*/ 433705 h 757555"/>
              <a:gd name="connsiteX209" fmla="*/ 438786 w 670561"/>
              <a:gd name="connsiteY209" fmla="*/ 439420 h 757555"/>
              <a:gd name="connsiteX210" fmla="*/ 432436 w 670561"/>
              <a:gd name="connsiteY210" fmla="*/ 445135 h 757555"/>
              <a:gd name="connsiteX211" fmla="*/ 424180 w 670561"/>
              <a:gd name="connsiteY211" fmla="*/ 454025 h 757555"/>
              <a:gd name="connsiteX212" fmla="*/ 416561 w 670561"/>
              <a:gd name="connsiteY212" fmla="*/ 473075 h 757555"/>
              <a:gd name="connsiteX213" fmla="*/ 417196 w 670561"/>
              <a:gd name="connsiteY213" fmla="*/ 483870 h 757555"/>
              <a:gd name="connsiteX214" fmla="*/ 415290 w 670561"/>
              <a:gd name="connsiteY214" fmla="*/ 489585 h 757555"/>
              <a:gd name="connsiteX215" fmla="*/ 409575 w 670561"/>
              <a:gd name="connsiteY215" fmla="*/ 494665 h 757555"/>
              <a:gd name="connsiteX216" fmla="*/ 404496 w 670561"/>
              <a:gd name="connsiteY216" fmla="*/ 501650 h 757555"/>
              <a:gd name="connsiteX217" fmla="*/ 374015 w 670561"/>
              <a:gd name="connsiteY217" fmla="*/ 502920 h 757555"/>
              <a:gd name="connsiteX218" fmla="*/ 361950 w 670561"/>
              <a:gd name="connsiteY218" fmla="*/ 499745 h 757555"/>
              <a:gd name="connsiteX219" fmla="*/ 354965 w 670561"/>
              <a:gd name="connsiteY219" fmla="*/ 483235 h 757555"/>
              <a:gd name="connsiteX220" fmla="*/ 352425 w 670561"/>
              <a:gd name="connsiteY220" fmla="*/ 474980 h 757555"/>
              <a:gd name="connsiteX221" fmla="*/ 349250 w 670561"/>
              <a:gd name="connsiteY221" fmla="*/ 469900 h 757555"/>
              <a:gd name="connsiteX222" fmla="*/ 345440 w 670561"/>
              <a:gd name="connsiteY222" fmla="*/ 468630 h 757555"/>
              <a:gd name="connsiteX223" fmla="*/ 341630 w 670561"/>
              <a:gd name="connsiteY223" fmla="*/ 476250 h 757555"/>
              <a:gd name="connsiteX224" fmla="*/ 341630 w 670561"/>
              <a:gd name="connsiteY224" fmla="*/ 481965 h 757555"/>
              <a:gd name="connsiteX225" fmla="*/ 339090 w 670561"/>
              <a:gd name="connsiteY225" fmla="*/ 495300 h 757555"/>
              <a:gd name="connsiteX226" fmla="*/ 335280 w 670561"/>
              <a:gd name="connsiteY226" fmla="*/ 497840 h 757555"/>
              <a:gd name="connsiteX227" fmla="*/ 332105 w 670561"/>
              <a:gd name="connsiteY227" fmla="*/ 513715 h 757555"/>
              <a:gd name="connsiteX228" fmla="*/ 311150 w 670561"/>
              <a:gd name="connsiteY228" fmla="*/ 521970 h 757555"/>
              <a:gd name="connsiteX229" fmla="*/ 307340 w 670561"/>
              <a:gd name="connsiteY229" fmla="*/ 521970 h 757555"/>
              <a:gd name="connsiteX230" fmla="*/ 305436 w 670561"/>
              <a:gd name="connsiteY230" fmla="*/ 514350 h 757555"/>
              <a:gd name="connsiteX231" fmla="*/ 295911 w 670561"/>
              <a:gd name="connsiteY231" fmla="*/ 516890 h 757555"/>
              <a:gd name="connsiteX232" fmla="*/ 297815 w 670561"/>
              <a:gd name="connsiteY232" fmla="*/ 510540 h 757555"/>
              <a:gd name="connsiteX233" fmla="*/ 311150 w 670561"/>
              <a:gd name="connsiteY233" fmla="*/ 492760 h 757555"/>
              <a:gd name="connsiteX234" fmla="*/ 316865 w 670561"/>
              <a:gd name="connsiteY234" fmla="*/ 483870 h 757555"/>
              <a:gd name="connsiteX235" fmla="*/ 321946 w 670561"/>
              <a:gd name="connsiteY235" fmla="*/ 476885 h 757555"/>
              <a:gd name="connsiteX236" fmla="*/ 323215 w 670561"/>
              <a:gd name="connsiteY236" fmla="*/ 466725 h 757555"/>
              <a:gd name="connsiteX237" fmla="*/ 307340 w 670561"/>
              <a:gd name="connsiteY237" fmla="*/ 478155 h 757555"/>
              <a:gd name="connsiteX238" fmla="*/ 294640 w 670561"/>
              <a:gd name="connsiteY238" fmla="*/ 494665 h 757555"/>
              <a:gd name="connsiteX239" fmla="*/ 275590 w 670561"/>
              <a:gd name="connsiteY239" fmla="*/ 527050 h 757555"/>
              <a:gd name="connsiteX240" fmla="*/ 271780 w 670561"/>
              <a:gd name="connsiteY240" fmla="*/ 529590 h 757555"/>
              <a:gd name="connsiteX241" fmla="*/ 268605 w 670561"/>
              <a:gd name="connsiteY241" fmla="*/ 540385 h 757555"/>
              <a:gd name="connsiteX242" fmla="*/ 243840 w 670561"/>
              <a:gd name="connsiteY242" fmla="*/ 547370 h 757555"/>
              <a:gd name="connsiteX243" fmla="*/ 243205 w 670561"/>
              <a:gd name="connsiteY243" fmla="*/ 539115 h 757555"/>
              <a:gd name="connsiteX244" fmla="*/ 235586 w 670561"/>
              <a:gd name="connsiteY244" fmla="*/ 543560 h 757555"/>
              <a:gd name="connsiteX245" fmla="*/ 235586 w 670561"/>
              <a:gd name="connsiteY245" fmla="*/ 518795 h 757555"/>
              <a:gd name="connsiteX246" fmla="*/ 249555 w 670561"/>
              <a:gd name="connsiteY246" fmla="*/ 507365 h 757555"/>
              <a:gd name="connsiteX247" fmla="*/ 269875 w 670561"/>
              <a:gd name="connsiteY247" fmla="*/ 492760 h 757555"/>
              <a:gd name="connsiteX248" fmla="*/ 273050 w 670561"/>
              <a:gd name="connsiteY248" fmla="*/ 480060 h 757555"/>
              <a:gd name="connsiteX249" fmla="*/ 278765 w 670561"/>
              <a:gd name="connsiteY249" fmla="*/ 467995 h 757555"/>
              <a:gd name="connsiteX250" fmla="*/ 273050 w 670561"/>
              <a:gd name="connsiteY250" fmla="*/ 466090 h 757555"/>
              <a:gd name="connsiteX251" fmla="*/ 266065 w 670561"/>
              <a:gd name="connsiteY251" fmla="*/ 432435 h 757555"/>
              <a:gd name="connsiteX252" fmla="*/ 249555 w 670561"/>
              <a:gd name="connsiteY252" fmla="*/ 454660 h 757555"/>
              <a:gd name="connsiteX253" fmla="*/ 236855 w 670561"/>
              <a:gd name="connsiteY253" fmla="*/ 478155 h 757555"/>
              <a:gd name="connsiteX254" fmla="*/ 219075 w 670561"/>
              <a:gd name="connsiteY254" fmla="*/ 514350 h 757555"/>
              <a:gd name="connsiteX255" fmla="*/ 208915 w 670561"/>
              <a:gd name="connsiteY255" fmla="*/ 549275 h 757555"/>
              <a:gd name="connsiteX256" fmla="*/ 203836 w 670561"/>
              <a:gd name="connsiteY256" fmla="*/ 567055 h 757555"/>
              <a:gd name="connsiteX257" fmla="*/ 177800 w 670561"/>
              <a:gd name="connsiteY257" fmla="*/ 572135 h 757555"/>
              <a:gd name="connsiteX258" fmla="*/ 180975 w 670561"/>
              <a:gd name="connsiteY258" fmla="*/ 560705 h 757555"/>
              <a:gd name="connsiteX259" fmla="*/ 170180 w 670561"/>
              <a:gd name="connsiteY259" fmla="*/ 568960 h 757555"/>
              <a:gd name="connsiteX260" fmla="*/ 180340 w 670561"/>
              <a:gd name="connsiteY260" fmla="*/ 544195 h 757555"/>
              <a:gd name="connsiteX261" fmla="*/ 182246 w 670561"/>
              <a:gd name="connsiteY261" fmla="*/ 540385 h 757555"/>
              <a:gd name="connsiteX262" fmla="*/ 202565 w 670561"/>
              <a:gd name="connsiteY262" fmla="*/ 509270 h 757555"/>
              <a:gd name="connsiteX263" fmla="*/ 212725 w 670561"/>
              <a:gd name="connsiteY263" fmla="*/ 475615 h 757555"/>
              <a:gd name="connsiteX264" fmla="*/ 214630 w 670561"/>
              <a:gd name="connsiteY264" fmla="*/ 441325 h 757555"/>
              <a:gd name="connsiteX265" fmla="*/ 227330 w 670561"/>
              <a:gd name="connsiteY265" fmla="*/ 389255 h 757555"/>
              <a:gd name="connsiteX266" fmla="*/ 237490 w 670561"/>
              <a:gd name="connsiteY266" fmla="*/ 351790 h 757555"/>
              <a:gd name="connsiteX267" fmla="*/ 260986 w 670561"/>
              <a:gd name="connsiteY267" fmla="*/ 303530 h 757555"/>
              <a:gd name="connsiteX268" fmla="*/ 286386 w 670561"/>
              <a:gd name="connsiteY268" fmla="*/ 257175 h 757555"/>
              <a:gd name="connsiteX269" fmla="*/ 311786 w 670561"/>
              <a:gd name="connsiteY269" fmla="*/ 243840 h 757555"/>
              <a:gd name="connsiteX270" fmla="*/ 346075 w 670561"/>
              <a:gd name="connsiteY270" fmla="*/ 217170 h 757555"/>
              <a:gd name="connsiteX271" fmla="*/ 367030 w 670561"/>
              <a:gd name="connsiteY271" fmla="*/ 212725 h 757555"/>
              <a:gd name="connsiteX272" fmla="*/ 409575 w 670561"/>
              <a:gd name="connsiteY272" fmla="*/ 227330 h 757555"/>
              <a:gd name="connsiteX273" fmla="*/ 430530 w 670561"/>
              <a:gd name="connsiteY273" fmla="*/ 231775 h 757555"/>
              <a:gd name="connsiteX274" fmla="*/ 412115 w 670561"/>
              <a:gd name="connsiteY274" fmla="*/ 194310 h 757555"/>
              <a:gd name="connsiteX275" fmla="*/ 352425 w 670561"/>
              <a:gd name="connsiteY275" fmla="*/ 193675 h 757555"/>
              <a:gd name="connsiteX276" fmla="*/ 299721 w 670561"/>
              <a:gd name="connsiteY276" fmla="*/ 163830 h 757555"/>
              <a:gd name="connsiteX277" fmla="*/ 364173 w 670561"/>
              <a:gd name="connsiteY277" fmla="*/ 148193 h 757555"/>
              <a:gd name="connsiteX278" fmla="*/ 247651 w 670561"/>
              <a:gd name="connsiteY278" fmla="*/ 92076 h 757555"/>
              <a:gd name="connsiteX279" fmla="*/ 238761 w 670561"/>
              <a:gd name="connsiteY279" fmla="*/ 93346 h 757555"/>
              <a:gd name="connsiteX280" fmla="*/ 238761 w 670561"/>
              <a:gd name="connsiteY280" fmla="*/ 118746 h 757555"/>
              <a:gd name="connsiteX281" fmla="*/ 248921 w 670561"/>
              <a:gd name="connsiteY281" fmla="*/ 118111 h 757555"/>
              <a:gd name="connsiteX282" fmla="*/ 259716 w 670561"/>
              <a:gd name="connsiteY282" fmla="*/ 103506 h 757555"/>
              <a:gd name="connsiteX283" fmla="*/ 247651 w 670561"/>
              <a:gd name="connsiteY283" fmla="*/ 92076 h 757555"/>
              <a:gd name="connsiteX284" fmla="*/ 66676 w 670561"/>
              <a:gd name="connsiteY284" fmla="*/ 86996 h 757555"/>
              <a:gd name="connsiteX285" fmla="*/ 66676 w 670561"/>
              <a:gd name="connsiteY285" fmla="*/ 154941 h 757555"/>
              <a:gd name="connsiteX286" fmla="*/ 92076 w 670561"/>
              <a:gd name="connsiteY286" fmla="*/ 146051 h 757555"/>
              <a:gd name="connsiteX287" fmla="*/ 92076 w 670561"/>
              <a:gd name="connsiteY287" fmla="*/ 156846 h 757555"/>
              <a:gd name="connsiteX288" fmla="*/ 55881 w 670561"/>
              <a:gd name="connsiteY288" fmla="*/ 169546 h 757555"/>
              <a:gd name="connsiteX289" fmla="*/ 55881 w 670561"/>
              <a:gd name="connsiteY289" fmla="*/ 90806 h 757555"/>
              <a:gd name="connsiteX290" fmla="*/ 66676 w 670561"/>
              <a:gd name="connsiteY290" fmla="*/ 86996 h 757555"/>
              <a:gd name="connsiteX291" fmla="*/ 603251 w 670561"/>
              <a:gd name="connsiteY291" fmla="*/ 86361 h 757555"/>
              <a:gd name="connsiteX292" fmla="*/ 614046 w 670561"/>
              <a:gd name="connsiteY292" fmla="*/ 90171 h 757555"/>
              <a:gd name="connsiteX293" fmla="*/ 614046 w 670561"/>
              <a:gd name="connsiteY293" fmla="*/ 169546 h 757555"/>
              <a:gd name="connsiteX294" fmla="*/ 603251 w 670561"/>
              <a:gd name="connsiteY294" fmla="*/ 165101 h 757555"/>
              <a:gd name="connsiteX295" fmla="*/ 123191 w 670561"/>
              <a:gd name="connsiteY295" fmla="*/ 86361 h 757555"/>
              <a:gd name="connsiteX296" fmla="*/ 120016 w 670561"/>
              <a:gd name="connsiteY296" fmla="*/ 104141 h 757555"/>
              <a:gd name="connsiteX297" fmla="*/ 117476 w 670561"/>
              <a:gd name="connsiteY297" fmla="*/ 118111 h 757555"/>
              <a:gd name="connsiteX298" fmla="*/ 129541 w 670561"/>
              <a:gd name="connsiteY298" fmla="*/ 114936 h 757555"/>
              <a:gd name="connsiteX299" fmla="*/ 126366 w 670561"/>
              <a:gd name="connsiteY299" fmla="*/ 102871 h 757555"/>
              <a:gd name="connsiteX300" fmla="*/ 123191 w 670561"/>
              <a:gd name="connsiteY300" fmla="*/ 86361 h 757555"/>
              <a:gd name="connsiteX301" fmla="*/ 542291 w 670561"/>
              <a:gd name="connsiteY301" fmla="*/ 68581 h 757555"/>
              <a:gd name="connsiteX302" fmla="*/ 553086 w 670561"/>
              <a:gd name="connsiteY302" fmla="*/ 71121 h 757555"/>
              <a:gd name="connsiteX303" fmla="*/ 561341 w 670561"/>
              <a:gd name="connsiteY303" fmla="*/ 92076 h 757555"/>
              <a:gd name="connsiteX304" fmla="*/ 569596 w 670561"/>
              <a:gd name="connsiteY304" fmla="*/ 113031 h 757555"/>
              <a:gd name="connsiteX305" fmla="*/ 575311 w 670561"/>
              <a:gd name="connsiteY305" fmla="*/ 127636 h 757555"/>
              <a:gd name="connsiteX306" fmla="*/ 575311 w 670561"/>
              <a:gd name="connsiteY306" fmla="*/ 111761 h 757555"/>
              <a:gd name="connsiteX307" fmla="*/ 575311 w 670561"/>
              <a:gd name="connsiteY307" fmla="*/ 77471 h 757555"/>
              <a:gd name="connsiteX308" fmla="*/ 586106 w 670561"/>
              <a:gd name="connsiteY308" fmla="*/ 80646 h 757555"/>
              <a:gd name="connsiteX309" fmla="*/ 586106 w 670561"/>
              <a:gd name="connsiteY309" fmla="*/ 158751 h 757555"/>
              <a:gd name="connsiteX310" fmla="*/ 577851 w 670561"/>
              <a:gd name="connsiteY310" fmla="*/ 156211 h 757555"/>
              <a:gd name="connsiteX311" fmla="*/ 568326 w 670561"/>
              <a:gd name="connsiteY311" fmla="*/ 132081 h 757555"/>
              <a:gd name="connsiteX312" fmla="*/ 558801 w 670561"/>
              <a:gd name="connsiteY312" fmla="*/ 108586 h 757555"/>
              <a:gd name="connsiteX313" fmla="*/ 553086 w 670561"/>
              <a:gd name="connsiteY313" fmla="*/ 94616 h 757555"/>
              <a:gd name="connsiteX314" fmla="*/ 553086 w 670561"/>
              <a:gd name="connsiteY314" fmla="*/ 109856 h 757555"/>
              <a:gd name="connsiteX315" fmla="*/ 553086 w 670561"/>
              <a:gd name="connsiteY315" fmla="*/ 149226 h 757555"/>
              <a:gd name="connsiteX316" fmla="*/ 542291 w 670561"/>
              <a:gd name="connsiteY316" fmla="*/ 146686 h 757555"/>
              <a:gd name="connsiteX317" fmla="*/ 128271 w 670561"/>
              <a:gd name="connsiteY317" fmla="*/ 68581 h 757555"/>
              <a:gd name="connsiteX318" fmla="*/ 137796 w 670561"/>
              <a:gd name="connsiteY318" fmla="*/ 105411 h 757555"/>
              <a:gd name="connsiteX319" fmla="*/ 148591 w 670561"/>
              <a:gd name="connsiteY319" fmla="*/ 142241 h 757555"/>
              <a:gd name="connsiteX320" fmla="*/ 136526 w 670561"/>
              <a:gd name="connsiteY320" fmla="*/ 144781 h 757555"/>
              <a:gd name="connsiteX321" fmla="*/ 133986 w 670561"/>
              <a:gd name="connsiteY321" fmla="*/ 134621 h 757555"/>
              <a:gd name="connsiteX322" fmla="*/ 131446 w 670561"/>
              <a:gd name="connsiteY322" fmla="*/ 125096 h 757555"/>
              <a:gd name="connsiteX323" fmla="*/ 114301 w 670561"/>
              <a:gd name="connsiteY323" fmla="*/ 129541 h 757555"/>
              <a:gd name="connsiteX324" fmla="*/ 111761 w 670561"/>
              <a:gd name="connsiteY324" fmla="*/ 140336 h 757555"/>
              <a:gd name="connsiteX325" fmla="*/ 109856 w 670561"/>
              <a:gd name="connsiteY325" fmla="*/ 151131 h 757555"/>
              <a:gd name="connsiteX326" fmla="*/ 97791 w 670561"/>
              <a:gd name="connsiteY326" fmla="*/ 154306 h 757555"/>
              <a:gd name="connsiteX327" fmla="*/ 107316 w 670561"/>
              <a:gd name="connsiteY327" fmla="*/ 112396 h 757555"/>
              <a:gd name="connsiteX328" fmla="*/ 116841 w 670561"/>
              <a:gd name="connsiteY328" fmla="*/ 71121 h 757555"/>
              <a:gd name="connsiteX329" fmla="*/ 128271 w 670561"/>
              <a:gd name="connsiteY329" fmla="*/ 68581 h 757555"/>
              <a:gd name="connsiteX330" fmla="*/ 515621 w 670561"/>
              <a:gd name="connsiteY330" fmla="*/ 62231 h 757555"/>
              <a:gd name="connsiteX331" fmla="*/ 527051 w 670561"/>
              <a:gd name="connsiteY331" fmla="*/ 64771 h 757555"/>
              <a:gd name="connsiteX332" fmla="*/ 527051 w 670561"/>
              <a:gd name="connsiteY332" fmla="*/ 142876 h 757555"/>
              <a:gd name="connsiteX333" fmla="*/ 515621 w 670561"/>
              <a:gd name="connsiteY333" fmla="*/ 140336 h 757555"/>
              <a:gd name="connsiteX334" fmla="*/ 248286 w 670561"/>
              <a:gd name="connsiteY334" fmla="*/ 60326 h 757555"/>
              <a:gd name="connsiteX335" fmla="*/ 239396 w 670561"/>
              <a:gd name="connsiteY335" fmla="*/ 60961 h 757555"/>
              <a:gd name="connsiteX336" fmla="*/ 239396 w 670561"/>
              <a:gd name="connsiteY336" fmla="*/ 82551 h 757555"/>
              <a:gd name="connsiteX337" fmla="*/ 248286 w 670561"/>
              <a:gd name="connsiteY337" fmla="*/ 81281 h 757555"/>
              <a:gd name="connsiteX338" fmla="*/ 258446 w 670561"/>
              <a:gd name="connsiteY338" fmla="*/ 69851 h 757555"/>
              <a:gd name="connsiteX339" fmla="*/ 248286 w 670561"/>
              <a:gd name="connsiteY339" fmla="*/ 60326 h 757555"/>
              <a:gd name="connsiteX340" fmla="*/ 304166 w 670561"/>
              <a:gd name="connsiteY340" fmla="*/ 56516 h 757555"/>
              <a:gd name="connsiteX341" fmla="*/ 294006 w 670561"/>
              <a:gd name="connsiteY341" fmla="*/ 66041 h 757555"/>
              <a:gd name="connsiteX342" fmla="*/ 291466 w 670561"/>
              <a:gd name="connsiteY342" fmla="*/ 86361 h 757555"/>
              <a:gd name="connsiteX343" fmla="*/ 294006 w 670561"/>
              <a:gd name="connsiteY343" fmla="*/ 106681 h 757555"/>
              <a:gd name="connsiteX344" fmla="*/ 304166 w 670561"/>
              <a:gd name="connsiteY344" fmla="*/ 115571 h 757555"/>
              <a:gd name="connsiteX345" fmla="*/ 313691 w 670561"/>
              <a:gd name="connsiteY345" fmla="*/ 106046 h 757555"/>
              <a:gd name="connsiteX346" fmla="*/ 316866 w 670561"/>
              <a:gd name="connsiteY346" fmla="*/ 85726 h 757555"/>
              <a:gd name="connsiteX347" fmla="*/ 314326 w 670561"/>
              <a:gd name="connsiteY347" fmla="*/ 65406 h 757555"/>
              <a:gd name="connsiteX348" fmla="*/ 304166 w 670561"/>
              <a:gd name="connsiteY348" fmla="*/ 56516 h 757555"/>
              <a:gd name="connsiteX349" fmla="*/ 352426 w 670561"/>
              <a:gd name="connsiteY349" fmla="*/ 55881 h 757555"/>
              <a:gd name="connsiteX350" fmla="*/ 352426 w 670561"/>
              <a:gd name="connsiteY350" fmla="*/ 79376 h 757555"/>
              <a:gd name="connsiteX351" fmla="*/ 362586 w 670561"/>
              <a:gd name="connsiteY351" fmla="*/ 79376 h 757555"/>
              <a:gd name="connsiteX352" fmla="*/ 374016 w 670561"/>
              <a:gd name="connsiteY352" fmla="*/ 68581 h 757555"/>
              <a:gd name="connsiteX353" fmla="*/ 362586 w 670561"/>
              <a:gd name="connsiteY353" fmla="*/ 56516 h 757555"/>
              <a:gd name="connsiteX354" fmla="*/ 352426 w 670561"/>
              <a:gd name="connsiteY354" fmla="*/ 55881 h 757555"/>
              <a:gd name="connsiteX355" fmla="*/ 455296 w 670561"/>
              <a:gd name="connsiteY355" fmla="*/ 53341 h 757555"/>
              <a:gd name="connsiteX356" fmla="*/ 466091 w 670561"/>
              <a:gd name="connsiteY356" fmla="*/ 54611 h 757555"/>
              <a:gd name="connsiteX357" fmla="*/ 466091 w 670561"/>
              <a:gd name="connsiteY357" fmla="*/ 85726 h 757555"/>
              <a:gd name="connsiteX358" fmla="*/ 488316 w 670561"/>
              <a:gd name="connsiteY358" fmla="*/ 88901 h 757555"/>
              <a:gd name="connsiteX359" fmla="*/ 488316 w 670561"/>
              <a:gd name="connsiteY359" fmla="*/ 57786 h 757555"/>
              <a:gd name="connsiteX360" fmla="*/ 499111 w 670561"/>
              <a:gd name="connsiteY360" fmla="*/ 59691 h 757555"/>
              <a:gd name="connsiteX361" fmla="*/ 499111 w 670561"/>
              <a:gd name="connsiteY361" fmla="*/ 137796 h 757555"/>
              <a:gd name="connsiteX362" fmla="*/ 488316 w 670561"/>
              <a:gd name="connsiteY362" fmla="*/ 135256 h 757555"/>
              <a:gd name="connsiteX363" fmla="*/ 488316 w 670561"/>
              <a:gd name="connsiteY363" fmla="*/ 99696 h 757555"/>
              <a:gd name="connsiteX364" fmla="*/ 466091 w 670561"/>
              <a:gd name="connsiteY364" fmla="*/ 96521 h 757555"/>
              <a:gd name="connsiteX365" fmla="*/ 466091 w 670561"/>
              <a:gd name="connsiteY365" fmla="*/ 132716 h 757555"/>
              <a:gd name="connsiteX366" fmla="*/ 455296 w 670561"/>
              <a:gd name="connsiteY366" fmla="*/ 131446 h 757555"/>
              <a:gd name="connsiteX367" fmla="*/ 210821 w 670561"/>
              <a:gd name="connsiteY367" fmla="*/ 52706 h 757555"/>
              <a:gd name="connsiteX368" fmla="*/ 210821 w 670561"/>
              <a:gd name="connsiteY368" fmla="*/ 131446 h 757555"/>
              <a:gd name="connsiteX369" fmla="*/ 201296 w 670561"/>
              <a:gd name="connsiteY369" fmla="*/ 132716 h 757555"/>
              <a:gd name="connsiteX370" fmla="*/ 201296 w 670561"/>
              <a:gd name="connsiteY370" fmla="*/ 101601 h 757555"/>
              <a:gd name="connsiteX371" fmla="*/ 201296 w 670561"/>
              <a:gd name="connsiteY371" fmla="*/ 81916 h 757555"/>
              <a:gd name="connsiteX372" fmla="*/ 194946 w 670561"/>
              <a:gd name="connsiteY372" fmla="*/ 102871 h 757555"/>
              <a:gd name="connsiteX373" fmla="*/ 189866 w 670561"/>
              <a:gd name="connsiteY373" fmla="*/ 119381 h 757555"/>
              <a:gd name="connsiteX374" fmla="*/ 184786 w 670561"/>
              <a:gd name="connsiteY374" fmla="*/ 136526 h 757555"/>
              <a:gd name="connsiteX375" fmla="*/ 179706 w 670561"/>
              <a:gd name="connsiteY375" fmla="*/ 121286 h 757555"/>
              <a:gd name="connsiteX376" fmla="*/ 174626 w 670561"/>
              <a:gd name="connsiteY376" fmla="*/ 106046 h 757555"/>
              <a:gd name="connsiteX377" fmla="*/ 168276 w 670561"/>
              <a:gd name="connsiteY377" fmla="*/ 86996 h 757555"/>
              <a:gd name="connsiteX378" fmla="*/ 168276 w 670561"/>
              <a:gd name="connsiteY378" fmla="*/ 106046 h 757555"/>
              <a:gd name="connsiteX379" fmla="*/ 168276 w 670561"/>
              <a:gd name="connsiteY379" fmla="*/ 137161 h 757555"/>
              <a:gd name="connsiteX380" fmla="*/ 158116 w 670561"/>
              <a:gd name="connsiteY380" fmla="*/ 139066 h 757555"/>
              <a:gd name="connsiteX381" fmla="*/ 158116 w 670561"/>
              <a:gd name="connsiteY381" fmla="*/ 61596 h 757555"/>
              <a:gd name="connsiteX382" fmla="*/ 169546 w 670561"/>
              <a:gd name="connsiteY382" fmla="*/ 59056 h 757555"/>
              <a:gd name="connsiteX383" fmla="*/ 174626 w 670561"/>
              <a:gd name="connsiteY383" fmla="*/ 74296 h 757555"/>
              <a:gd name="connsiteX384" fmla="*/ 179706 w 670561"/>
              <a:gd name="connsiteY384" fmla="*/ 89536 h 757555"/>
              <a:gd name="connsiteX385" fmla="*/ 184151 w 670561"/>
              <a:gd name="connsiteY385" fmla="*/ 106046 h 757555"/>
              <a:gd name="connsiteX386" fmla="*/ 189231 w 670561"/>
              <a:gd name="connsiteY386" fmla="*/ 87631 h 757555"/>
              <a:gd name="connsiteX387" fmla="*/ 194311 w 670561"/>
              <a:gd name="connsiteY387" fmla="*/ 70486 h 757555"/>
              <a:gd name="connsiteX388" fmla="*/ 199391 w 670561"/>
              <a:gd name="connsiteY388" fmla="*/ 53976 h 757555"/>
              <a:gd name="connsiteX389" fmla="*/ 210821 w 670561"/>
              <a:gd name="connsiteY389" fmla="*/ 52706 h 757555"/>
              <a:gd name="connsiteX390" fmla="*/ 247016 w 670561"/>
              <a:gd name="connsiteY390" fmla="*/ 49531 h 757555"/>
              <a:gd name="connsiteX391" fmla="*/ 262891 w 670561"/>
              <a:gd name="connsiteY391" fmla="*/ 53341 h 757555"/>
              <a:gd name="connsiteX392" fmla="*/ 269241 w 670561"/>
              <a:gd name="connsiteY392" fmla="*/ 68581 h 757555"/>
              <a:gd name="connsiteX393" fmla="*/ 260351 w 670561"/>
              <a:gd name="connsiteY393" fmla="*/ 85726 h 757555"/>
              <a:gd name="connsiteX394" fmla="*/ 270511 w 670561"/>
              <a:gd name="connsiteY394" fmla="*/ 102871 h 757555"/>
              <a:gd name="connsiteX395" fmla="*/ 264161 w 670561"/>
              <a:gd name="connsiteY395" fmla="*/ 120651 h 757555"/>
              <a:gd name="connsiteX396" fmla="*/ 248286 w 670561"/>
              <a:gd name="connsiteY396" fmla="*/ 127636 h 757555"/>
              <a:gd name="connsiteX397" fmla="*/ 227331 w 670561"/>
              <a:gd name="connsiteY397" fmla="*/ 129541 h 757555"/>
              <a:gd name="connsiteX398" fmla="*/ 227331 w 670561"/>
              <a:gd name="connsiteY398" fmla="*/ 51436 h 757555"/>
              <a:gd name="connsiteX399" fmla="*/ 247016 w 670561"/>
              <a:gd name="connsiteY399" fmla="*/ 49531 h 757555"/>
              <a:gd name="connsiteX400" fmla="*/ 418466 w 670561"/>
              <a:gd name="connsiteY400" fmla="*/ 48261 h 757555"/>
              <a:gd name="connsiteX401" fmla="*/ 440056 w 670561"/>
              <a:gd name="connsiteY401" fmla="*/ 69216 h 757555"/>
              <a:gd name="connsiteX402" fmla="*/ 428626 w 670561"/>
              <a:gd name="connsiteY402" fmla="*/ 71121 h 757555"/>
              <a:gd name="connsiteX403" fmla="*/ 418466 w 670561"/>
              <a:gd name="connsiteY403" fmla="*/ 59056 h 757555"/>
              <a:gd name="connsiteX404" fmla="*/ 408941 w 670561"/>
              <a:gd name="connsiteY404" fmla="*/ 66676 h 757555"/>
              <a:gd name="connsiteX405" fmla="*/ 405766 w 670561"/>
              <a:gd name="connsiteY405" fmla="*/ 87631 h 757555"/>
              <a:gd name="connsiteX406" fmla="*/ 408306 w 670561"/>
              <a:gd name="connsiteY406" fmla="*/ 107316 h 757555"/>
              <a:gd name="connsiteX407" fmla="*/ 419101 w 670561"/>
              <a:gd name="connsiteY407" fmla="*/ 117476 h 757555"/>
              <a:gd name="connsiteX408" fmla="*/ 429261 w 670561"/>
              <a:gd name="connsiteY408" fmla="*/ 104141 h 757555"/>
              <a:gd name="connsiteX409" fmla="*/ 429261 w 670561"/>
              <a:gd name="connsiteY409" fmla="*/ 98426 h 757555"/>
              <a:gd name="connsiteX410" fmla="*/ 420371 w 670561"/>
              <a:gd name="connsiteY410" fmla="*/ 97791 h 757555"/>
              <a:gd name="connsiteX411" fmla="*/ 420371 w 670561"/>
              <a:gd name="connsiteY411" fmla="*/ 86996 h 757555"/>
              <a:gd name="connsiteX412" fmla="*/ 440691 w 670561"/>
              <a:gd name="connsiteY412" fmla="*/ 88901 h 757555"/>
              <a:gd name="connsiteX413" fmla="*/ 440691 w 670561"/>
              <a:gd name="connsiteY413" fmla="*/ 106046 h 757555"/>
              <a:gd name="connsiteX414" fmla="*/ 435611 w 670561"/>
              <a:gd name="connsiteY414" fmla="*/ 122556 h 757555"/>
              <a:gd name="connsiteX415" fmla="*/ 418466 w 670561"/>
              <a:gd name="connsiteY415" fmla="*/ 128906 h 757555"/>
              <a:gd name="connsiteX416" fmla="*/ 400051 w 670561"/>
              <a:gd name="connsiteY416" fmla="*/ 116206 h 757555"/>
              <a:gd name="connsiteX417" fmla="*/ 394336 w 670561"/>
              <a:gd name="connsiteY417" fmla="*/ 87631 h 757555"/>
              <a:gd name="connsiteX418" fmla="*/ 400051 w 670561"/>
              <a:gd name="connsiteY418" fmla="*/ 58421 h 757555"/>
              <a:gd name="connsiteX419" fmla="*/ 418466 w 670561"/>
              <a:gd name="connsiteY419" fmla="*/ 48261 h 757555"/>
              <a:gd name="connsiteX420" fmla="*/ 340996 w 670561"/>
              <a:gd name="connsiteY420" fmla="*/ 46356 h 757555"/>
              <a:gd name="connsiteX421" fmla="*/ 363221 w 670561"/>
              <a:gd name="connsiteY421" fmla="*/ 46991 h 757555"/>
              <a:gd name="connsiteX422" fmla="*/ 378461 w 670561"/>
              <a:gd name="connsiteY422" fmla="*/ 52706 h 757555"/>
              <a:gd name="connsiteX423" fmla="*/ 384811 w 670561"/>
              <a:gd name="connsiteY423" fmla="*/ 69851 h 757555"/>
              <a:gd name="connsiteX424" fmla="*/ 381636 w 670561"/>
              <a:gd name="connsiteY424" fmla="*/ 83186 h 757555"/>
              <a:gd name="connsiteX425" fmla="*/ 372746 w 670561"/>
              <a:gd name="connsiteY425" fmla="*/ 90171 h 757555"/>
              <a:gd name="connsiteX426" fmla="*/ 379096 w 670561"/>
              <a:gd name="connsiteY426" fmla="*/ 108586 h 757555"/>
              <a:gd name="connsiteX427" fmla="*/ 385446 w 670561"/>
              <a:gd name="connsiteY427" fmla="*/ 125731 h 757555"/>
              <a:gd name="connsiteX428" fmla="*/ 373381 w 670561"/>
              <a:gd name="connsiteY428" fmla="*/ 125096 h 757555"/>
              <a:gd name="connsiteX429" fmla="*/ 367031 w 670561"/>
              <a:gd name="connsiteY429" fmla="*/ 107951 h 757555"/>
              <a:gd name="connsiteX430" fmla="*/ 361316 w 670561"/>
              <a:gd name="connsiteY430" fmla="*/ 90806 h 757555"/>
              <a:gd name="connsiteX431" fmla="*/ 351791 w 670561"/>
              <a:gd name="connsiteY431" fmla="*/ 90806 h 757555"/>
              <a:gd name="connsiteX432" fmla="*/ 351791 w 670561"/>
              <a:gd name="connsiteY432" fmla="*/ 125096 h 757555"/>
              <a:gd name="connsiteX433" fmla="*/ 340996 w 670561"/>
              <a:gd name="connsiteY433" fmla="*/ 125096 h 757555"/>
              <a:gd name="connsiteX434" fmla="*/ 304801 w 670561"/>
              <a:gd name="connsiteY434" fmla="*/ 45086 h 757555"/>
              <a:gd name="connsiteX435" fmla="*/ 322581 w 670561"/>
              <a:gd name="connsiteY435" fmla="*/ 56516 h 757555"/>
              <a:gd name="connsiteX436" fmla="*/ 328296 w 670561"/>
              <a:gd name="connsiteY436" fmla="*/ 85091 h 757555"/>
              <a:gd name="connsiteX437" fmla="*/ 322581 w 670561"/>
              <a:gd name="connsiteY437" fmla="*/ 114301 h 757555"/>
              <a:gd name="connsiteX438" fmla="*/ 304166 w 670561"/>
              <a:gd name="connsiteY438" fmla="*/ 126366 h 757555"/>
              <a:gd name="connsiteX439" fmla="*/ 286386 w 670561"/>
              <a:gd name="connsiteY439" fmla="*/ 115571 h 757555"/>
              <a:gd name="connsiteX440" fmla="*/ 280671 w 670561"/>
              <a:gd name="connsiteY440" fmla="*/ 86996 h 757555"/>
              <a:gd name="connsiteX441" fmla="*/ 286386 w 670561"/>
              <a:gd name="connsiteY441" fmla="*/ 57786 h 757555"/>
              <a:gd name="connsiteX442" fmla="*/ 304801 w 670561"/>
              <a:gd name="connsiteY442" fmla="*/ 45086 h 757555"/>
              <a:gd name="connsiteX443" fmla="*/ 335280 w 670561"/>
              <a:gd name="connsiteY443" fmla="*/ 22861 h 757555"/>
              <a:gd name="connsiteX444" fmla="*/ 43180 w 670561"/>
              <a:gd name="connsiteY444" fmla="*/ 73661 h 757555"/>
              <a:gd name="connsiteX445" fmla="*/ 22225 w 670561"/>
              <a:gd name="connsiteY445" fmla="*/ 109221 h 757555"/>
              <a:gd name="connsiteX446" fmla="*/ 320675 w 670561"/>
              <a:gd name="connsiteY446" fmla="*/ 728346 h 757555"/>
              <a:gd name="connsiteX447" fmla="*/ 335280 w 670561"/>
              <a:gd name="connsiteY447" fmla="*/ 735966 h 757555"/>
              <a:gd name="connsiteX448" fmla="*/ 349886 w 670561"/>
              <a:gd name="connsiteY448" fmla="*/ 728346 h 757555"/>
              <a:gd name="connsiteX449" fmla="*/ 648336 w 670561"/>
              <a:gd name="connsiteY449" fmla="*/ 109221 h 757555"/>
              <a:gd name="connsiteX450" fmla="*/ 627380 w 670561"/>
              <a:gd name="connsiteY450" fmla="*/ 73661 h 757555"/>
              <a:gd name="connsiteX451" fmla="*/ 335280 w 670561"/>
              <a:gd name="connsiteY451" fmla="*/ 22861 h 757555"/>
              <a:gd name="connsiteX452" fmla="*/ 335280 w 670561"/>
              <a:gd name="connsiteY452" fmla="*/ 0 h 757555"/>
              <a:gd name="connsiteX453" fmla="*/ 636270 w 670561"/>
              <a:gd name="connsiteY453" fmla="*/ 52705 h 757555"/>
              <a:gd name="connsiteX454" fmla="*/ 670561 w 670561"/>
              <a:gd name="connsiteY454" fmla="*/ 108585 h 757555"/>
              <a:gd name="connsiteX455" fmla="*/ 363220 w 670561"/>
              <a:gd name="connsiteY455" fmla="*/ 746125 h 757555"/>
              <a:gd name="connsiteX456" fmla="*/ 335915 w 670561"/>
              <a:gd name="connsiteY456" fmla="*/ 757555 h 757555"/>
              <a:gd name="connsiteX457" fmla="*/ 308611 w 670561"/>
              <a:gd name="connsiteY457" fmla="*/ 746125 h 757555"/>
              <a:gd name="connsiteX458" fmla="*/ 0 w 670561"/>
              <a:gd name="connsiteY458" fmla="*/ 108585 h 757555"/>
              <a:gd name="connsiteX459" fmla="*/ 34290 w 670561"/>
              <a:gd name="connsiteY459" fmla="*/ 52705 h 757555"/>
              <a:gd name="connsiteX460" fmla="*/ 335280 w 670561"/>
              <a:gd name="connsiteY460" fmla="*/ 0 h 757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Lst>
            <a:rect l="l" t="t" r="r" b="b"/>
            <a:pathLst>
              <a:path w="670561" h="757555">
                <a:moveTo>
                  <a:pt x="225425" y="478155"/>
                </a:moveTo>
                <a:cubicBezTo>
                  <a:pt x="221615" y="480695"/>
                  <a:pt x="221615" y="485140"/>
                  <a:pt x="219711" y="489585"/>
                </a:cubicBezTo>
                <a:cubicBezTo>
                  <a:pt x="217805" y="493395"/>
                  <a:pt x="215265" y="496570"/>
                  <a:pt x="215900" y="501015"/>
                </a:cubicBezTo>
                <a:lnTo>
                  <a:pt x="216536" y="501015"/>
                </a:lnTo>
                <a:cubicBezTo>
                  <a:pt x="221615" y="497205"/>
                  <a:pt x="228600" y="492760"/>
                  <a:pt x="227965" y="483235"/>
                </a:cubicBezTo>
                <a:cubicBezTo>
                  <a:pt x="227965" y="481330"/>
                  <a:pt x="225425" y="478155"/>
                  <a:pt x="225425" y="478155"/>
                </a:cubicBezTo>
                <a:close/>
                <a:moveTo>
                  <a:pt x="295275" y="471805"/>
                </a:moveTo>
                <a:cubicBezTo>
                  <a:pt x="293371" y="474345"/>
                  <a:pt x="291465" y="476250"/>
                  <a:pt x="290830" y="478790"/>
                </a:cubicBezTo>
                <a:cubicBezTo>
                  <a:pt x="289561" y="481330"/>
                  <a:pt x="286386" y="482600"/>
                  <a:pt x="288290" y="485140"/>
                </a:cubicBezTo>
                <a:cubicBezTo>
                  <a:pt x="298450" y="485775"/>
                  <a:pt x="297180" y="479425"/>
                  <a:pt x="299721" y="473075"/>
                </a:cubicBezTo>
                <a:cubicBezTo>
                  <a:pt x="298450" y="471170"/>
                  <a:pt x="297815" y="470535"/>
                  <a:pt x="295275" y="471805"/>
                </a:cubicBezTo>
                <a:close/>
                <a:moveTo>
                  <a:pt x="385446" y="413385"/>
                </a:moveTo>
                <a:cubicBezTo>
                  <a:pt x="387350" y="418465"/>
                  <a:pt x="389255" y="425450"/>
                  <a:pt x="395605" y="426720"/>
                </a:cubicBezTo>
                <a:cubicBezTo>
                  <a:pt x="395605" y="428625"/>
                  <a:pt x="393700" y="429895"/>
                  <a:pt x="391796" y="429895"/>
                </a:cubicBezTo>
                <a:cubicBezTo>
                  <a:pt x="388621" y="430530"/>
                  <a:pt x="386080" y="427355"/>
                  <a:pt x="384175" y="424815"/>
                </a:cubicBezTo>
                <a:cubicBezTo>
                  <a:pt x="382271" y="421640"/>
                  <a:pt x="382905" y="417830"/>
                  <a:pt x="384175" y="414020"/>
                </a:cubicBezTo>
                <a:close/>
                <a:moveTo>
                  <a:pt x="467361" y="408940"/>
                </a:moveTo>
                <a:cubicBezTo>
                  <a:pt x="466725" y="408940"/>
                  <a:pt x="465455" y="412750"/>
                  <a:pt x="462915" y="417195"/>
                </a:cubicBezTo>
                <a:cubicBezTo>
                  <a:pt x="459740" y="423545"/>
                  <a:pt x="455930" y="425450"/>
                  <a:pt x="456565" y="427990"/>
                </a:cubicBezTo>
                <a:cubicBezTo>
                  <a:pt x="457200" y="430530"/>
                  <a:pt x="466725" y="445770"/>
                  <a:pt x="467361" y="445770"/>
                </a:cubicBezTo>
                <a:cubicBezTo>
                  <a:pt x="467996" y="446405"/>
                  <a:pt x="471805" y="447040"/>
                  <a:pt x="473075" y="443865"/>
                </a:cubicBezTo>
                <a:cubicBezTo>
                  <a:pt x="474346" y="440690"/>
                  <a:pt x="474346" y="435610"/>
                  <a:pt x="474346" y="432435"/>
                </a:cubicBezTo>
                <a:cubicBezTo>
                  <a:pt x="474346" y="429260"/>
                  <a:pt x="473711" y="423545"/>
                  <a:pt x="473075" y="418465"/>
                </a:cubicBezTo>
                <a:cubicBezTo>
                  <a:pt x="472440" y="414655"/>
                  <a:pt x="469900" y="408940"/>
                  <a:pt x="467361" y="408940"/>
                </a:cubicBezTo>
                <a:close/>
                <a:moveTo>
                  <a:pt x="332740" y="344805"/>
                </a:moveTo>
                <a:cubicBezTo>
                  <a:pt x="326390" y="344805"/>
                  <a:pt x="323850" y="349250"/>
                  <a:pt x="322580" y="349885"/>
                </a:cubicBezTo>
                <a:cubicBezTo>
                  <a:pt x="320040" y="352425"/>
                  <a:pt x="320040" y="356235"/>
                  <a:pt x="315596" y="359410"/>
                </a:cubicBezTo>
                <a:cubicBezTo>
                  <a:pt x="311150" y="362585"/>
                  <a:pt x="305436" y="365760"/>
                  <a:pt x="300355" y="364490"/>
                </a:cubicBezTo>
                <a:cubicBezTo>
                  <a:pt x="292100" y="362585"/>
                  <a:pt x="291465" y="353060"/>
                  <a:pt x="281940" y="357505"/>
                </a:cubicBezTo>
                <a:cubicBezTo>
                  <a:pt x="275590" y="360680"/>
                  <a:pt x="273686" y="365760"/>
                  <a:pt x="272415" y="368300"/>
                </a:cubicBezTo>
                <a:cubicBezTo>
                  <a:pt x="270511" y="371475"/>
                  <a:pt x="267336" y="378460"/>
                  <a:pt x="260350" y="373380"/>
                </a:cubicBezTo>
                <a:cubicBezTo>
                  <a:pt x="256540" y="370840"/>
                  <a:pt x="255271" y="365760"/>
                  <a:pt x="249555" y="369570"/>
                </a:cubicBezTo>
                <a:cubicBezTo>
                  <a:pt x="244475" y="374650"/>
                  <a:pt x="243205" y="393065"/>
                  <a:pt x="240030" y="397510"/>
                </a:cubicBezTo>
                <a:cubicBezTo>
                  <a:pt x="233046" y="408940"/>
                  <a:pt x="229236" y="424180"/>
                  <a:pt x="228600" y="426720"/>
                </a:cubicBezTo>
                <a:cubicBezTo>
                  <a:pt x="228600" y="426720"/>
                  <a:pt x="227330" y="432435"/>
                  <a:pt x="226696" y="434975"/>
                </a:cubicBezTo>
                <a:cubicBezTo>
                  <a:pt x="226061" y="437515"/>
                  <a:pt x="223521" y="454025"/>
                  <a:pt x="227965" y="455295"/>
                </a:cubicBezTo>
                <a:cubicBezTo>
                  <a:pt x="235586" y="457200"/>
                  <a:pt x="247015" y="438785"/>
                  <a:pt x="248921" y="436245"/>
                </a:cubicBezTo>
                <a:cubicBezTo>
                  <a:pt x="256540" y="428625"/>
                  <a:pt x="257811" y="424180"/>
                  <a:pt x="259715" y="421005"/>
                </a:cubicBezTo>
                <a:cubicBezTo>
                  <a:pt x="262255" y="417830"/>
                  <a:pt x="266700" y="416560"/>
                  <a:pt x="270511" y="417195"/>
                </a:cubicBezTo>
                <a:cubicBezTo>
                  <a:pt x="271780" y="417195"/>
                  <a:pt x="281305" y="417830"/>
                  <a:pt x="286386" y="419100"/>
                </a:cubicBezTo>
                <a:cubicBezTo>
                  <a:pt x="291465" y="419735"/>
                  <a:pt x="293371" y="420370"/>
                  <a:pt x="300355" y="422275"/>
                </a:cubicBezTo>
                <a:cubicBezTo>
                  <a:pt x="302261" y="422910"/>
                  <a:pt x="302261" y="424815"/>
                  <a:pt x="300990" y="425450"/>
                </a:cubicBezTo>
                <a:cubicBezTo>
                  <a:pt x="296546" y="427355"/>
                  <a:pt x="294005" y="427355"/>
                  <a:pt x="291465" y="427990"/>
                </a:cubicBezTo>
                <a:cubicBezTo>
                  <a:pt x="288290" y="428625"/>
                  <a:pt x="286386" y="431165"/>
                  <a:pt x="285750" y="432435"/>
                </a:cubicBezTo>
                <a:cubicBezTo>
                  <a:pt x="284480" y="435610"/>
                  <a:pt x="282575" y="441325"/>
                  <a:pt x="281940" y="443865"/>
                </a:cubicBezTo>
                <a:cubicBezTo>
                  <a:pt x="281305" y="446405"/>
                  <a:pt x="279400" y="453390"/>
                  <a:pt x="282575" y="456565"/>
                </a:cubicBezTo>
                <a:cubicBezTo>
                  <a:pt x="284480" y="458470"/>
                  <a:pt x="290196" y="459105"/>
                  <a:pt x="294640" y="459740"/>
                </a:cubicBezTo>
                <a:cubicBezTo>
                  <a:pt x="299721" y="459740"/>
                  <a:pt x="318136" y="457835"/>
                  <a:pt x="319405" y="457835"/>
                </a:cubicBezTo>
                <a:cubicBezTo>
                  <a:pt x="323850" y="457835"/>
                  <a:pt x="328930" y="457835"/>
                  <a:pt x="333375" y="457835"/>
                </a:cubicBezTo>
                <a:cubicBezTo>
                  <a:pt x="335280" y="457835"/>
                  <a:pt x="346711" y="457835"/>
                  <a:pt x="346075" y="453390"/>
                </a:cubicBezTo>
                <a:cubicBezTo>
                  <a:pt x="345440" y="450850"/>
                  <a:pt x="340996" y="440690"/>
                  <a:pt x="339725" y="438785"/>
                </a:cubicBezTo>
                <a:cubicBezTo>
                  <a:pt x="335280" y="430530"/>
                  <a:pt x="332740" y="429260"/>
                  <a:pt x="329565" y="421005"/>
                </a:cubicBezTo>
                <a:cubicBezTo>
                  <a:pt x="327661" y="415290"/>
                  <a:pt x="328930" y="412750"/>
                  <a:pt x="329565" y="409575"/>
                </a:cubicBezTo>
                <a:cubicBezTo>
                  <a:pt x="330836" y="406400"/>
                  <a:pt x="333375" y="401320"/>
                  <a:pt x="339725" y="395605"/>
                </a:cubicBezTo>
                <a:cubicBezTo>
                  <a:pt x="354330" y="383540"/>
                  <a:pt x="355600" y="381635"/>
                  <a:pt x="350521" y="369570"/>
                </a:cubicBezTo>
                <a:cubicBezTo>
                  <a:pt x="343536" y="357505"/>
                  <a:pt x="345440" y="356235"/>
                  <a:pt x="342900" y="351155"/>
                </a:cubicBezTo>
                <a:cubicBezTo>
                  <a:pt x="340996" y="346075"/>
                  <a:pt x="337821" y="344805"/>
                  <a:pt x="332740" y="344805"/>
                </a:cubicBezTo>
                <a:close/>
                <a:moveTo>
                  <a:pt x="292736" y="310515"/>
                </a:moveTo>
                <a:cubicBezTo>
                  <a:pt x="288290" y="312420"/>
                  <a:pt x="289561" y="317500"/>
                  <a:pt x="288925" y="321310"/>
                </a:cubicBezTo>
                <a:cubicBezTo>
                  <a:pt x="285115" y="325755"/>
                  <a:pt x="280036" y="330200"/>
                  <a:pt x="281305" y="336550"/>
                </a:cubicBezTo>
                <a:cubicBezTo>
                  <a:pt x="281940" y="340995"/>
                  <a:pt x="285750" y="343535"/>
                  <a:pt x="289561" y="345440"/>
                </a:cubicBezTo>
                <a:cubicBezTo>
                  <a:pt x="297180" y="346710"/>
                  <a:pt x="304800" y="346075"/>
                  <a:pt x="313055" y="343535"/>
                </a:cubicBezTo>
                <a:lnTo>
                  <a:pt x="313055" y="341630"/>
                </a:lnTo>
                <a:cubicBezTo>
                  <a:pt x="306071" y="335280"/>
                  <a:pt x="297180" y="327660"/>
                  <a:pt x="295275" y="316865"/>
                </a:cubicBezTo>
                <a:cubicBezTo>
                  <a:pt x="294005" y="314325"/>
                  <a:pt x="296546" y="310515"/>
                  <a:pt x="292736" y="310515"/>
                </a:cubicBezTo>
                <a:close/>
                <a:moveTo>
                  <a:pt x="370096" y="267692"/>
                </a:moveTo>
                <a:cubicBezTo>
                  <a:pt x="367467" y="268685"/>
                  <a:pt x="366395" y="271145"/>
                  <a:pt x="368300" y="274955"/>
                </a:cubicBezTo>
                <a:cubicBezTo>
                  <a:pt x="369571" y="279400"/>
                  <a:pt x="363855" y="274320"/>
                  <a:pt x="361315" y="274955"/>
                </a:cubicBezTo>
                <a:cubicBezTo>
                  <a:pt x="351155" y="276860"/>
                  <a:pt x="350521" y="285115"/>
                  <a:pt x="354965" y="288290"/>
                </a:cubicBezTo>
                <a:cubicBezTo>
                  <a:pt x="363855" y="292100"/>
                  <a:pt x="366396" y="283210"/>
                  <a:pt x="372111" y="289560"/>
                </a:cubicBezTo>
                <a:cubicBezTo>
                  <a:pt x="372746" y="290195"/>
                  <a:pt x="373380" y="291465"/>
                  <a:pt x="374015" y="292735"/>
                </a:cubicBezTo>
                <a:cubicBezTo>
                  <a:pt x="374015" y="299720"/>
                  <a:pt x="382905" y="297815"/>
                  <a:pt x="387350" y="303530"/>
                </a:cubicBezTo>
                <a:cubicBezTo>
                  <a:pt x="391161" y="305435"/>
                  <a:pt x="393700" y="301625"/>
                  <a:pt x="397511" y="301625"/>
                </a:cubicBezTo>
                <a:cubicBezTo>
                  <a:pt x="399892" y="274955"/>
                  <a:pt x="377984" y="264716"/>
                  <a:pt x="370096" y="267692"/>
                </a:cubicBezTo>
                <a:close/>
                <a:moveTo>
                  <a:pt x="371475" y="225425"/>
                </a:moveTo>
                <a:cubicBezTo>
                  <a:pt x="370205" y="225425"/>
                  <a:pt x="368300" y="224790"/>
                  <a:pt x="367665" y="226695"/>
                </a:cubicBezTo>
                <a:cubicBezTo>
                  <a:pt x="370205" y="229235"/>
                  <a:pt x="372746" y="236220"/>
                  <a:pt x="374650" y="235585"/>
                </a:cubicBezTo>
                <a:cubicBezTo>
                  <a:pt x="377190" y="236220"/>
                  <a:pt x="376555" y="233680"/>
                  <a:pt x="379096" y="234315"/>
                </a:cubicBezTo>
                <a:cubicBezTo>
                  <a:pt x="379730" y="233045"/>
                  <a:pt x="375921" y="226695"/>
                  <a:pt x="371475" y="225425"/>
                </a:cubicBezTo>
                <a:close/>
                <a:moveTo>
                  <a:pt x="353696" y="160655"/>
                </a:moveTo>
                <a:cubicBezTo>
                  <a:pt x="352425" y="161290"/>
                  <a:pt x="351155" y="163195"/>
                  <a:pt x="351155" y="164465"/>
                </a:cubicBezTo>
                <a:cubicBezTo>
                  <a:pt x="355600" y="168275"/>
                  <a:pt x="362586" y="167640"/>
                  <a:pt x="365761" y="165735"/>
                </a:cubicBezTo>
                <a:cubicBezTo>
                  <a:pt x="361950" y="163195"/>
                  <a:pt x="356871" y="160655"/>
                  <a:pt x="353696" y="160655"/>
                </a:cubicBezTo>
                <a:close/>
                <a:moveTo>
                  <a:pt x="364173" y="148193"/>
                </a:moveTo>
                <a:cubicBezTo>
                  <a:pt x="386081" y="150813"/>
                  <a:pt x="404813" y="158433"/>
                  <a:pt x="409575" y="162560"/>
                </a:cubicBezTo>
                <a:cubicBezTo>
                  <a:pt x="410846" y="163830"/>
                  <a:pt x="405130" y="169545"/>
                  <a:pt x="378461" y="161290"/>
                </a:cubicBezTo>
                <a:cubicBezTo>
                  <a:pt x="374015" y="160655"/>
                  <a:pt x="370840" y="160655"/>
                  <a:pt x="367030" y="162560"/>
                </a:cubicBezTo>
                <a:cubicBezTo>
                  <a:pt x="367030" y="162560"/>
                  <a:pt x="373380" y="168275"/>
                  <a:pt x="381636" y="167005"/>
                </a:cubicBezTo>
                <a:cubicBezTo>
                  <a:pt x="383540" y="167005"/>
                  <a:pt x="394336" y="168910"/>
                  <a:pt x="386080" y="172085"/>
                </a:cubicBezTo>
                <a:cubicBezTo>
                  <a:pt x="354330" y="182880"/>
                  <a:pt x="335915" y="160655"/>
                  <a:pt x="321946" y="159385"/>
                </a:cubicBezTo>
                <a:cubicBezTo>
                  <a:pt x="314961" y="158115"/>
                  <a:pt x="296546" y="175260"/>
                  <a:pt x="312421" y="179705"/>
                </a:cubicBezTo>
                <a:cubicBezTo>
                  <a:pt x="353696" y="190500"/>
                  <a:pt x="391796" y="181610"/>
                  <a:pt x="427355" y="186690"/>
                </a:cubicBezTo>
                <a:cubicBezTo>
                  <a:pt x="440690" y="188595"/>
                  <a:pt x="454025" y="197485"/>
                  <a:pt x="459105" y="210820"/>
                </a:cubicBezTo>
                <a:cubicBezTo>
                  <a:pt x="462915" y="224155"/>
                  <a:pt x="459740" y="228600"/>
                  <a:pt x="454661" y="238760"/>
                </a:cubicBezTo>
                <a:cubicBezTo>
                  <a:pt x="462280" y="249555"/>
                  <a:pt x="466725" y="255905"/>
                  <a:pt x="470536" y="267970"/>
                </a:cubicBezTo>
                <a:cubicBezTo>
                  <a:pt x="481330" y="279400"/>
                  <a:pt x="487046" y="293370"/>
                  <a:pt x="487680" y="307340"/>
                </a:cubicBezTo>
                <a:cubicBezTo>
                  <a:pt x="487680" y="323215"/>
                  <a:pt x="482600" y="328930"/>
                  <a:pt x="484505" y="337185"/>
                </a:cubicBezTo>
                <a:cubicBezTo>
                  <a:pt x="488315" y="353060"/>
                  <a:pt x="490855" y="351155"/>
                  <a:pt x="486411" y="368300"/>
                </a:cubicBezTo>
                <a:cubicBezTo>
                  <a:pt x="480696" y="367030"/>
                  <a:pt x="476886" y="367030"/>
                  <a:pt x="476886" y="367030"/>
                </a:cubicBezTo>
                <a:cubicBezTo>
                  <a:pt x="477521" y="362585"/>
                  <a:pt x="478790" y="355600"/>
                  <a:pt x="478155" y="353695"/>
                </a:cubicBezTo>
                <a:cubicBezTo>
                  <a:pt x="477521" y="350520"/>
                  <a:pt x="472440" y="340360"/>
                  <a:pt x="473711" y="333375"/>
                </a:cubicBezTo>
                <a:cubicBezTo>
                  <a:pt x="474980" y="323850"/>
                  <a:pt x="480696" y="311785"/>
                  <a:pt x="478790" y="301625"/>
                </a:cubicBezTo>
                <a:cubicBezTo>
                  <a:pt x="476886" y="292735"/>
                  <a:pt x="474980" y="285750"/>
                  <a:pt x="470536" y="281305"/>
                </a:cubicBezTo>
                <a:cubicBezTo>
                  <a:pt x="467996" y="277495"/>
                  <a:pt x="464821" y="273685"/>
                  <a:pt x="464186" y="269875"/>
                </a:cubicBezTo>
                <a:cubicBezTo>
                  <a:pt x="461646" y="260350"/>
                  <a:pt x="455930" y="254000"/>
                  <a:pt x="454025" y="250825"/>
                </a:cubicBezTo>
                <a:cubicBezTo>
                  <a:pt x="450215" y="243840"/>
                  <a:pt x="450215" y="243205"/>
                  <a:pt x="445771" y="243840"/>
                </a:cubicBezTo>
                <a:cubicBezTo>
                  <a:pt x="442596" y="244475"/>
                  <a:pt x="435611" y="245745"/>
                  <a:pt x="435611" y="245745"/>
                </a:cubicBezTo>
                <a:cubicBezTo>
                  <a:pt x="431165" y="247015"/>
                  <a:pt x="428625" y="247015"/>
                  <a:pt x="425450" y="249555"/>
                </a:cubicBezTo>
                <a:cubicBezTo>
                  <a:pt x="423546" y="251460"/>
                  <a:pt x="423546" y="254000"/>
                  <a:pt x="425450" y="255905"/>
                </a:cubicBezTo>
                <a:cubicBezTo>
                  <a:pt x="428625" y="259080"/>
                  <a:pt x="434340" y="259080"/>
                  <a:pt x="434340" y="264795"/>
                </a:cubicBezTo>
                <a:cubicBezTo>
                  <a:pt x="431165" y="276225"/>
                  <a:pt x="447040" y="285115"/>
                  <a:pt x="432436" y="288925"/>
                </a:cubicBezTo>
                <a:cubicBezTo>
                  <a:pt x="425450" y="289560"/>
                  <a:pt x="421640" y="285750"/>
                  <a:pt x="415925" y="280035"/>
                </a:cubicBezTo>
                <a:cubicBezTo>
                  <a:pt x="408305" y="264795"/>
                  <a:pt x="402590" y="258445"/>
                  <a:pt x="392430" y="247650"/>
                </a:cubicBezTo>
                <a:cubicBezTo>
                  <a:pt x="389255" y="246380"/>
                  <a:pt x="382905" y="241935"/>
                  <a:pt x="379730" y="243840"/>
                </a:cubicBezTo>
                <a:lnTo>
                  <a:pt x="379730" y="246380"/>
                </a:lnTo>
                <a:cubicBezTo>
                  <a:pt x="389255" y="263525"/>
                  <a:pt x="394971" y="269875"/>
                  <a:pt x="403225" y="286385"/>
                </a:cubicBezTo>
                <a:cubicBezTo>
                  <a:pt x="412115" y="304800"/>
                  <a:pt x="414655" y="311150"/>
                  <a:pt x="421005" y="328295"/>
                </a:cubicBezTo>
                <a:cubicBezTo>
                  <a:pt x="422275" y="332105"/>
                  <a:pt x="422275" y="335280"/>
                  <a:pt x="421005" y="336550"/>
                </a:cubicBezTo>
                <a:cubicBezTo>
                  <a:pt x="419100" y="336550"/>
                  <a:pt x="417196" y="329565"/>
                  <a:pt x="415290" y="326390"/>
                </a:cubicBezTo>
                <a:cubicBezTo>
                  <a:pt x="413386" y="322580"/>
                  <a:pt x="413386" y="320675"/>
                  <a:pt x="412115" y="318135"/>
                </a:cubicBezTo>
                <a:cubicBezTo>
                  <a:pt x="403861" y="303530"/>
                  <a:pt x="401321" y="318770"/>
                  <a:pt x="393065" y="320040"/>
                </a:cubicBezTo>
                <a:cubicBezTo>
                  <a:pt x="389255" y="321310"/>
                  <a:pt x="383540" y="315595"/>
                  <a:pt x="382905" y="322580"/>
                </a:cubicBezTo>
                <a:cubicBezTo>
                  <a:pt x="381636" y="325120"/>
                  <a:pt x="383540" y="328295"/>
                  <a:pt x="386080" y="328295"/>
                </a:cubicBezTo>
                <a:cubicBezTo>
                  <a:pt x="393065" y="328295"/>
                  <a:pt x="400686" y="330835"/>
                  <a:pt x="405130" y="336550"/>
                </a:cubicBezTo>
                <a:cubicBezTo>
                  <a:pt x="405130" y="337185"/>
                  <a:pt x="405130" y="338455"/>
                  <a:pt x="403861" y="338455"/>
                </a:cubicBezTo>
                <a:cubicBezTo>
                  <a:pt x="400686" y="337185"/>
                  <a:pt x="400686" y="334010"/>
                  <a:pt x="396875" y="334010"/>
                </a:cubicBezTo>
                <a:cubicBezTo>
                  <a:pt x="394336" y="334645"/>
                  <a:pt x="387350" y="334010"/>
                  <a:pt x="387986" y="337820"/>
                </a:cubicBezTo>
                <a:cubicBezTo>
                  <a:pt x="389255" y="340995"/>
                  <a:pt x="387986" y="341630"/>
                  <a:pt x="391161" y="342900"/>
                </a:cubicBezTo>
                <a:cubicBezTo>
                  <a:pt x="400050" y="342900"/>
                  <a:pt x="408940" y="344805"/>
                  <a:pt x="414655" y="353060"/>
                </a:cubicBezTo>
                <a:cubicBezTo>
                  <a:pt x="415925" y="355600"/>
                  <a:pt x="416561" y="358140"/>
                  <a:pt x="419736" y="358140"/>
                </a:cubicBezTo>
                <a:lnTo>
                  <a:pt x="428625" y="358140"/>
                </a:lnTo>
                <a:cubicBezTo>
                  <a:pt x="453390" y="356870"/>
                  <a:pt x="473075" y="371475"/>
                  <a:pt x="473711" y="375920"/>
                </a:cubicBezTo>
                <a:cubicBezTo>
                  <a:pt x="492125" y="372110"/>
                  <a:pt x="497840" y="393700"/>
                  <a:pt x="511811" y="399415"/>
                </a:cubicBezTo>
                <a:cubicBezTo>
                  <a:pt x="518161" y="401955"/>
                  <a:pt x="525146" y="403225"/>
                  <a:pt x="532130" y="400050"/>
                </a:cubicBezTo>
                <a:cubicBezTo>
                  <a:pt x="538480" y="397510"/>
                  <a:pt x="541021" y="398780"/>
                  <a:pt x="533400" y="404495"/>
                </a:cubicBezTo>
                <a:cubicBezTo>
                  <a:pt x="499111" y="427990"/>
                  <a:pt x="477521" y="390525"/>
                  <a:pt x="464821" y="389255"/>
                </a:cubicBezTo>
                <a:cubicBezTo>
                  <a:pt x="465455" y="385445"/>
                  <a:pt x="469900" y="377825"/>
                  <a:pt x="464186" y="374015"/>
                </a:cubicBezTo>
                <a:cubicBezTo>
                  <a:pt x="462280" y="372745"/>
                  <a:pt x="459740" y="377190"/>
                  <a:pt x="455296" y="369570"/>
                </a:cubicBezTo>
                <a:cubicBezTo>
                  <a:pt x="452755" y="365125"/>
                  <a:pt x="448946" y="372110"/>
                  <a:pt x="445136" y="368935"/>
                </a:cubicBezTo>
                <a:cubicBezTo>
                  <a:pt x="442596" y="367030"/>
                  <a:pt x="440690" y="363855"/>
                  <a:pt x="437515" y="364490"/>
                </a:cubicBezTo>
                <a:cubicBezTo>
                  <a:pt x="434975" y="364490"/>
                  <a:pt x="434340" y="363855"/>
                  <a:pt x="433071" y="365125"/>
                </a:cubicBezTo>
                <a:cubicBezTo>
                  <a:pt x="431800" y="365760"/>
                  <a:pt x="431800" y="366395"/>
                  <a:pt x="431165" y="368935"/>
                </a:cubicBezTo>
                <a:cubicBezTo>
                  <a:pt x="430530" y="370205"/>
                  <a:pt x="430530" y="373380"/>
                  <a:pt x="432436" y="374015"/>
                </a:cubicBezTo>
                <a:cubicBezTo>
                  <a:pt x="433705" y="374650"/>
                  <a:pt x="435611" y="376555"/>
                  <a:pt x="440690" y="377825"/>
                </a:cubicBezTo>
                <a:cubicBezTo>
                  <a:pt x="441961" y="377825"/>
                  <a:pt x="441325" y="379095"/>
                  <a:pt x="441325" y="380365"/>
                </a:cubicBezTo>
                <a:cubicBezTo>
                  <a:pt x="436246" y="383540"/>
                  <a:pt x="430530" y="381000"/>
                  <a:pt x="426086" y="378460"/>
                </a:cubicBezTo>
                <a:cubicBezTo>
                  <a:pt x="427355" y="374650"/>
                  <a:pt x="427355" y="372745"/>
                  <a:pt x="426086" y="368935"/>
                </a:cubicBezTo>
                <a:cubicBezTo>
                  <a:pt x="424815" y="364490"/>
                  <a:pt x="419736" y="362585"/>
                  <a:pt x="415925" y="361950"/>
                </a:cubicBezTo>
                <a:cubicBezTo>
                  <a:pt x="414655" y="363220"/>
                  <a:pt x="415290" y="363855"/>
                  <a:pt x="415290" y="365125"/>
                </a:cubicBezTo>
                <a:cubicBezTo>
                  <a:pt x="419100" y="370205"/>
                  <a:pt x="416561" y="377825"/>
                  <a:pt x="413386" y="377190"/>
                </a:cubicBezTo>
                <a:cubicBezTo>
                  <a:pt x="396875" y="374015"/>
                  <a:pt x="400686" y="389255"/>
                  <a:pt x="412750" y="393065"/>
                </a:cubicBezTo>
                <a:cubicBezTo>
                  <a:pt x="425450" y="397510"/>
                  <a:pt x="434340" y="398145"/>
                  <a:pt x="445771" y="393065"/>
                </a:cubicBezTo>
                <a:cubicBezTo>
                  <a:pt x="447675" y="391795"/>
                  <a:pt x="448311" y="393065"/>
                  <a:pt x="445136" y="396875"/>
                </a:cubicBezTo>
                <a:cubicBezTo>
                  <a:pt x="441961" y="399415"/>
                  <a:pt x="437515" y="401955"/>
                  <a:pt x="433705" y="403225"/>
                </a:cubicBezTo>
                <a:cubicBezTo>
                  <a:pt x="430530" y="404495"/>
                  <a:pt x="427355" y="404495"/>
                  <a:pt x="424180" y="405130"/>
                </a:cubicBezTo>
                <a:cubicBezTo>
                  <a:pt x="424180" y="405130"/>
                  <a:pt x="392430" y="408305"/>
                  <a:pt x="379730" y="381635"/>
                </a:cubicBezTo>
                <a:cubicBezTo>
                  <a:pt x="372111" y="359410"/>
                  <a:pt x="400686" y="358775"/>
                  <a:pt x="405130" y="358775"/>
                </a:cubicBezTo>
                <a:cubicBezTo>
                  <a:pt x="405765" y="358775"/>
                  <a:pt x="406400" y="358775"/>
                  <a:pt x="406400" y="358775"/>
                </a:cubicBezTo>
                <a:cubicBezTo>
                  <a:pt x="408940" y="356870"/>
                  <a:pt x="407036" y="354330"/>
                  <a:pt x="405130" y="353060"/>
                </a:cubicBezTo>
                <a:cubicBezTo>
                  <a:pt x="401321" y="348615"/>
                  <a:pt x="395605" y="350520"/>
                  <a:pt x="390525" y="349885"/>
                </a:cubicBezTo>
                <a:cubicBezTo>
                  <a:pt x="385446" y="351155"/>
                  <a:pt x="382271" y="354965"/>
                  <a:pt x="378461" y="356870"/>
                </a:cubicBezTo>
                <a:cubicBezTo>
                  <a:pt x="376555" y="356870"/>
                  <a:pt x="375921" y="355600"/>
                  <a:pt x="374015" y="354330"/>
                </a:cubicBezTo>
                <a:cubicBezTo>
                  <a:pt x="368300" y="351790"/>
                  <a:pt x="360680" y="351155"/>
                  <a:pt x="354965" y="352425"/>
                </a:cubicBezTo>
                <a:cubicBezTo>
                  <a:pt x="351790" y="354965"/>
                  <a:pt x="354965" y="358775"/>
                  <a:pt x="354965" y="361950"/>
                </a:cubicBezTo>
                <a:cubicBezTo>
                  <a:pt x="357505" y="367665"/>
                  <a:pt x="359411" y="374650"/>
                  <a:pt x="365125" y="378460"/>
                </a:cubicBezTo>
                <a:cubicBezTo>
                  <a:pt x="367030" y="380365"/>
                  <a:pt x="370205" y="382270"/>
                  <a:pt x="372746" y="384175"/>
                </a:cubicBezTo>
                <a:cubicBezTo>
                  <a:pt x="377190" y="387985"/>
                  <a:pt x="377825" y="396240"/>
                  <a:pt x="377825" y="398145"/>
                </a:cubicBezTo>
                <a:cubicBezTo>
                  <a:pt x="376555" y="400685"/>
                  <a:pt x="372111" y="408940"/>
                  <a:pt x="371475" y="410210"/>
                </a:cubicBezTo>
                <a:cubicBezTo>
                  <a:pt x="367030" y="417195"/>
                  <a:pt x="363221" y="422275"/>
                  <a:pt x="360046" y="431800"/>
                </a:cubicBezTo>
                <a:cubicBezTo>
                  <a:pt x="358140" y="437515"/>
                  <a:pt x="357505" y="440055"/>
                  <a:pt x="357505" y="442595"/>
                </a:cubicBezTo>
                <a:cubicBezTo>
                  <a:pt x="356871" y="445135"/>
                  <a:pt x="354965" y="450215"/>
                  <a:pt x="359411" y="454025"/>
                </a:cubicBezTo>
                <a:cubicBezTo>
                  <a:pt x="363855" y="457835"/>
                  <a:pt x="367030" y="437515"/>
                  <a:pt x="379730" y="436880"/>
                </a:cubicBezTo>
                <a:cubicBezTo>
                  <a:pt x="381000" y="435610"/>
                  <a:pt x="379730" y="441960"/>
                  <a:pt x="375286" y="454025"/>
                </a:cubicBezTo>
                <a:cubicBezTo>
                  <a:pt x="373380" y="458470"/>
                  <a:pt x="373380" y="459740"/>
                  <a:pt x="372111" y="462280"/>
                </a:cubicBezTo>
                <a:cubicBezTo>
                  <a:pt x="370840" y="465455"/>
                  <a:pt x="369571" y="467995"/>
                  <a:pt x="368300" y="474345"/>
                </a:cubicBezTo>
                <a:cubicBezTo>
                  <a:pt x="367030" y="479425"/>
                  <a:pt x="367030" y="485775"/>
                  <a:pt x="367030" y="485775"/>
                </a:cubicBezTo>
                <a:cubicBezTo>
                  <a:pt x="366396" y="489585"/>
                  <a:pt x="368300" y="491490"/>
                  <a:pt x="368936" y="492125"/>
                </a:cubicBezTo>
                <a:cubicBezTo>
                  <a:pt x="370840" y="493395"/>
                  <a:pt x="372746" y="492760"/>
                  <a:pt x="373380" y="490855"/>
                </a:cubicBezTo>
                <a:cubicBezTo>
                  <a:pt x="374015" y="489585"/>
                  <a:pt x="373380" y="486410"/>
                  <a:pt x="375286" y="485140"/>
                </a:cubicBezTo>
                <a:cubicBezTo>
                  <a:pt x="377190" y="483870"/>
                  <a:pt x="381636" y="485140"/>
                  <a:pt x="382271" y="487680"/>
                </a:cubicBezTo>
                <a:cubicBezTo>
                  <a:pt x="382905" y="488950"/>
                  <a:pt x="382271" y="490855"/>
                  <a:pt x="381636" y="492125"/>
                </a:cubicBezTo>
                <a:cubicBezTo>
                  <a:pt x="381636" y="492760"/>
                  <a:pt x="379730" y="494665"/>
                  <a:pt x="377190" y="495300"/>
                </a:cubicBezTo>
                <a:cubicBezTo>
                  <a:pt x="372746" y="497205"/>
                  <a:pt x="376555" y="502285"/>
                  <a:pt x="382905" y="499745"/>
                </a:cubicBezTo>
                <a:cubicBezTo>
                  <a:pt x="389255" y="497205"/>
                  <a:pt x="393065" y="498475"/>
                  <a:pt x="396875" y="499110"/>
                </a:cubicBezTo>
                <a:cubicBezTo>
                  <a:pt x="400050" y="499745"/>
                  <a:pt x="403225" y="499745"/>
                  <a:pt x="406400" y="497840"/>
                </a:cubicBezTo>
                <a:cubicBezTo>
                  <a:pt x="407036" y="497205"/>
                  <a:pt x="408305" y="494665"/>
                  <a:pt x="410211" y="492125"/>
                </a:cubicBezTo>
                <a:cubicBezTo>
                  <a:pt x="412115" y="490220"/>
                  <a:pt x="411480" y="490855"/>
                  <a:pt x="413386" y="488950"/>
                </a:cubicBezTo>
                <a:cubicBezTo>
                  <a:pt x="416561" y="485775"/>
                  <a:pt x="414655" y="482600"/>
                  <a:pt x="414655" y="480695"/>
                </a:cubicBezTo>
                <a:cubicBezTo>
                  <a:pt x="414021" y="476250"/>
                  <a:pt x="414655" y="474345"/>
                  <a:pt x="415290" y="471805"/>
                </a:cubicBezTo>
                <a:cubicBezTo>
                  <a:pt x="415290" y="468630"/>
                  <a:pt x="417196" y="466090"/>
                  <a:pt x="417830" y="462915"/>
                </a:cubicBezTo>
                <a:cubicBezTo>
                  <a:pt x="418465" y="459740"/>
                  <a:pt x="421005" y="455930"/>
                  <a:pt x="422275" y="454025"/>
                </a:cubicBezTo>
                <a:cubicBezTo>
                  <a:pt x="422911" y="452755"/>
                  <a:pt x="426721" y="448310"/>
                  <a:pt x="427990" y="446405"/>
                </a:cubicBezTo>
                <a:cubicBezTo>
                  <a:pt x="429261" y="444500"/>
                  <a:pt x="431800" y="442595"/>
                  <a:pt x="434975" y="439420"/>
                </a:cubicBezTo>
                <a:cubicBezTo>
                  <a:pt x="436880" y="437515"/>
                  <a:pt x="438150" y="436245"/>
                  <a:pt x="440690" y="434975"/>
                </a:cubicBezTo>
                <a:cubicBezTo>
                  <a:pt x="443865" y="433070"/>
                  <a:pt x="446405" y="431165"/>
                  <a:pt x="447675" y="430530"/>
                </a:cubicBezTo>
                <a:cubicBezTo>
                  <a:pt x="448946" y="429895"/>
                  <a:pt x="454661" y="427355"/>
                  <a:pt x="456565" y="425450"/>
                </a:cubicBezTo>
                <a:cubicBezTo>
                  <a:pt x="456565" y="417830"/>
                  <a:pt x="462915" y="401320"/>
                  <a:pt x="463550" y="391160"/>
                </a:cubicBezTo>
                <a:cubicBezTo>
                  <a:pt x="466090" y="393065"/>
                  <a:pt x="476250" y="400050"/>
                  <a:pt x="478155" y="401320"/>
                </a:cubicBezTo>
                <a:cubicBezTo>
                  <a:pt x="479425" y="410845"/>
                  <a:pt x="485140" y="432435"/>
                  <a:pt x="484505" y="436245"/>
                </a:cubicBezTo>
                <a:cubicBezTo>
                  <a:pt x="482600" y="446405"/>
                  <a:pt x="479425" y="457835"/>
                  <a:pt x="480061" y="469265"/>
                </a:cubicBezTo>
                <a:cubicBezTo>
                  <a:pt x="483236" y="476885"/>
                  <a:pt x="484505" y="485140"/>
                  <a:pt x="482600" y="493395"/>
                </a:cubicBezTo>
                <a:cubicBezTo>
                  <a:pt x="485140" y="499745"/>
                  <a:pt x="490855" y="508635"/>
                  <a:pt x="485140" y="514985"/>
                </a:cubicBezTo>
                <a:cubicBezTo>
                  <a:pt x="481965" y="516890"/>
                  <a:pt x="480061" y="520700"/>
                  <a:pt x="476886" y="521335"/>
                </a:cubicBezTo>
                <a:cubicBezTo>
                  <a:pt x="475615" y="520065"/>
                  <a:pt x="478155" y="511810"/>
                  <a:pt x="473711" y="513715"/>
                </a:cubicBezTo>
                <a:cubicBezTo>
                  <a:pt x="472440" y="515620"/>
                  <a:pt x="473075" y="520065"/>
                  <a:pt x="471171" y="521335"/>
                </a:cubicBezTo>
                <a:cubicBezTo>
                  <a:pt x="465455" y="520065"/>
                  <a:pt x="461011" y="515620"/>
                  <a:pt x="458471" y="511175"/>
                </a:cubicBezTo>
                <a:cubicBezTo>
                  <a:pt x="457200" y="502920"/>
                  <a:pt x="466090" y="497840"/>
                  <a:pt x="463550" y="489585"/>
                </a:cubicBezTo>
                <a:cubicBezTo>
                  <a:pt x="459105" y="480060"/>
                  <a:pt x="469900" y="472440"/>
                  <a:pt x="464821" y="462915"/>
                </a:cubicBezTo>
                <a:cubicBezTo>
                  <a:pt x="461646" y="454660"/>
                  <a:pt x="453390" y="440690"/>
                  <a:pt x="447040" y="433705"/>
                </a:cubicBezTo>
                <a:cubicBezTo>
                  <a:pt x="445136" y="434975"/>
                  <a:pt x="442596" y="436245"/>
                  <a:pt x="438786" y="439420"/>
                </a:cubicBezTo>
                <a:cubicBezTo>
                  <a:pt x="436880" y="440690"/>
                  <a:pt x="433705" y="443230"/>
                  <a:pt x="432436" y="445135"/>
                </a:cubicBezTo>
                <a:cubicBezTo>
                  <a:pt x="429261" y="447675"/>
                  <a:pt x="425450" y="452120"/>
                  <a:pt x="424180" y="454025"/>
                </a:cubicBezTo>
                <a:cubicBezTo>
                  <a:pt x="420371" y="459740"/>
                  <a:pt x="417830" y="464820"/>
                  <a:pt x="416561" y="473075"/>
                </a:cubicBezTo>
                <a:cubicBezTo>
                  <a:pt x="415925" y="476885"/>
                  <a:pt x="416561" y="478155"/>
                  <a:pt x="417196" y="483870"/>
                </a:cubicBezTo>
                <a:cubicBezTo>
                  <a:pt x="417196" y="485775"/>
                  <a:pt x="416561" y="488315"/>
                  <a:pt x="415290" y="489585"/>
                </a:cubicBezTo>
                <a:cubicBezTo>
                  <a:pt x="413386" y="492125"/>
                  <a:pt x="412115" y="491490"/>
                  <a:pt x="409575" y="494665"/>
                </a:cubicBezTo>
                <a:cubicBezTo>
                  <a:pt x="408305" y="496570"/>
                  <a:pt x="406400" y="501015"/>
                  <a:pt x="404496" y="501650"/>
                </a:cubicBezTo>
                <a:cubicBezTo>
                  <a:pt x="396240" y="503555"/>
                  <a:pt x="384175" y="499745"/>
                  <a:pt x="374015" y="502920"/>
                </a:cubicBezTo>
                <a:cubicBezTo>
                  <a:pt x="370205" y="503555"/>
                  <a:pt x="365125" y="502285"/>
                  <a:pt x="361950" y="499745"/>
                </a:cubicBezTo>
                <a:cubicBezTo>
                  <a:pt x="357505" y="496570"/>
                  <a:pt x="356236" y="489585"/>
                  <a:pt x="354965" y="483235"/>
                </a:cubicBezTo>
                <a:cubicBezTo>
                  <a:pt x="354330" y="478790"/>
                  <a:pt x="353696" y="477520"/>
                  <a:pt x="352425" y="474980"/>
                </a:cubicBezTo>
                <a:cubicBezTo>
                  <a:pt x="351790" y="473075"/>
                  <a:pt x="350521" y="471805"/>
                  <a:pt x="349250" y="469900"/>
                </a:cubicBezTo>
                <a:cubicBezTo>
                  <a:pt x="347346" y="468630"/>
                  <a:pt x="345440" y="468630"/>
                  <a:pt x="345440" y="468630"/>
                </a:cubicBezTo>
                <a:cubicBezTo>
                  <a:pt x="343536" y="468630"/>
                  <a:pt x="342265" y="474980"/>
                  <a:pt x="341630" y="476250"/>
                </a:cubicBezTo>
                <a:cubicBezTo>
                  <a:pt x="341630" y="476250"/>
                  <a:pt x="340996" y="480695"/>
                  <a:pt x="341630" y="481965"/>
                </a:cubicBezTo>
                <a:cubicBezTo>
                  <a:pt x="342265" y="485140"/>
                  <a:pt x="342900" y="491490"/>
                  <a:pt x="339090" y="495300"/>
                </a:cubicBezTo>
                <a:cubicBezTo>
                  <a:pt x="337821" y="496570"/>
                  <a:pt x="338455" y="496570"/>
                  <a:pt x="335280" y="497840"/>
                </a:cubicBezTo>
                <a:cubicBezTo>
                  <a:pt x="334646" y="504825"/>
                  <a:pt x="334011" y="509270"/>
                  <a:pt x="332105" y="513715"/>
                </a:cubicBezTo>
                <a:cubicBezTo>
                  <a:pt x="330836" y="516255"/>
                  <a:pt x="318136" y="521970"/>
                  <a:pt x="311150" y="521970"/>
                </a:cubicBezTo>
                <a:cubicBezTo>
                  <a:pt x="309246" y="521970"/>
                  <a:pt x="308611" y="521970"/>
                  <a:pt x="307340" y="521970"/>
                </a:cubicBezTo>
                <a:cubicBezTo>
                  <a:pt x="304165" y="519430"/>
                  <a:pt x="306705" y="515620"/>
                  <a:pt x="305436" y="514350"/>
                </a:cubicBezTo>
                <a:cubicBezTo>
                  <a:pt x="302896" y="515620"/>
                  <a:pt x="299086" y="519430"/>
                  <a:pt x="295911" y="516890"/>
                </a:cubicBezTo>
                <a:cubicBezTo>
                  <a:pt x="294640" y="514985"/>
                  <a:pt x="296546" y="513080"/>
                  <a:pt x="297815" y="510540"/>
                </a:cubicBezTo>
                <a:cubicBezTo>
                  <a:pt x="301625" y="502920"/>
                  <a:pt x="302896" y="496570"/>
                  <a:pt x="311150" y="492760"/>
                </a:cubicBezTo>
                <a:cubicBezTo>
                  <a:pt x="312421" y="490855"/>
                  <a:pt x="314961" y="487045"/>
                  <a:pt x="316865" y="483870"/>
                </a:cubicBezTo>
                <a:cubicBezTo>
                  <a:pt x="318771" y="481330"/>
                  <a:pt x="320675" y="479425"/>
                  <a:pt x="321946" y="476885"/>
                </a:cubicBezTo>
                <a:cubicBezTo>
                  <a:pt x="323850" y="473075"/>
                  <a:pt x="324486" y="467360"/>
                  <a:pt x="323215" y="466725"/>
                </a:cubicBezTo>
                <a:cubicBezTo>
                  <a:pt x="316865" y="463550"/>
                  <a:pt x="309880" y="468630"/>
                  <a:pt x="307340" y="478155"/>
                </a:cubicBezTo>
                <a:cubicBezTo>
                  <a:pt x="304800" y="487045"/>
                  <a:pt x="302261" y="490220"/>
                  <a:pt x="294640" y="494665"/>
                </a:cubicBezTo>
                <a:cubicBezTo>
                  <a:pt x="284480" y="503555"/>
                  <a:pt x="278765" y="517525"/>
                  <a:pt x="275590" y="527050"/>
                </a:cubicBezTo>
                <a:cubicBezTo>
                  <a:pt x="274955" y="528320"/>
                  <a:pt x="272415" y="528320"/>
                  <a:pt x="271780" y="529590"/>
                </a:cubicBezTo>
                <a:cubicBezTo>
                  <a:pt x="271780" y="532130"/>
                  <a:pt x="272415" y="537210"/>
                  <a:pt x="268605" y="540385"/>
                </a:cubicBezTo>
                <a:cubicBezTo>
                  <a:pt x="262890" y="546100"/>
                  <a:pt x="248921" y="550545"/>
                  <a:pt x="243840" y="547370"/>
                </a:cubicBezTo>
                <a:cubicBezTo>
                  <a:pt x="241300" y="546100"/>
                  <a:pt x="248921" y="538480"/>
                  <a:pt x="243205" y="539115"/>
                </a:cubicBezTo>
                <a:cubicBezTo>
                  <a:pt x="240665" y="539750"/>
                  <a:pt x="238125" y="544830"/>
                  <a:pt x="235586" y="543560"/>
                </a:cubicBezTo>
                <a:cubicBezTo>
                  <a:pt x="231140" y="542290"/>
                  <a:pt x="233046" y="525780"/>
                  <a:pt x="235586" y="518795"/>
                </a:cubicBezTo>
                <a:cubicBezTo>
                  <a:pt x="238761" y="514985"/>
                  <a:pt x="248286" y="515620"/>
                  <a:pt x="249555" y="507365"/>
                </a:cubicBezTo>
                <a:cubicBezTo>
                  <a:pt x="259715" y="504190"/>
                  <a:pt x="265430" y="500380"/>
                  <a:pt x="269875" y="492760"/>
                </a:cubicBezTo>
                <a:cubicBezTo>
                  <a:pt x="272415" y="488950"/>
                  <a:pt x="271780" y="484505"/>
                  <a:pt x="273050" y="480060"/>
                </a:cubicBezTo>
                <a:cubicBezTo>
                  <a:pt x="274321" y="474980"/>
                  <a:pt x="276861" y="471170"/>
                  <a:pt x="278765" y="467995"/>
                </a:cubicBezTo>
                <a:cubicBezTo>
                  <a:pt x="276861" y="467995"/>
                  <a:pt x="273686" y="467360"/>
                  <a:pt x="273050" y="466090"/>
                </a:cubicBezTo>
                <a:cubicBezTo>
                  <a:pt x="267971" y="457835"/>
                  <a:pt x="280671" y="439420"/>
                  <a:pt x="266065" y="432435"/>
                </a:cubicBezTo>
                <a:cubicBezTo>
                  <a:pt x="260350" y="436880"/>
                  <a:pt x="253365" y="448945"/>
                  <a:pt x="249555" y="454660"/>
                </a:cubicBezTo>
                <a:cubicBezTo>
                  <a:pt x="246380" y="462915"/>
                  <a:pt x="240030" y="469900"/>
                  <a:pt x="236855" y="478155"/>
                </a:cubicBezTo>
                <a:cubicBezTo>
                  <a:pt x="234950" y="492760"/>
                  <a:pt x="229236" y="504190"/>
                  <a:pt x="219075" y="514350"/>
                </a:cubicBezTo>
                <a:cubicBezTo>
                  <a:pt x="210821" y="525145"/>
                  <a:pt x="220980" y="541020"/>
                  <a:pt x="208915" y="549275"/>
                </a:cubicBezTo>
                <a:cubicBezTo>
                  <a:pt x="208280" y="555625"/>
                  <a:pt x="206375" y="561340"/>
                  <a:pt x="203836" y="567055"/>
                </a:cubicBezTo>
                <a:cubicBezTo>
                  <a:pt x="196215" y="572135"/>
                  <a:pt x="186055" y="574675"/>
                  <a:pt x="177800" y="572135"/>
                </a:cubicBezTo>
                <a:lnTo>
                  <a:pt x="180975" y="560705"/>
                </a:lnTo>
                <a:cubicBezTo>
                  <a:pt x="173355" y="560070"/>
                  <a:pt x="177165" y="570865"/>
                  <a:pt x="170180" y="568960"/>
                </a:cubicBezTo>
                <a:cubicBezTo>
                  <a:pt x="166371" y="558800"/>
                  <a:pt x="173355" y="549910"/>
                  <a:pt x="180340" y="544195"/>
                </a:cubicBezTo>
                <a:cubicBezTo>
                  <a:pt x="182246" y="543560"/>
                  <a:pt x="182246" y="541655"/>
                  <a:pt x="182246" y="540385"/>
                </a:cubicBezTo>
                <a:cubicBezTo>
                  <a:pt x="185421" y="527050"/>
                  <a:pt x="200025" y="522605"/>
                  <a:pt x="202565" y="509270"/>
                </a:cubicBezTo>
                <a:cubicBezTo>
                  <a:pt x="203200" y="497205"/>
                  <a:pt x="204471" y="485140"/>
                  <a:pt x="212725" y="475615"/>
                </a:cubicBezTo>
                <a:cubicBezTo>
                  <a:pt x="217171" y="465455"/>
                  <a:pt x="213361" y="452755"/>
                  <a:pt x="214630" y="441325"/>
                </a:cubicBezTo>
                <a:cubicBezTo>
                  <a:pt x="214630" y="423545"/>
                  <a:pt x="229871" y="408305"/>
                  <a:pt x="227330" y="389255"/>
                </a:cubicBezTo>
                <a:cubicBezTo>
                  <a:pt x="226061" y="375920"/>
                  <a:pt x="231140" y="361950"/>
                  <a:pt x="237490" y="351790"/>
                </a:cubicBezTo>
                <a:cubicBezTo>
                  <a:pt x="245111" y="335280"/>
                  <a:pt x="262255" y="323215"/>
                  <a:pt x="260986" y="303530"/>
                </a:cubicBezTo>
                <a:cubicBezTo>
                  <a:pt x="262890" y="285750"/>
                  <a:pt x="268605" y="266065"/>
                  <a:pt x="286386" y="257175"/>
                </a:cubicBezTo>
                <a:cubicBezTo>
                  <a:pt x="294640" y="252095"/>
                  <a:pt x="303530" y="248285"/>
                  <a:pt x="311786" y="243840"/>
                </a:cubicBezTo>
                <a:cubicBezTo>
                  <a:pt x="323215" y="236220"/>
                  <a:pt x="335915" y="226695"/>
                  <a:pt x="346075" y="217170"/>
                </a:cubicBezTo>
                <a:cubicBezTo>
                  <a:pt x="351155" y="212725"/>
                  <a:pt x="360680" y="211455"/>
                  <a:pt x="367030" y="212725"/>
                </a:cubicBezTo>
                <a:cubicBezTo>
                  <a:pt x="381000" y="217805"/>
                  <a:pt x="394336" y="224155"/>
                  <a:pt x="409575" y="227330"/>
                </a:cubicBezTo>
                <a:cubicBezTo>
                  <a:pt x="418465" y="227965"/>
                  <a:pt x="423546" y="229235"/>
                  <a:pt x="430530" y="231775"/>
                </a:cubicBezTo>
                <a:cubicBezTo>
                  <a:pt x="446405" y="237490"/>
                  <a:pt x="461011" y="196850"/>
                  <a:pt x="412115" y="194310"/>
                </a:cubicBezTo>
                <a:lnTo>
                  <a:pt x="352425" y="193675"/>
                </a:lnTo>
                <a:cubicBezTo>
                  <a:pt x="301625" y="191135"/>
                  <a:pt x="286386" y="181610"/>
                  <a:pt x="299721" y="163830"/>
                </a:cubicBezTo>
                <a:cubicBezTo>
                  <a:pt x="317184" y="147955"/>
                  <a:pt x="342266" y="145574"/>
                  <a:pt x="364173" y="148193"/>
                </a:cubicBezTo>
                <a:close/>
                <a:moveTo>
                  <a:pt x="247651" y="92076"/>
                </a:moveTo>
                <a:cubicBezTo>
                  <a:pt x="244476" y="92711"/>
                  <a:pt x="241936" y="92711"/>
                  <a:pt x="238761" y="93346"/>
                </a:cubicBezTo>
                <a:lnTo>
                  <a:pt x="238761" y="118746"/>
                </a:lnTo>
                <a:cubicBezTo>
                  <a:pt x="241936" y="118746"/>
                  <a:pt x="245111" y="118111"/>
                  <a:pt x="248921" y="118111"/>
                </a:cubicBezTo>
                <a:cubicBezTo>
                  <a:pt x="255271" y="116841"/>
                  <a:pt x="259716" y="113031"/>
                  <a:pt x="259716" y="103506"/>
                </a:cubicBezTo>
                <a:cubicBezTo>
                  <a:pt x="259716" y="94616"/>
                  <a:pt x="254636" y="91441"/>
                  <a:pt x="247651" y="92076"/>
                </a:cubicBezTo>
                <a:close/>
                <a:moveTo>
                  <a:pt x="66676" y="86996"/>
                </a:moveTo>
                <a:lnTo>
                  <a:pt x="66676" y="154941"/>
                </a:lnTo>
                <a:cubicBezTo>
                  <a:pt x="74931" y="151766"/>
                  <a:pt x="83186" y="148591"/>
                  <a:pt x="92076" y="146051"/>
                </a:cubicBezTo>
                <a:lnTo>
                  <a:pt x="92076" y="156846"/>
                </a:lnTo>
                <a:cubicBezTo>
                  <a:pt x="80011" y="160656"/>
                  <a:pt x="67946" y="165101"/>
                  <a:pt x="55881" y="169546"/>
                </a:cubicBezTo>
                <a:lnTo>
                  <a:pt x="55881" y="90806"/>
                </a:lnTo>
                <a:cubicBezTo>
                  <a:pt x="59691" y="89536"/>
                  <a:pt x="62866" y="88266"/>
                  <a:pt x="66676" y="86996"/>
                </a:cubicBezTo>
                <a:close/>
                <a:moveTo>
                  <a:pt x="603251" y="86361"/>
                </a:moveTo>
                <a:cubicBezTo>
                  <a:pt x="607061" y="87631"/>
                  <a:pt x="610871" y="88901"/>
                  <a:pt x="614046" y="90171"/>
                </a:cubicBezTo>
                <a:lnTo>
                  <a:pt x="614046" y="169546"/>
                </a:lnTo>
                <a:cubicBezTo>
                  <a:pt x="610871" y="168276"/>
                  <a:pt x="607061" y="167006"/>
                  <a:pt x="603251" y="165101"/>
                </a:cubicBezTo>
                <a:close/>
                <a:moveTo>
                  <a:pt x="123191" y="86361"/>
                </a:moveTo>
                <a:cubicBezTo>
                  <a:pt x="122556" y="89536"/>
                  <a:pt x="120651" y="99061"/>
                  <a:pt x="120016" y="104141"/>
                </a:cubicBezTo>
                <a:cubicBezTo>
                  <a:pt x="118746" y="108586"/>
                  <a:pt x="118111" y="113031"/>
                  <a:pt x="117476" y="118111"/>
                </a:cubicBezTo>
                <a:cubicBezTo>
                  <a:pt x="121286" y="116841"/>
                  <a:pt x="125096" y="116206"/>
                  <a:pt x="129541" y="114936"/>
                </a:cubicBezTo>
                <a:cubicBezTo>
                  <a:pt x="128271" y="111126"/>
                  <a:pt x="127636" y="106681"/>
                  <a:pt x="126366" y="102871"/>
                </a:cubicBezTo>
                <a:cubicBezTo>
                  <a:pt x="125096" y="97791"/>
                  <a:pt x="123826" y="89536"/>
                  <a:pt x="123191" y="86361"/>
                </a:cubicBezTo>
                <a:close/>
                <a:moveTo>
                  <a:pt x="542291" y="68581"/>
                </a:moveTo>
                <a:cubicBezTo>
                  <a:pt x="546101" y="69216"/>
                  <a:pt x="549911" y="70486"/>
                  <a:pt x="553086" y="71121"/>
                </a:cubicBezTo>
                <a:cubicBezTo>
                  <a:pt x="556261" y="78106"/>
                  <a:pt x="558801" y="85091"/>
                  <a:pt x="561341" y="92076"/>
                </a:cubicBezTo>
                <a:cubicBezTo>
                  <a:pt x="563881" y="99061"/>
                  <a:pt x="567056" y="106046"/>
                  <a:pt x="569596" y="113031"/>
                </a:cubicBezTo>
                <a:cubicBezTo>
                  <a:pt x="570866" y="116841"/>
                  <a:pt x="574041" y="125096"/>
                  <a:pt x="575311" y="127636"/>
                </a:cubicBezTo>
                <a:cubicBezTo>
                  <a:pt x="575311" y="124461"/>
                  <a:pt x="575311" y="115571"/>
                  <a:pt x="575311" y="111761"/>
                </a:cubicBezTo>
                <a:lnTo>
                  <a:pt x="575311" y="77471"/>
                </a:lnTo>
                <a:cubicBezTo>
                  <a:pt x="579121" y="78741"/>
                  <a:pt x="582296" y="79376"/>
                  <a:pt x="586106" y="80646"/>
                </a:cubicBezTo>
                <a:lnTo>
                  <a:pt x="586106" y="158751"/>
                </a:lnTo>
                <a:cubicBezTo>
                  <a:pt x="584201" y="158116"/>
                  <a:pt x="581026" y="157481"/>
                  <a:pt x="577851" y="156211"/>
                </a:cubicBezTo>
                <a:cubicBezTo>
                  <a:pt x="574676" y="147956"/>
                  <a:pt x="571501" y="140336"/>
                  <a:pt x="568326" y="132081"/>
                </a:cubicBezTo>
                <a:cubicBezTo>
                  <a:pt x="565151" y="123826"/>
                  <a:pt x="561976" y="116206"/>
                  <a:pt x="558801" y="108586"/>
                </a:cubicBezTo>
                <a:cubicBezTo>
                  <a:pt x="557531" y="104776"/>
                  <a:pt x="554356" y="97156"/>
                  <a:pt x="553086" y="94616"/>
                </a:cubicBezTo>
                <a:cubicBezTo>
                  <a:pt x="553086" y="97156"/>
                  <a:pt x="553086" y="106681"/>
                  <a:pt x="553086" y="109856"/>
                </a:cubicBezTo>
                <a:lnTo>
                  <a:pt x="553086" y="149226"/>
                </a:lnTo>
                <a:lnTo>
                  <a:pt x="542291" y="146686"/>
                </a:lnTo>
                <a:close/>
                <a:moveTo>
                  <a:pt x="128271" y="68581"/>
                </a:moveTo>
                <a:cubicBezTo>
                  <a:pt x="131446" y="80646"/>
                  <a:pt x="134621" y="92711"/>
                  <a:pt x="137796" y="105411"/>
                </a:cubicBezTo>
                <a:cubicBezTo>
                  <a:pt x="141606" y="117476"/>
                  <a:pt x="144781" y="129541"/>
                  <a:pt x="148591" y="142241"/>
                </a:cubicBezTo>
                <a:cubicBezTo>
                  <a:pt x="144146" y="142876"/>
                  <a:pt x="140336" y="144146"/>
                  <a:pt x="136526" y="144781"/>
                </a:cubicBezTo>
                <a:cubicBezTo>
                  <a:pt x="135891" y="141606"/>
                  <a:pt x="135256" y="137796"/>
                  <a:pt x="133986" y="134621"/>
                </a:cubicBezTo>
                <a:lnTo>
                  <a:pt x="131446" y="125096"/>
                </a:lnTo>
                <a:cubicBezTo>
                  <a:pt x="125731" y="126366"/>
                  <a:pt x="120016" y="127636"/>
                  <a:pt x="114301" y="129541"/>
                </a:cubicBezTo>
                <a:cubicBezTo>
                  <a:pt x="113031" y="133351"/>
                  <a:pt x="112396" y="137161"/>
                  <a:pt x="111761" y="140336"/>
                </a:cubicBezTo>
                <a:cubicBezTo>
                  <a:pt x="111126" y="144146"/>
                  <a:pt x="110491" y="147956"/>
                  <a:pt x="109856" y="151131"/>
                </a:cubicBezTo>
                <a:cubicBezTo>
                  <a:pt x="106046" y="152401"/>
                  <a:pt x="102236" y="153671"/>
                  <a:pt x="97791" y="154306"/>
                </a:cubicBezTo>
                <a:cubicBezTo>
                  <a:pt x="100966" y="140336"/>
                  <a:pt x="104141" y="126366"/>
                  <a:pt x="107316" y="112396"/>
                </a:cubicBezTo>
                <a:cubicBezTo>
                  <a:pt x="110491" y="98426"/>
                  <a:pt x="113666" y="84456"/>
                  <a:pt x="116841" y="71121"/>
                </a:cubicBezTo>
                <a:cubicBezTo>
                  <a:pt x="120651" y="69851"/>
                  <a:pt x="124461" y="69216"/>
                  <a:pt x="128271" y="68581"/>
                </a:cubicBezTo>
                <a:close/>
                <a:moveTo>
                  <a:pt x="515621" y="62231"/>
                </a:moveTo>
                <a:lnTo>
                  <a:pt x="527051" y="64771"/>
                </a:lnTo>
                <a:lnTo>
                  <a:pt x="527051" y="142876"/>
                </a:lnTo>
                <a:lnTo>
                  <a:pt x="515621" y="140336"/>
                </a:lnTo>
                <a:close/>
                <a:moveTo>
                  <a:pt x="248286" y="60326"/>
                </a:moveTo>
                <a:cubicBezTo>
                  <a:pt x="245111" y="60326"/>
                  <a:pt x="241936" y="60961"/>
                  <a:pt x="239396" y="60961"/>
                </a:cubicBezTo>
                <a:lnTo>
                  <a:pt x="239396" y="82551"/>
                </a:lnTo>
                <a:cubicBezTo>
                  <a:pt x="241936" y="81916"/>
                  <a:pt x="245111" y="81916"/>
                  <a:pt x="248286" y="81281"/>
                </a:cubicBezTo>
                <a:cubicBezTo>
                  <a:pt x="254001" y="81281"/>
                  <a:pt x="258446" y="77471"/>
                  <a:pt x="258446" y="69851"/>
                </a:cubicBezTo>
                <a:cubicBezTo>
                  <a:pt x="258446" y="62231"/>
                  <a:pt x="254001" y="59691"/>
                  <a:pt x="248286" y="60326"/>
                </a:cubicBezTo>
                <a:close/>
                <a:moveTo>
                  <a:pt x="304166" y="56516"/>
                </a:moveTo>
                <a:cubicBezTo>
                  <a:pt x="299086" y="56516"/>
                  <a:pt x="295911" y="60326"/>
                  <a:pt x="294006" y="66041"/>
                </a:cubicBezTo>
                <a:cubicBezTo>
                  <a:pt x="292101" y="71756"/>
                  <a:pt x="291466" y="79376"/>
                  <a:pt x="291466" y="86361"/>
                </a:cubicBezTo>
                <a:cubicBezTo>
                  <a:pt x="291466" y="93346"/>
                  <a:pt x="292101" y="100966"/>
                  <a:pt x="294006" y="106681"/>
                </a:cubicBezTo>
                <a:cubicBezTo>
                  <a:pt x="295911" y="111761"/>
                  <a:pt x="299086" y="115571"/>
                  <a:pt x="304166" y="115571"/>
                </a:cubicBezTo>
                <a:cubicBezTo>
                  <a:pt x="308611" y="115571"/>
                  <a:pt x="311786" y="111761"/>
                  <a:pt x="313691" y="106046"/>
                </a:cubicBezTo>
                <a:cubicBezTo>
                  <a:pt x="316231" y="100331"/>
                  <a:pt x="316866" y="92711"/>
                  <a:pt x="316866" y="85726"/>
                </a:cubicBezTo>
                <a:cubicBezTo>
                  <a:pt x="316866" y="78106"/>
                  <a:pt x="316231" y="71121"/>
                  <a:pt x="314326" y="65406"/>
                </a:cubicBezTo>
                <a:cubicBezTo>
                  <a:pt x="312421" y="59691"/>
                  <a:pt x="309246" y="55881"/>
                  <a:pt x="304166" y="56516"/>
                </a:cubicBezTo>
                <a:close/>
                <a:moveTo>
                  <a:pt x="352426" y="55881"/>
                </a:moveTo>
                <a:lnTo>
                  <a:pt x="352426" y="79376"/>
                </a:lnTo>
                <a:cubicBezTo>
                  <a:pt x="355601" y="79376"/>
                  <a:pt x="359411" y="79376"/>
                  <a:pt x="362586" y="79376"/>
                </a:cubicBezTo>
                <a:cubicBezTo>
                  <a:pt x="369571" y="80646"/>
                  <a:pt x="374016" y="76836"/>
                  <a:pt x="374016" y="68581"/>
                </a:cubicBezTo>
                <a:cubicBezTo>
                  <a:pt x="374016" y="60326"/>
                  <a:pt x="369571" y="57151"/>
                  <a:pt x="362586" y="56516"/>
                </a:cubicBezTo>
                <a:cubicBezTo>
                  <a:pt x="359411" y="56516"/>
                  <a:pt x="355601" y="56516"/>
                  <a:pt x="352426" y="55881"/>
                </a:cubicBezTo>
                <a:close/>
                <a:moveTo>
                  <a:pt x="455296" y="53341"/>
                </a:moveTo>
                <a:cubicBezTo>
                  <a:pt x="459106" y="53976"/>
                  <a:pt x="462916" y="54611"/>
                  <a:pt x="466091" y="54611"/>
                </a:cubicBezTo>
                <a:lnTo>
                  <a:pt x="466091" y="85726"/>
                </a:lnTo>
                <a:cubicBezTo>
                  <a:pt x="473711" y="86996"/>
                  <a:pt x="480696" y="87631"/>
                  <a:pt x="488316" y="88901"/>
                </a:cubicBezTo>
                <a:lnTo>
                  <a:pt x="488316" y="57786"/>
                </a:lnTo>
                <a:cubicBezTo>
                  <a:pt x="492126" y="58421"/>
                  <a:pt x="495301" y="59056"/>
                  <a:pt x="499111" y="59691"/>
                </a:cubicBezTo>
                <a:lnTo>
                  <a:pt x="499111" y="137796"/>
                </a:lnTo>
                <a:cubicBezTo>
                  <a:pt x="495301" y="136526"/>
                  <a:pt x="491491" y="135891"/>
                  <a:pt x="488316" y="135256"/>
                </a:cubicBezTo>
                <a:lnTo>
                  <a:pt x="488316" y="99696"/>
                </a:lnTo>
                <a:cubicBezTo>
                  <a:pt x="480696" y="98426"/>
                  <a:pt x="473711" y="97156"/>
                  <a:pt x="466091" y="96521"/>
                </a:cubicBezTo>
                <a:lnTo>
                  <a:pt x="466091" y="132716"/>
                </a:lnTo>
                <a:cubicBezTo>
                  <a:pt x="462281" y="132081"/>
                  <a:pt x="458471" y="131446"/>
                  <a:pt x="455296" y="131446"/>
                </a:cubicBezTo>
                <a:close/>
                <a:moveTo>
                  <a:pt x="210821" y="52706"/>
                </a:moveTo>
                <a:lnTo>
                  <a:pt x="210821" y="131446"/>
                </a:lnTo>
                <a:cubicBezTo>
                  <a:pt x="208281" y="132081"/>
                  <a:pt x="205106" y="132716"/>
                  <a:pt x="201296" y="132716"/>
                </a:cubicBezTo>
                <a:lnTo>
                  <a:pt x="201296" y="101601"/>
                </a:lnTo>
                <a:cubicBezTo>
                  <a:pt x="201296" y="96521"/>
                  <a:pt x="201296" y="85091"/>
                  <a:pt x="201296" y="81916"/>
                </a:cubicBezTo>
                <a:cubicBezTo>
                  <a:pt x="200026" y="85091"/>
                  <a:pt x="196851" y="97156"/>
                  <a:pt x="194946" y="102871"/>
                </a:cubicBezTo>
                <a:cubicBezTo>
                  <a:pt x="193041" y="108586"/>
                  <a:pt x="191136" y="113666"/>
                  <a:pt x="189866" y="119381"/>
                </a:cubicBezTo>
                <a:lnTo>
                  <a:pt x="184786" y="136526"/>
                </a:lnTo>
                <a:lnTo>
                  <a:pt x="179706" y="121286"/>
                </a:lnTo>
                <a:cubicBezTo>
                  <a:pt x="177801" y="116206"/>
                  <a:pt x="176531" y="110491"/>
                  <a:pt x="174626" y="106046"/>
                </a:cubicBezTo>
                <a:cubicBezTo>
                  <a:pt x="172721" y="100966"/>
                  <a:pt x="169546" y="90171"/>
                  <a:pt x="168276" y="86996"/>
                </a:cubicBezTo>
                <a:cubicBezTo>
                  <a:pt x="168276" y="90171"/>
                  <a:pt x="168276" y="101601"/>
                  <a:pt x="168276" y="106046"/>
                </a:cubicBezTo>
                <a:lnTo>
                  <a:pt x="168276" y="137161"/>
                </a:lnTo>
                <a:cubicBezTo>
                  <a:pt x="165101" y="137796"/>
                  <a:pt x="161291" y="138431"/>
                  <a:pt x="158116" y="139066"/>
                </a:cubicBezTo>
                <a:lnTo>
                  <a:pt x="158116" y="61596"/>
                </a:lnTo>
                <a:cubicBezTo>
                  <a:pt x="161926" y="60961"/>
                  <a:pt x="165736" y="60326"/>
                  <a:pt x="169546" y="59056"/>
                </a:cubicBezTo>
                <a:lnTo>
                  <a:pt x="174626" y="74296"/>
                </a:lnTo>
                <a:cubicBezTo>
                  <a:pt x="176531" y="79376"/>
                  <a:pt x="177801" y="84456"/>
                  <a:pt x="179706" y="89536"/>
                </a:cubicBezTo>
                <a:cubicBezTo>
                  <a:pt x="180976" y="93981"/>
                  <a:pt x="184151" y="103506"/>
                  <a:pt x="184151" y="106046"/>
                </a:cubicBezTo>
                <a:cubicBezTo>
                  <a:pt x="185421" y="102871"/>
                  <a:pt x="187961" y="92711"/>
                  <a:pt x="189231" y="87631"/>
                </a:cubicBezTo>
                <a:cubicBezTo>
                  <a:pt x="190501" y="81916"/>
                  <a:pt x="192406" y="76201"/>
                  <a:pt x="194311" y="70486"/>
                </a:cubicBezTo>
                <a:cubicBezTo>
                  <a:pt x="196216" y="64771"/>
                  <a:pt x="197486" y="59691"/>
                  <a:pt x="199391" y="53976"/>
                </a:cubicBezTo>
                <a:cubicBezTo>
                  <a:pt x="203201" y="53341"/>
                  <a:pt x="207011" y="52706"/>
                  <a:pt x="210821" y="52706"/>
                </a:cubicBezTo>
                <a:close/>
                <a:moveTo>
                  <a:pt x="247016" y="49531"/>
                </a:moveTo>
                <a:cubicBezTo>
                  <a:pt x="253366" y="48896"/>
                  <a:pt x="259081" y="50166"/>
                  <a:pt x="262891" y="53341"/>
                </a:cubicBezTo>
                <a:cubicBezTo>
                  <a:pt x="266701" y="56516"/>
                  <a:pt x="269241" y="61596"/>
                  <a:pt x="269241" y="68581"/>
                </a:cubicBezTo>
                <a:cubicBezTo>
                  <a:pt x="269241" y="74931"/>
                  <a:pt x="266701" y="81916"/>
                  <a:pt x="260351" y="85726"/>
                </a:cubicBezTo>
                <a:cubicBezTo>
                  <a:pt x="266701" y="87631"/>
                  <a:pt x="270511" y="94616"/>
                  <a:pt x="270511" y="102871"/>
                </a:cubicBezTo>
                <a:cubicBezTo>
                  <a:pt x="270511" y="110491"/>
                  <a:pt x="267971" y="116841"/>
                  <a:pt x="264161" y="120651"/>
                </a:cubicBezTo>
                <a:cubicBezTo>
                  <a:pt x="260351" y="125096"/>
                  <a:pt x="254636" y="127636"/>
                  <a:pt x="248286" y="127636"/>
                </a:cubicBezTo>
                <a:cubicBezTo>
                  <a:pt x="241301" y="128271"/>
                  <a:pt x="234316" y="128906"/>
                  <a:pt x="227331" y="129541"/>
                </a:cubicBezTo>
                <a:lnTo>
                  <a:pt x="227331" y="51436"/>
                </a:lnTo>
                <a:cubicBezTo>
                  <a:pt x="233681" y="50801"/>
                  <a:pt x="240666" y="50166"/>
                  <a:pt x="247016" y="49531"/>
                </a:cubicBezTo>
                <a:close/>
                <a:moveTo>
                  <a:pt x="418466" y="48261"/>
                </a:moveTo>
                <a:cubicBezTo>
                  <a:pt x="431166" y="49531"/>
                  <a:pt x="437516" y="57151"/>
                  <a:pt x="440056" y="69216"/>
                </a:cubicBezTo>
                <a:cubicBezTo>
                  <a:pt x="436246" y="69851"/>
                  <a:pt x="432436" y="70486"/>
                  <a:pt x="428626" y="71121"/>
                </a:cubicBezTo>
                <a:cubicBezTo>
                  <a:pt x="426721" y="62866"/>
                  <a:pt x="424181" y="59691"/>
                  <a:pt x="418466" y="59056"/>
                </a:cubicBezTo>
                <a:cubicBezTo>
                  <a:pt x="414021" y="59056"/>
                  <a:pt x="410846" y="61596"/>
                  <a:pt x="408941" y="66676"/>
                </a:cubicBezTo>
                <a:cubicBezTo>
                  <a:pt x="407036" y="71756"/>
                  <a:pt x="405766" y="79376"/>
                  <a:pt x="405766" y="87631"/>
                </a:cubicBezTo>
                <a:cubicBezTo>
                  <a:pt x="405766" y="94616"/>
                  <a:pt x="406401" y="101601"/>
                  <a:pt x="408306" y="107316"/>
                </a:cubicBezTo>
                <a:cubicBezTo>
                  <a:pt x="410211" y="113031"/>
                  <a:pt x="414021" y="117476"/>
                  <a:pt x="419101" y="117476"/>
                </a:cubicBezTo>
                <a:cubicBezTo>
                  <a:pt x="426721" y="118111"/>
                  <a:pt x="429261" y="113666"/>
                  <a:pt x="429261" y="104141"/>
                </a:cubicBezTo>
                <a:lnTo>
                  <a:pt x="429261" y="98426"/>
                </a:lnTo>
                <a:cubicBezTo>
                  <a:pt x="426721" y="97791"/>
                  <a:pt x="423546" y="97791"/>
                  <a:pt x="420371" y="97791"/>
                </a:cubicBezTo>
                <a:lnTo>
                  <a:pt x="420371" y="86996"/>
                </a:lnTo>
                <a:lnTo>
                  <a:pt x="440691" y="88901"/>
                </a:lnTo>
                <a:lnTo>
                  <a:pt x="440691" y="106046"/>
                </a:lnTo>
                <a:cubicBezTo>
                  <a:pt x="440691" y="112396"/>
                  <a:pt x="438786" y="118111"/>
                  <a:pt x="435611" y="122556"/>
                </a:cubicBezTo>
                <a:cubicBezTo>
                  <a:pt x="431801" y="127001"/>
                  <a:pt x="426086" y="129541"/>
                  <a:pt x="418466" y="128906"/>
                </a:cubicBezTo>
                <a:cubicBezTo>
                  <a:pt x="410211" y="128271"/>
                  <a:pt x="403861" y="123191"/>
                  <a:pt x="400051" y="116206"/>
                </a:cubicBezTo>
                <a:cubicBezTo>
                  <a:pt x="396241" y="108586"/>
                  <a:pt x="394336" y="98426"/>
                  <a:pt x="394336" y="87631"/>
                </a:cubicBezTo>
                <a:cubicBezTo>
                  <a:pt x="394336" y="75566"/>
                  <a:pt x="396241" y="65406"/>
                  <a:pt x="400051" y="58421"/>
                </a:cubicBezTo>
                <a:cubicBezTo>
                  <a:pt x="403861" y="51436"/>
                  <a:pt x="410211" y="47626"/>
                  <a:pt x="418466" y="48261"/>
                </a:cubicBezTo>
                <a:close/>
                <a:moveTo>
                  <a:pt x="340996" y="46356"/>
                </a:moveTo>
                <a:cubicBezTo>
                  <a:pt x="348616" y="46356"/>
                  <a:pt x="355601" y="46356"/>
                  <a:pt x="363221" y="46991"/>
                </a:cubicBezTo>
                <a:cubicBezTo>
                  <a:pt x="368936" y="46991"/>
                  <a:pt x="374651" y="48896"/>
                  <a:pt x="378461" y="52706"/>
                </a:cubicBezTo>
                <a:cubicBezTo>
                  <a:pt x="382271" y="56516"/>
                  <a:pt x="384811" y="62231"/>
                  <a:pt x="384811" y="69851"/>
                </a:cubicBezTo>
                <a:cubicBezTo>
                  <a:pt x="384811" y="75566"/>
                  <a:pt x="383541" y="80011"/>
                  <a:pt x="381636" y="83186"/>
                </a:cubicBezTo>
                <a:cubicBezTo>
                  <a:pt x="379731" y="86361"/>
                  <a:pt x="376556" y="88901"/>
                  <a:pt x="372746" y="90171"/>
                </a:cubicBezTo>
                <a:cubicBezTo>
                  <a:pt x="374651" y="96521"/>
                  <a:pt x="377191" y="102236"/>
                  <a:pt x="379096" y="108586"/>
                </a:cubicBezTo>
                <a:cubicBezTo>
                  <a:pt x="381001" y="113666"/>
                  <a:pt x="383541" y="120016"/>
                  <a:pt x="385446" y="125731"/>
                </a:cubicBezTo>
                <a:cubicBezTo>
                  <a:pt x="381636" y="125731"/>
                  <a:pt x="377191" y="125096"/>
                  <a:pt x="373381" y="125096"/>
                </a:cubicBezTo>
                <a:cubicBezTo>
                  <a:pt x="371476" y="119381"/>
                  <a:pt x="368936" y="113666"/>
                  <a:pt x="367031" y="107951"/>
                </a:cubicBezTo>
                <a:cubicBezTo>
                  <a:pt x="365126" y="102236"/>
                  <a:pt x="363221" y="96521"/>
                  <a:pt x="361316" y="90806"/>
                </a:cubicBezTo>
                <a:cubicBezTo>
                  <a:pt x="358141" y="90806"/>
                  <a:pt x="354966" y="90806"/>
                  <a:pt x="351791" y="90806"/>
                </a:cubicBezTo>
                <a:lnTo>
                  <a:pt x="351791" y="125096"/>
                </a:lnTo>
                <a:lnTo>
                  <a:pt x="340996" y="125096"/>
                </a:lnTo>
                <a:close/>
                <a:moveTo>
                  <a:pt x="304801" y="45086"/>
                </a:moveTo>
                <a:cubicBezTo>
                  <a:pt x="313056" y="45086"/>
                  <a:pt x="318771" y="49531"/>
                  <a:pt x="322581" y="56516"/>
                </a:cubicBezTo>
                <a:cubicBezTo>
                  <a:pt x="326391" y="63501"/>
                  <a:pt x="328296" y="73661"/>
                  <a:pt x="328296" y="85091"/>
                </a:cubicBezTo>
                <a:cubicBezTo>
                  <a:pt x="328296" y="96521"/>
                  <a:pt x="326391" y="106681"/>
                  <a:pt x="322581" y="114301"/>
                </a:cubicBezTo>
                <a:cubicBezTo>
                  <a:pt x="318771" y="121286"/>
                  <a:pt x="312421" y="126366"/>
                  <a:pt x="304166" y="126366"/>
                </a:cubicBezTo>
                <a:cubicBezTo>
                  <a:pt x="295911" y="126366"/>
                  <a:pt x="290196" y="122556"/>
                  <a:pt x="286386" y="115571"/>
                </a:cubicBezTo>
                <a:cubicBezTo>
                  <a:pt x="282576" y="108586"/>
                  <a:pt x="280671" y="98426"/>
                  <a:pt x="280671" y="86996"/>
                </a:cubicBezTo>
                <a:cubicBezTo>
                  <a:pt x="280671" y="75566"/>
                  <a:pt x="282576" y="65406"/>
                  <a:pt x="286386" y="57786"/>
                </a:cubicBezTo>
                <a:cubicBezTo>
                  <a:pt x="290196" y="50166"/>
                  <a:pt x="296546" y="45721"/>
                  <a:pt x="304801" y="45086"/>
                </a:cubicBezTo>
                <a:close/>
                <a:moveTo>
                  <a:pt x="335280" y="22861"/>
                </a:moveTo>
                <a:cubicBezTo>
                  <a:pt x="253365" y="22861"/>
                  <a:pt x="139700" y="31116"/>
                  <a:pt x="43180" y="73661"/>
                </a:cubicBezTo>
                <a:cubicBezTo>
                  <a:pt x="30480" y="79376"/>
                  <a:pt x="22225" y="90171"/>
                  <a:pt x="22225" y="109221"/>
                </a:cubicBezTo>
                <a:cubicBezTo>
                  <a:pt x="22225" y="410846"/>
                  <a:pt x="137795" y="597536"/>
                  <a:pt x="320675" y="728346"/>
                </a:cubicBezTo>
                <a:cubicBezTo>
                  <a:pt x="328930" y="734061"/>
                  <a:pt x="334011" y="735331"/>
                  <a:pt x="335280" y="735966"/>
                </a:cubicBezTo>
                <a:cubicBezTo>
                  <a:pt x="336550" y="735966"/>
                  <a:pt x="341630" y="734696"/>
                  <a:pt x="349886" y="728346"/>
                </a:cubicBezTo>
                <a:cubicBezTo>
                  <a:pt x="532765" y="597536"/>
                  <a:pt x="648336" y="410846"/>
                  <a:pt x="648336" y="109221"/>
                </a:cubicBezTo>
                <a:cubicBezTo>
                  <a:pt x="648336" y="89536"/>
                  <a:pt x="640080" y="79376"/>
                  <a:pt x="627380" y="73661"/>
                </a:cubicBezTo>
                <a:cubicBezTo>
                  <a:pt x="530225" y="31751"/>
                  <a:pt x="416561" y="22861"/>
                  <a:pt x="335280" y="22861"/>
                </a:cubicBezTo>
                <a:close/>
                <a:moveTo>
                  <a:pt x="335280" y="0"/>
                </a:moveTo>
                <a:cubicBezTo>
                  <a:pt x="417830" y="0"/>
                  <a:pt x="535305" y="8890"/>
                  <a:pt x="636270" y="52705"/>
                </a:cubicBezTo>
                <a:cubicBezTo>
                  <a:pt x="657861" y="62230"/>
                  <a:pt x="670561" y="80645"/>
                  <a:pt x="670561" y="108585"/>
                </a:cubicBezTo>
                <a:cubicBezTo>
                  <a:pt x="670561" y="417195"/>
                  <a:pt x="551180" y="610870"/>
                  <a:pt x="363220" y="746125"/>
                </a:cubicBezTo>
                <a:cubicBezTo>
                  <a:pt x="354330" y="752475"/>
                  <a:pt x="344805" y="757555"/>
                  <a:pt x="335915" y="757555"/>
                </a:cubicBezTo>
                <a:cubicBezTo>
                  <a:pt x="327025" y="757555"/>
                  <a:pt x="317500" y="752475"/>
                  <a:pt x="308611" y="746125"/>
                </a:cubicBezTo>
                <a:cubicBezTo>
                  <a:pt x="119380" y="611505"/>
                  <a:pt x="0" y="417830"/>
                  <a:pt x="0" y="108585"/>
                </a:cubicBezTo>
                <a:cubicBezTo>
                  <a:pt x="0" y="81280"/>
                  <a:pt x="12700" y="62230"/>
                  <a:pt x="34290" y="52705"/>
                </a:cubicBezTo>
                <a:cubicBezTo>
                  <a:pt x="135255" y="8255"/>
                  <a:pt x="252730" y="0"/>
                  <a:pt x="335280" y="0"/>
                </a:cubicBezTo>
                <a:close/>
              </a:path>
            </a:pathLst>
          </a:custGeom>
          <a:solidFill>
            <a:schemeClr val="tx2"/>
          </a:solidFill>
          <a:ln w="6350" cap="flat">
            <a:noFill/>
            <a:prstDash val="solid"/>
            <a:miter/>
          </a:ln>
        </p:spPr>
        <p:txBody>
          <a:bodyPr wrap="square" rtlCol="0" anchor="ctr">
            <a:noAutofit/>
          </a:bodyPr>
          <a:lstStyle/>
          <a:p>
            <a:endParaRPr lang="en-GB"/>
          </a:p>
        </p:txBody>
      </p:sp>
      <p:grpSp>
        <p:nvGrpSpPr>
          <p:cNvPr id="40" name="BENTLEY">
            <a:extLst>
              <a:ext uri="{FF2B5EF4-FFF2-40B4-BE49-F238E27FC236}">
                <a16:creationId xmlns:a16="http://schemas.microsoft.com/office/drawing/2014/main" id="{54CD789F-BA1F-DB34-FBC9-C89DECE8632A}"/>
              </a:ext>
            </a:extLst>
          </p:cNvPr>
          <p:cNvGrpSpPr/>
          <p:nvPr userDrawn="1"/>
        </p:nvGrpSpPr>
        <p:grpSpPr>
          <a:xfrm>
            <a:off x="3994658" y="3169595"/>
            <a:ext cx="1031116" cy="520700"/>
            <a:chOff x="3994658" y="3169595"/>
            <a:chExt cx="1031116" cy="520700"/>
          </a:xfrm>
        </p:grpSpPr>
        <p:sp>
          <p:nvSpPr>
            <p:cNvPr id="36" name="BENTLEY">
              <a:extLst>
                <a:ext uri="{FF2B5EF4-FFF2-40B4-BE49-F238E27FC236}">
                  <a16:creationId xmlns:a16="http://schemas.microsoft.com/office/drawing/2014/main" id="{EDA1733E-C716-B867-8F5E-0439383D1491}"/>
                </a:ext>
              </a:extLst>
            </p:cNvPr>
            <p:cNvSpPr/>
            <p:nvPr userDrawn="1"/>
          </p:nvSpPr>
          <p:spPr>
            <a:xfrm>
              <a:off x="3994658" y="3169595"/>
              <a:ext cx="1031116" cy="520700"/>
            </a:xfrm>
            <a:custGeom>
              <a:avLst/>
              <a:gdLst>
                <a:gd name="connsiteX0" fmla="*/ 114177 w 1031116"/>
                <a:gd name="connsiteY0" fmla="*/ 474980 h 520700"/>
                <a:gd name="connsiteX1" fmla="*/ 114177 w 1031116"/>
                <a:gd name="connsiteY1" fmla="*/ 502285 h 520700"/>
                <a:gd name="connsiteX2" fmla="*/ 151642 w 1031116"/>
                <a:gd name="connsiteY2" fmla="*/ 502285 h 520700"/>
                <a:gd name="connsiteX3" fmla="*/ 164342 w 1031116"/>
                <a:gd name="connsiteY3" fmla="*/ 499110 h 520700"/>
                <a:gd name="connsiteX4" fmla="*/ 169422 w 1031116"/>
                <a:gd name="connsiteY4" fmla="*/ 488950 h 520700"/>
                <a:gd name="connsiteX5" fmla="*/ 151007 w 1031116"/>
                <a:gd name="connsiteY5" fmla="*/ 474980 h 520700"/>
                <a:gd name="connsiteX6" fmla="*/ 114177 w 1031116"/>
                <a:gd name="connsiteY6" fmla="*/ 474980 h 520700"/>
                <a:gd name="connsiteX7" fmla="*/ 114177 w 1031116"/>
                <a:gd name="connsiteY7" fmla="*/ 433070 h 520700"/>
                <a:gd name="connsiteX8" fmla="*/ 114812 w 1031116"/>
                <a:gd name="connsiteY8" fmla="*/ 457200 h 520700"/>
                <a:gd name="connsiteX9" fmla="*/ 151642 w 1031116"/>
                <a:gd name="connsiteY9" fmla="*/ 457200 h 520700"/>
                <a:gd name="connsiteX10" fmla="*/ 157992 w 1031116"/>
                <a:gd name="connsiteY10" fmla="*/ 455295 h 520700"/>
                <a:gd name="connsiteX11" fmla="*/ 163072 w 1031116"/>
                <a:gd name="connsiteY11" fmla="*/ 445135 h 520700"/>
                <a:gd name="connsiteX12" fmla="*/ 149737 w 1031116"/>
                <a:gd name="connsiteY12" fmla="*/ 433070 h 520700"/>
                <a:gd name="connsiteX13" fmla="*/ 114177 w 1031116"/>
                <a:gd name="connsiteY13" fmla="*/ 433070 h 520700"/>
                <a:gd name="connsiteX14" fmla="*/ 819662 w 1031116"/>
                <a:gd name="connsiteY14" fmla="*/ 415925 h 520700"/>
                <a:gd name="connsiteX15" fmla="*/ 843792 w 1031116"/>
                <a:gd name="connsiteY15" fmla="*/ 415925 h 520700"/>
                <a:gd name="connsiteX16" fmla="*/ 876812 w 1031116"/>
                <a:gd name="connsiteY16" fmla="*/ 456565 h 520700"/>
                <a:gd name="connsiteX17" fmla="*/ 909832 w 1031116"/>
                <a:gd name="connsiteY17" fmla="*/ 415925 h 520700"/>
                <a:gd name="connsiteX18" fmla="*/ 933962 w 1031116"/>
                <a:gd name="connsiteY18" fmla="*/ 415925 h 520700"/>
                <a:gd name="connsiteX19" fmla="*/ 886972 w 1031116"/>
                <a:gd name="connsiteY19" fmla="*/ 475615 h 520700"/>
                <a:gd name="connsiteX20" fmla="*/ 886972 w 1031116"/>
                <a:gd name="connsiteY20" fmla="*/ 520700 h 520700"/>
                <a:gd name="connsiteX21" fmla="*/ 867287 w 1031116"/>
                <a:gd name="connsiteY21" fmla="*/ 520700 h 520700"/>
                <a:gd name="connsiteX22" fmla="*/ 867287 w 1031116"/>
                <a:gd name="connsiteY22" fmla="*/ 475615 h 520700"/>
                <a:gd name="connsiteX23" fmla="*/ 819662 w 1031116"/>
                <a:gd name="connsiteY23" fmla="*/ 415925 h 520700"/>
                <a:gd name="connsiteX24" fmla="*/ 467237 w 1031116"/>
                <a:gd name="connsiteY24" fmla="*/ 415925 h 520700"/>
                <a:gd name="connsiteX25" fmla="*/ 561852 w 1031116"/>
                <a:gd name="connsiteY25" fmla="*/ 415925 h 520700"/>
                <a:gd name="connsiteX26" fmla="*/ 561852 w 1031116"/>
                <a:gd name="connsiteY26" fmla="*/ 434340 h 520700"/>
                <a:gd name="connsiteX27" fmla="*/ 524387 w 1031116"/>
                <a:gd name="connsiteY27" fmla="*/ 434340 h 520700"/>
                <a:gd name="connsiteX28" fmla="*/ 524387 w 1031116"/>
                <a:gd name="connsiteY28" fmla="*/ 520700 h 520700"/>
                <a:gd name="connsiteX29" fmla="*/ 504702 w 1031116"/>
                <a:gd name="connsiteY29" fmla="*/ 520700 h 520700"/>
                <a:gd name="connsiteX30" fmla="*/ 504702 w 1031116"/>
                <a:gd name="connsiteY30" fmla="*/ 434340 h 520700"/>
                <a:gd name="connsiteX31" fmla="*/ 467237 w 1031116"/>
                <a:gd name="connsiteY31" fmla="*/ 434340 h 520700"/>
                <a:gd name="connsiteX32" fmla="*/ 467237 w 1031116"/>
                <a:gd name="connsiteY32" fmla="*/ 415925 h 520700"/>
                <a:gd name="connsiteX33" fmla="*/ 340237 w 1031116"/>
                <a:gd name="connsiteY33" fmla="*/ 415925 h 520700"/>
                <a:gd name="connsiteX34" fmla="*/ 358017 w 1031116"/>
                <a:gd name="connsiteY34" fmla="*/ 415925 h 520700"/>
                <a:gd name="connsiteX35" fmla="*/ 418342 w 1031116"/>
                <a:gd name="connsiteY35" fmla="*/ 485775 h 520700"/>
                <a:gd name="connsiteX36" fmla="*/ 418342 w 1031116"/>
                <a:gd name="connsiteY36" fmla="*/ 415925 h 520700"/>
                <a:gd name="connsiteX37" fmla="*/ 436122 w 1031116"/>
                <a:gd name="connsiteY37" fmla="*/ 415925 h 520700"/>
                <a:gd name="connsiteX38" fmla="*/ 436122 w 1031116"/>
                <a:gd name="connsiteY38" fmla="*/ 520065 h 520700"/>
                <a:gd name="connsiteX39" fmla="*/ 420882 w 1031116"/>
                <a:gd name="connsiteY39" fmla="*/ 520065 h 520700"/>
                <a:gd name="connsiteX40" fmla="*/ 358017 w 1031116"/>
                <a:gd name="connsiteY40" fmla="*/ 446405 h 520700"/>
                <a:gd name="connsiteX41" fmla="*/ 358017 w 1031116"/>
                <a:gd name="connsiteY41" fmla="*/ 520065 h 520700"/>
                <a:gd name="connsiteX42" fmla="*/ 340237 w 1031116"/>
                <a:gd name="connsiteY42" fmla="*/ 520065 h 520700"/>
                <a:gd name="connsiteX43" fmla="*/ 340237 w 1031116"/>
                <a:gd name="connsiteY43" fmla="*/ 415925 h 520700"/>
                <a:gd name="connsiteX44" fmla="*/ 93857 w 1031116"/>
                <a:gd name="connsiteY44" fmla="*/ 415925 h 520700"/>
                <a:gd name="connsiteX45" fmla="*/ 149737 w 1031116"/>
                <a:gd name="connsiteY45" fmla="*/ 415925 h 520700"/>
                <a:gd name="connsiteX46" fmla="*/ 182122 w 1031116"/>
                <a:gd name="connsiteY46" fmla="*/ 441960 h 520700"/>
                <a:gd name="connsiteX47" fmla="*/ 170692 w 1031116"/>
                <a:gd name="connsiteY47" fmla="*/ 464185 h 520700"/>
                <a:gd name="connsiteX48" fmla="*/ 189742 w 1031116"/>
                <a:gd name="connsiteY48" fmla="*/ 490855 h 520700"/>
                <a:gd name="connsiteX49" fmla="*/ 175772 w 1031116"/>
                <a:gd name="connsiteY49" fmla="*/ 516255 h 520700"/>
                <a:gd name="connsiteX50" fmla="*/ 157357 w 1031116"/>
                <a:gd name="connsiteY50" fmla="*/ 520065 h 520700"/>
                <a:gd name="connsiteX51" fmla="*/ 93857 w 1031116"/>
                <a:gd name="connsiteY51" fmla="*/ 520065 h 520700"/>
                <a:gd name="connsiteX52" fmla="*/ 93857 w 1031116"/>
                <a:gd name="connsiteY52" fmla="*/ 415925 h 520700"/>
                <a:gd name="connsiteX53" fmla="*/ 702821 w 1031116"/>
                <a:gd name="connsiteY53" fmla="*/ 415289 h 520700"/>
                <a:gd name="connsiteX54" fmla="*/ 790451 w 1031116"/>
                <a:gd name="connsiteY54" fmla="*/ 415289 h 520700"/>
                <a:gd name="connsiteX55" fmla="*/ 790451 w 1031116"/>
                <a:gd name="connsiteY55" fmla="*/ 433704 h 520700"/>
                <a:gd name="connsiteX56" fmla="*/ 722506 w 1031116"/>
                <a:gd name="connsiteY56" fmla="*/ 433704 h 520700"/>
                <a:gd name="connsiteX57" fmla="*/ 722506 w 1031116"/>
                <a:gd name="connsiteY57" fmla="*/ 457199 h 520700"/>
                <a:gd name="connsiteX58" fmla="*/ 768861 w 1031116"/>
                <a:gd name="connsiteY58" fmla="*/ 457199 h 520700"/>
                <a:gd name="connsiteX59" fmla="*/ 768861 w 1031116"/>
                <a:gd name="connsiteY59" fmla="*/ 475614 h 520700"/>
                <a:gd name="connsiteX60" fmla="*/ 722506 w 1031116"/>
                <a:gd name="connsiteY60" fmla="*/ 475614 h 520700"/>
                <a:gd name="connsiteX61" fmla="*/ 722506 w 1031116"/>
                <a:gd name="connsiteY61" fmla="*/ 501649 h 520700"/>
                <a:gd name="connsiteX62" fmla="*/ 791721 w 1031116"/>
                <a:gd name="connsiteY62" fmla="*/ 501014 h 520700"/>
                <a:gd name="connsiteX63" fmla="*/ 791721 w 1031116"/>
                <a:gd name="connsiteY63" fmla="*/ 519429 h 520700"/>
                <a:gd name="connsiteX64" fmla="*/ 702821 w 1031116"/>
                <a:gd name="connsiteY64" fmla="*/ 519429 h 520700"/>
                <a:gd name="connsiteX65" fmla="*/ 702821 w 1031116"/>
                <a:gd name="connsiteY65" fmla="*/ 415289 h 520700"/>
                <a:gd name="connsiteX66" fmla="*/ 589157 w 1031116"/>
                <a:gd name="connsiteY66" fmla="*/ 415289 h 520700"/>
                <a:gd name="connsiteX67" fmla="*/ 608842 w 1031116"/>
                <a:gd name="connsiteY67" fmla="*/ 415289 h 520700"/>
                <a:gd name="connsiteX68" fmla="*/ 608842 w 1031116"/>
                <a:gd name="connsiteY68" fmla="*/ 501649 h 520700"/>
                <a:gd name="connsiteX69" fmla="*/ 674247 w 1031116"/>
                <a:gd name="connsiteY69" fmla="*/ 501014 h 520700"/>
                <a:gd name="connsiteX70" fmla="*/ 674247 w 1031116"/>
                <a:gd name="connsiteY70" fmla="*/ 519429 h 520700"/>
                <a:gd name="connsiteX71" fmla="*/ 589157 w 1031116"/>
                <a:gd name="connsiteY71" fmla="*/ 519429 h 520700"/>
                <a:gd name="connsiteX72" fmla="*/ 589157 w 1031116"/>
                <a:gd name="connsiteY72" fmla="*/ 415289 h 520700"/>
                <a:gd name="connsiteX73" fmla="*/ 220857 w 1031116"/>
                <a:gd name="connsiteY73" fmla="*/ 415289 h 520700"/>
                <a:gd name="connsiteX74" fmla="*/ 308487 w 1031116"/>
                <a:gd name="connsiteY74" fmla="*/ 415289 h 520700"/>
                <a:gd name="connsiteX75" fmla="*/ 308487 w 1031116"/>
                <a:gd name="connsiteY75" fmla="*/ 433704 h 520700"/>
                <a:gd name="connsiteX76" fmla="*/ 240542 w 1031116"/>
                <a:gd name="connsiteY76" fmla="*/ 433704 h 520700"/>
                <a:gd name="connsiteX77" fmla="*/ 240542 w 1031116"/>
                <a:gd name="connsiteY77" fmla="*/ 457199 h 520700"/>
                <a:gd name="connsiteX78" fmla="*/ 286897 w 1031116"/>
                <a:gd name="connsiteY78" fmla="*/ 457199 h 520700"/>
                <a:gd name="connsiteX79" fmla="*/ 286897 w 1031116"/>
                <a:gd name="connsiteY79" fmla="*/ 475614 h 520700"/>
                <a:gd name="connsiteX80" fmla="*/ 240542 w 1031116"/>
                <a:gd name="connsiteY80" fmla="*/ 475614 h 520700"/>
                <a:gd name="connsiteX81" fmla="*/ 240542 w 1031116"/>
                <a:gd name="connsiteY81" fmla="*/ 501649 h 520700"/>
                <a:gd name="connsiteX82" fmla="*/ 309757 w 1031116"/>
                <a:gd name="connsiteY82" fmla="*/ 501014 h 520700"/>
                <a:gd name="connsiteX83" fmla="*/ 309757 w 1031116"/>
                <a:gd name="connsiteY83" fmla="*/ 519429 h 520700"/>
                <a:gd name="connsiteX84" fmla="*/ 220857 w 1031116"/>
                <a:gd name="connsiteY84" fmla="*/ 519429 h 520700"/>
                <a:gd name="connsiteX85" fmla="*/ 220857 w 1031116"/>
                <a:gd name="connsiteY85" fmla="*/ 415289 h 520700"/>
                <a:gd name="connsiteX86" fmla="*/ 513591 w 1031116"/>
                <a:gd name="connsiteY86" fmla="*/ 0 h 520700"/>
                <a:gd name="connsiteX87" fmla="*/ 608206 w 1031116"/>
                <a:gd name="connsiteY87" fmla="*/ 20955 h 520700"/>
                <a:gd name="connsiteX88" fmla="*/ 619001 w 1031116"/>
                <a:gd name="connsiteY88" fmla="*/ 17780 h 520700"/>
                <a:gd name="connsiteX89" fmla="*/ 656466 w 1031116"/>
                <a:gd name="connsiteY89" fmla="*/ 13970 h 520700"/>
                <a:gd name="connsiteX90" fmla="*/ 658371 w 1031116"/>
                <a:gd name="connsiteY90" fmla="*/ 13970 h 520700"/>
                <a:gd name="connsiteX91" fmla="*/ 666626 w 1031116"/>
                <a:gd name="connsiteY91" fmla="*/ 13970 h 520700"/>
                <a:gd name="connsiteX92" fmla="*/ 693931 w 1031116"/>
                <a:gd name="connsiteY92" fmla="*/ 16510 h 520700"/>
                <a:gd name="connsiteX93" fmla="*/ 733936 w 1031116"/>
                <a:gd name="connsiteY93" fmla="*/ 19050 h 520700"/>
                <a:gd name="connsiteX94" fmla="*/ 735841 w 1031116"/>
                <a:gd name="connsiteY94" fmla="*/ 19050 h 520700"/>
                <a:gd name="connsiteX95" fmla="*/ 765051 w 1031116"/>
                <a:gd name="connsiteY95" fmla="*/ 17780 h 520700"/>
                <a:gd name="connsiteX96" fmla="*/ 772036 w 1031116"/>
                <a:gd name="connsiteY96" fmla="*/ 17145 h 520700"/>
                <a:gd name="connsiteX97" fmla="*/ 777116 w 1031116"/>
                <a:gd name="connsiteY97" fmla="*/ 17145 h 520700"/>
                <a:gd name="connsiteX98" fmla="*/ 777751 w 1031116"/>
                <a:gd name="connsiteY98" fmla="*/ 17145 h 520700"/>
                <a:gd name="connsiteX99" fmla="*/ 780926 w 1031116"/>
                <a:gd name="connsiteY99" fmla="*/ 17145 h 520700"/>
                <a:gd name="connsiteX100" fmla="*/ 807596 w 1031116"/>
                <a:gd name="connsiteY100" fmla="*/ 15240 h 520700"/>
                <a:gd name="connsiteX101" fmla="*/ 831726 w 1031116"/>
                <a:gd name="connsiteY101" fmla="*/ 14605 h 520700"/>
                <a:gd name="connsiteX102" fmla="*/ 839981 w 1031116"/>
                <a:gd name="connsiteY102" fmla="*/ 14605 h 520700"/>
                <a:gd name="connsiteX103" fmla="*/ 864746 w 1031116"/>
                <a:gd name="connsiteY103" fmla="*/ 14605 h 520700"/>
                <a:gd name="connsiteX104" fmla="*/ 872366 w 1031116"/>
                <a:gd name="connsiteY104" fmla="*/ 14605 h 520700"/>
                <a:gd name="connsiteX105" fmla="*/ 876811 w 1031116"/>
                <a:gd name="connsiteY105" fmla="*/ 14605 h 520700"/>
                <a:gd name="connsiteX106" fmla="*/ 879986 w 1031116"/>
                <a:gd name="connsiteY106" fmla="*/ 14605 h 520700"/>
                <a:gd name="connsiteX107" fmla="*/ 896496 w 1031116"/>
                <a:gd name="connsiteY107" fmla="*/ 15875 h 520700"/>
                <a:gd name="connsiteX108" fmla="*/ 909831 w 1031116"/>
                <a:gd name="connsiteY108" fmla="*/ 16510 h 520700"/>
                <a:gd name="connsiteX109" fmla="*/ 924436 w 1031116"/>
                <a:gd name="connsiteY109" fmla="*/ 17145 h 520700"/>
                <a:gd name="connsiteX110" fmla="*/ 933326 w 1031116"/>
                <a:gd name="connsiteY110" fmla="*/ 17145 h 520700"/>
                <a:gd name="connsiteX111" fmla="*/ 945391 w 1031116"/>
                <a:gd name="connsiteY111" fmla="*/ 17145 h 520700"/>
                <a:gd name="connsiteX112" fmla="*/ 958091 w 1031116"/>
                <a:gd name="connsiteY112" fmla="*/ 16510 h 520700"/>
                <a:gd name="connsiteX113" fmla="*/ 978411 w 1031116"/>
                <a:gd name="connsiteY113" fmla="*/ 15240 h 520700"/>
                <a:gd name="connsiteX114" fmla="*/ 995556 w 1031116"/>
                <a:gd name="connsiteY114" fmla="*/ 13335 h 520700"/>
                <a:gd name="connsiteX115" fmla="*/ 1015876 w 1031116"/>
                <a:gd name="connsiteY115" fmla="*/ 12065 h 520700"/>
                <a:gd name="connsiteX116" fmla="*/ 1024131 w 1031116"/>
                <a:gd name="connsiteY116" fmla="*/ 20320 h 520700"/>
                <a:gd name="connsiteX117" fmla="*/ 1030481 w 1031116"/>
                <a:gd name="connsiteY117" fmla="*/ 27940 h 520700"/>
                <a:gd name="connsiteX118" fmla="*/ 1031116 w 1031116"/>
                <a:gd name="connsiteY118" fmla="*/ 34290 h 520700"/>
                <a:gd name="connsiteX119" fmla="*/ 1003811 w 1031116"/>
                <a:gd name="connsiteY119" fmla="*/ 46990 h 520700"/>
                <a:gd name="connsiteX120" fmla="*/ 1010161 w 1031116"/>
                <a:gd name="connsiteY120" fmla="*/ 66675 h 520700"/>
                <a:gd name="connsiteX121" fmla="*/ 984126 w 1031116"/>
                <a:gd name="connsiteY121" fmla="*/ 76835 h 520700"/>
                <a:gd name="connsiteX122" fmla="*/ 983491 w 1031116"/>
                <a:gd name="connsiteY122" fmla="*/ 96520 h 520700"/>
                <a:gd name="connsiteX123" fmla="*/ 954916 w 1031116"/>
                <a:gd name="connsiteY123" fmla="*/ 104775 h 520700"/>
                <a:gd name="connsiteX124" fmla="*/ 949201 w 1031116"/>
                <a:gd name="connsiteY124" fmla="*/ 127000 h 520700"/>
                <a:gd name="connsiteX125" fmla="*/ 918721 w 1031116"/>
                <a:gd name="connsiteY125" fmla="*/ 131445 h 520700"/>
                <a:gd name="connsiteX126" fmla="*/ 904116 w 1031116"/>
                <a:gd name="connsiteY126" fmla="*/ 155575 h 520700"/>
                <a:gd name="connsiteX127" fmla="*/ 871096 w 1031116"/>
                <a:gd name="connsiteY127" fmla="*/ 154940 h 520700"/>
                <a:gd name="connsiteX128" fmla="*/ 861571 w 1031116"/>
                <a:gd name="connsiteY128" fmla="*/ 173990 h 520700"/>
                <a:gd name="connsiteX129" fmla="*/ 822201 w 1031116"/>
                <a:gd name="connsiteY129" fmla="*/ 174625 h 520700"/>
                <a:gd name="connsiteX130" fmla="*/ 810771 w 1031116"/>
                <a:gd name="connsiteY130" fmla="*/ 193675 h 520700"/>
                <a:gd name="connsiteX131" fmla="*/ 774576 w 1031116"/>
                <a:gd name="connsiteY131" fmla="*/ 190500 h 520700"/>
                <a:gd name="connsiteX132" fmla="*/ 766321 w 1031116"/>
                <a:gd name="connsiteY132" fmla="*/ 201930 h 520700"/>
                <a:gd name="connsiteX133" fmla="*/ 733301 w 1031116"/>
                <a:gd name="connsiteY133" fmla="*/ 197485 h 520700"/>
                <a:gd name="connsiteX134" fmla="*/ 725681 w 1031116"/>
                <a:gd name="connsiteY134" fmla="*/ 208280 h 520700"/>
                <a:gd name="connsiteX135" fmla="*/ 713616 w 1031116"/>
                <a:gd name="connsiteY135" fmla="*/ 208915 h 520700"/>
                <a:gd name="connsiteX136" fmla="*/ 707901 w 1031116"/>
                <a:gd name="connsiteY136" fmla="*/ 207010 h 520700"/>
                <a:gd name="connsiteX137" fmla="*/ 703456 w 1031116"/>
                <a:gd name="connsiteY137" fmla="*/ 205105 h 520700"/>
                <a:gd name="connsiteX138" fmla="*/ 646941 w 1031116"/>
                <a:gd name="connsiteY138" fmla="*/ 285115 h 520700"/>
                <a:gd name="connsiteX139" fmla="*/ 600586 w 1031116"/>
                <a:gd name="connsiteY139" fmla="*/ 311785 h 520700"/>
                <a:gd name="connsiteX140" fmla="*/ 594236 w 1031116"/>
                <a:gd name="connsiteY140" fmla="*/ 325120 h 520700"/>
                <a:gd name="connsiteX141" fmla="*/ 590426 w 1031116"/>
                <a:gd name="connsiteY141" fmla="*/ 323850 h 520700"/>
                <a:gd name="connsiteX142" fmla="*/ 577726 w 1031116"/>
                <a:gd name="connsiteY142" fmla="*/ 318770 h 520700"/>
                <a:gd name="connsiteX143" fmla="*/ 572011 w 1031116"/>
                <a:gd name="connsiteY143" fmla="*/ 327025 h 520700"/>
                <a:gd name="connsiteX144" fmla="*/ 568836 w 1031116"/>
                <a:gd name="connsiteY144" fmla="*/ 332105 h 520700"/>
                <a:gd name="connsiteX145" fmla="*/ 564391 w 1031116"/>
                <a:gd name="connsiteY145" fmla="*/ 329565 h 520700"/>
                <a:gd name="connsiteX146" fmla="*/ 553596 w 1031116"/>
                <a:gd name="connsiteY146" fmla="*/ 323850 h 520700"/>
                <a:gd name="connsiteX147" fmla="*/ 546611 w 1031116"/>
                <a:gd name="connsiteY147" fmla="*/ 332105 h 520700"/>
                <a:gd name="connsiteX148" fmla="*/ 543436 w 1031116"/>
                <a:gd name="connsiteY148" fmla="*/ 335915 h 520700"/>
                <a:gd name="connsiteX149" fmla="*/ 540261 w 1031116"/>
                <a:gd name="connsiteY149" fmla="*/ 333375 h 520700"/>
                <a:gd name="connsiteX150" fmla="*/ 530101 w 1031116"/>
                <a:gd name="connsiteY150" fmla="*/ 325755 h 520700"/>
                <a:gd name="connsiteX151" fmla="*/ 523116 w 1031116"/>
                <a:gd name="connsiteY151" fmla="*/ 332105 h 520700"/>
                <a:gd name="connsiteX152" fmla="*/ 517401 w 1031116"/>
                <a:gd name="connsiteY152" fmla="*/ 337185 h 520700"/>
                <a:gd name="connsiteX153" fmla="*/ 512321 w 1031116"/>
                <a:gd name="connsiteY153" fmla="*/ 332105 h 520700"/>
                <a:gd name="connsiteX154" fmla="*/ 505971 w 1031116"/>
                <a:gd name="connsiteY154" fmla="*/ 325755 h 520700"/>
                <a:gd name="connsiteX155" fmla="*/ 495176 w 1031116"/>
                <a:gd name="connsiteY155" fmla="*/ 333375 h 520700"/>
                <a:gd name="connsiteX156" fmla="*/ 492636 w 1031116"/>
                <a:gd name="connsiteY156" fmla="*/ 335280 h 520700"/>
                <a:gd name="connsiteX157" fmla="*/ 489461 w 1031116"/>
                <a:gd name="connsiteY157" fmla="*/ 331470 h 520700"/>
                <a:gd name="connsiteX158" fmla="*/ 482476 w 1031116"/>
                <a:gd name="connsiteY158" fmla="*/ 322580 h 520700"/>
                <a:gd name="connsiteX159" fmla="*/ 474221 w 1031116"/>
                <a:gd name="connsiteY159" fmla="*/ 327025 h 520700"/>
                <a:gd name="connsiteX160" fmla="*/ 467236 w 1031116"/>
                <a:gd name="connsiteY160" fmla="*/ 330835 h 520700"/>
                <a:gd name="connsiteX161" fmla="*/ 462156 w 1031116"/>
                <a:gd name="connsiteY161" fmla="*/ 322580 h 520700"/>
                <a:gd name="connsiteX162" fmla="*/ 458981 w 1031116"/>
                <a:gd name="connsiteY162" fmla="*/ 317500 h 520700"/>
                <a:gd name="connsiteX163" fmla="*/ 447551 w 1031116"/>
                <a:gd name="connsiteY163" fmla="*/ 321945 h 520700"/>
                <a:gd name="connsiteX164" fmla="*/ 442471 w 1031116"/>
                <a:gd name="connsiteY164" fmla="*/ 323850 h 520700"/>
                <a:gd name="connsiteX165" fmla="*/ 437391 w 1031116"/>
                <a:gd name="connsiteY165" fmla="*/ 313690 h 520700"/>
                <a:gd name="connsiteX166" fmla="*/ 383416 w 1031116"/>
                <a:gd name="connsiteY166" fmla="*/ 284480 h 520700"/>
                <a:gd name="connsiteX167" fmla="*/ 324996 w 1031116"/>
                <a:gd name="connsiteY167" fmla="*/ 198755 h 520700"/>
                <a:gd name="connsiteX168" fmla="*/ 298326 w 1031116"/>
                <a:gd name="connsiteY168" fmla="*/ 205105 h 520700"/>
                <a:gd name="connsiteX169" fmla="*/ 284991 w 1031116"/>
                <a:gd name="connsiteY169" fmla="*/ 191770 h 520700"/>
                <a:gd name="connsiteX170" fmla="*/ 248796 w 1031116"/>
                <a:gd name="connsiteY170" fmla="*/ 197485 h 520700"/>
                <a:gd name="connsiteX171" fmla="*/ 235461 w 1031116"/>
                <a:gd name="connsiteY171" fmla="*/ 181610 h 520700"/>
                <a:gd name="connsiteX172" fmla="*/ 196726 w 1031116"/>
                <a:gd name="connsiteY172" fmla="*/ 180975 h 520700"/>
                <a:gd name="connsiteX173" fmla="*/ 187201 w 1031116"/>
                <a:gd name="connsiteY173" fmla="*/ 161925 h 520700"/>
                <a:gd name="connsiteX174" fmla="*/ 138941 w 1031116"/>
                <a:gd name="connsiteY174" fmla="*/ 157480 h 520700"/>
                <a:gd name="connsiteX175" fmla="*/ 130686 w 1031116"/>
                <a:gd name="connsiteY175" fmla="*/ 139065 h 520700"/>
                <a:gd name="connsiteX176" fmla="*/ 94491 w 1031116"/>
                <a:gd name="connsiteY176" fmla="*/ 132080 h 520700"/>
                <a:gd name="connsiteX177" fmla="*/ 89411 w 1031116"/>
                <a:gd name="connsiteY177" fmla="*/ 111125 h 520700"/>
                <a:gd name="connsiteX178" fmla="*/ 56391 w 1031116"/>
                <a:gd name="connsiteY178" fmla="*/ 100965 h 520700"/>
                <a:gd name="connsiteX179" fmla="*/ 58296 w 1031116"/>
                <a:gd name="connsiteY179" fmla="*/ 82550 h 520700"/>
                <a:gd name="connsiteX180" fmla="*/ 24641 w 1031116"/>
                <a:gd name="connsiteY180" fmla="*/ 68580 h 520700"/>
                <a:gd name="connsiteX181" fmla="*/ 32896 w 1031116"/>
                <a:gd name="connsiteY181" fmla="*/ 49530 h 520700"/>
                <a:gd name="connsiteX182" fmla="*/ 2416 w 1031116"/>
                <a:gd name="connsiteY182" fmla="*/ 32385 h 520700"/>
                <a:gd name="connsiteX183" fmla="*/ 511 w 1031116"/>
                <a:gd name="connsiteY183" fmla="*/ 29210 h 520700"/>
                <a:gd name="connsiteX184" fmla="*/ 7496 w 1031116"/>
                <a:gd name="connsiteY184" fmla="*/ 20955 h 520700"/>
                <a:gd name="connsiteX185" fmla="*/ 15751 w 1031116"/>
                <a:gd name="connsiteY185" fmla="*/ 12700 h 520700"/>
                <a:gd name="connsiteX186" fmla="*/ 54486 w 1031116"/>
                <a:gd name="connsiteY186" fmla="*/ 15875 h 520700"/>
                <a:gd name="connsiteX187" fmla="*/ 73536 w 1031116"/>
                <a:gd name="connsiteY187" fmla="*/ 17145 h 520700"/>
                <a:gd name="connsiteX188" fmla="*/ 86236 w 1031116"/>
                <a:gd name="connsiteY188" fmla="*/ 17780 h 520700"/>
                <a:gd name="connsiteX189" fmla="*/ 98301 w 1031116"/>
                <a:gd name="connsiteY189" fmla="*/ 17780 h 520700"/>
                <a:gd name="connsiteX190" fmla="*/ 102111 w 1031116"/>
                <a:gd name="connsiteY190" fmla="*/ 17780 h 520700"/>
                <a:gd name="connsiteX191" fmla="*/ 131321 w 1031116"/>
                <a:gd name="connsiteY191" fmla="*/ 16510 h 520700"/>
                <a:gd name="connsiteX192" fmla="*/ 134496 w 1031116"/>
                <a:gd name="connsiteY192" fmla="*/ 16510 h 520700"/>
                <a:gd name="connsiteX193" fmla="*/ 151006 w 1031116"/>
                <a:gd name="connsiteY193" fmla="*/ 15240 h 520700"/>
                <a:gd name="connsiteX194" fmla="*/ 154181 w 1031116"/>
                <a:gd name="connsiteY194" fmla="*/ 15240 h 520700"/>
                <a:gd name="connsiteX195" fmla="*/ 158626 w 1031116"/>
                <a:gd name="connsiteY195" fmla="*/ 15240 h 520700"/>
                <a:gd name="connsiteX196" fmla="*/ 163071 w 1031116"/>
                <a:gd name="connsiteY196" fmla="*/ 15240 h 520700"/>
                <a:gd name="connsiteX197" fmla="*/ 191646 w 1031116"/>
                <a:gd name="connsiteY197" fmla="*/ 15240 h 520700"/>
                <a:gd name="connsiteX198" fmla="*/ 203076 w 1031116"/>
                <a:gd name="connsiteY198" fmla="*/ 15240 h 520700"/>
                <a:gd name="connsiteX199" fmla="*/ 224031 w 1031116"/>
                <a:gd name="connsiteY199" fmla="*/ 15875 h 520700"/>
                <a:gd name="connsiteX200" fmla="*/ 237366 w 1031116"/>
                <a:gd name="connsiteY200" fmla="*/ 17145 h 520700"/>
                <a:gd name="connsiteX201" fmla="*/ 250701 w 1031116"/>
                <a:gd name="connsiteY201" fmla="*/ 17780 h 520700"/>
                <a:gd name="connsiteX202" fmla="*/ 253876 w 1031116"/>
                <a:gd name="connsiteY202" fmla="*/ 17780 h 520700"/>
                <a:gd name="connsiteX203" fmla="*/ 254511 w 1031116"/>
                <a:gd name="connsiteY203" fmla="*/ 17780 h 520700"/>
                <a:gd name="connsiteX204" fmla="*/ 259591 w 1031116"/>
                <a:gd name="connsiteY204" fmla="*/ 17780 h 520700"/>
                <a:gd name="connsiteX205" fmla="*/ 295786 w 1031116"/>
                <a:gd name="connsiteY205" fmla="*/ 19050 h 520700"/>
                <a:gd name="connsiteX206" fmla="*/ 297691 w 1031116"/>
                <a:gd name="connsiteY206" fmla="*/ 19050 h 520700"/>
                <a:gd name="connsiteX207" fmla="*/ 337696 w 1031116"/>
                <a:gd name="connsiteY207" fmla="*/ 16510 h 520700"/>
                <a:gd name="connsiteX208" fmla="*/ 366906 w 1031116"/>
                <a:gd name="connsiteY208" fmla="*/ 13970 h 520700"/>
                <a:gd name="connsiteX209" fmla="*/ 373256 w 1031116"/>
                <a:gd name="connsiteY209" fmla="*/ 13970 h 520700"/>
                <a:gd name="connsiteX210" fmla="*/ 375161 w 1031116"/>
                <a:gd name="connsiteY210" fmla="*/ 13970 h 520700"/>
                <a:gd name="connsiteX211" fmla="*/ 412626 w 1031116"/>
                <a:gd name="connsiteY211" fmla="*/ 17780 h 520700"/>
                <a:gd name="connsiteX212" fmla="*/ 417071 w 1031116"/>
                <a:gd name="connsiteY212" fmla="*/ 19050 h 520700"/>
                <a:gd name="connsiteX213" fmla="*/ 420881 w 1031116"/>
                <a:gd name="connsiteY213" fmla="*/ 20320 h 520700"/>
                <a:gd name="connsiteX214" fmla="*/ 513591 w 1031116"/>
                <a:gd name="connsiteY214" fmla="*/ 0 h 52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1031116" h="520700">
                  <a:moveTo>
                    <a:pt x="114177" y="474980"/>
                  </a:moveTo>
                  <a:cubicBezTo>
                    <a:pt x="113542" y="484505"/>
                    <a:pt x="113542" y="492760"/>
                    <a:pt x="114177" y="502285"/>
                  </a:cubicBezTo>
                  <a:cubicBezTo>
                    <a:pt x="126877" y="502920"/>
                    <a:pt x="140212" y="502920"/>
                    <a:pt x="151642" y="502285"/>
                  </a:cubicBezTo>
                  <a:cubicBezTo>
                    <a:pt x="157357" y="501650"/>
                    <a:pt x="161167" y="501015"/>
                    <a:pt x="164342" y="499110"/>
                  </a:cubicBezTo>
                  <a:cubicBezTo>
                    <a:pt x="168152" y="497205"/>
                    <a:pt x="170057" y="493395"/>
                    <a:pt x="169422" y="488950"/>
                  </a:cubicBezTo>
                  <a:cubicBezTo>
                    <a:pt x="169422" y="480695"/>
                    <a:pt x="163707" y="475615"/>
                    <a:pt x="151007" y="474980"/>
                  </a:cubicBezTo>
                  <a:cubicBezTo>
                    <a:pt x="140212" y="474345"/>
                    <a:pt x="126242" y="474345"/>
                    <a:pt x="114177" y="474980"/>
                  </a:cubicBezTo>
                  <a:close/>
                  <a:moveTo>
                    <a:pt x="114177" y="433070"/>
                  </a:moveTo>
                  <a:cubicBezTo>
                    <a:pt x="114177" y="440690"/>
                    <a:pt x="114177" y="448945"/>
                    <a:pt x="114812" y="457200"/>
                  </a:cubicBezTo>
                  <a:cubicBezTo>
                    <a:pt x="123702" y="457835"/>
                    <a:pt x="143387" y="457835"/>
                    <a:pt x="151642" y="457200"/>
                  </a:cubicBezTo>
                  <a:cubicBezTo>
                    <a:pt x="154182" y="457200"/>
                    <a:pt x="156087" y="456565"/>
                    <a:pt x="157992" y="455295"/>
                  </a:cubicBezTo>
                  <a:cubicBezTo>
                    <a:pt x="161802" y="453390"/>
                    <a:pt x="163072" y="448945"/>
                    <a:pt x="163072" y="445135"/>
                  </a:cubicBezTo>
                  <a:cubicBezTo>
                    <a:pt x="163072" y="438150"/>
                    <a:pt x="158627" y="433705"/>
                    <a:pt x="149737" y="433070"/>
                  </a:cubicBezTo>
                  <a:cubicBezTo>
                    <a:pt x="141482" y="432435"/>
                    <a:pt x="124337" y="432435"/>
                    <a:pt x="114177" y="433070"/>
                  </a:cubicBezTo>
                  <a:close/>
                  <a:moveTo>
                    <a:pt x="819662" y="415925"/>
                  </a:moveTo>
                  <a:cubicBezTo>
                    <a:pt x="827917" y="415925"/>
                    <a:pt x="835537" y="415925"/>
                    <a:pt x="843792" y="415925"/>
                  </a:cubicBezTo>
                  <a:cubicBezTo>
                    <a:pt x="853952" y="429895"/>
                    <a:pt x="865382" y="443230"/>
                    <a:pt x="876812" y="456565"/>
                  </a:cubicBezTo>
                  <a:cubicBezTo>
                    <a:pt x="888242" y="442595"/>
                    <a:pt x="899672" y="429260"/>
                    <a:pt x="909832" y="415925"/>
                  </a:cubicBezTo>
                  <a:cubicBezTo>
                    <a:pt x="918087" y="415925"/>
                    <a:pt x="925707" y="415925"/>
                    <a:pt x="933962" y="415925"/>
                  </a:cubicBezTo>
                  <a:cubicBezTo>
                    <a:pt x="917452" y="435610"/>
                    <a:pt x="901577" y="455295"/>
                    <a:pt x="886972" y="475615"/>
                  </a:cubicBezTo>
                  <a:cubicBezTo>
                    <a:pt x="886337" y="490855"/>
                    <a:pt x="886337" y="505460"/>
                    <a:pt x="886972" y="520700"/>
                  </a:cubicBezTo>
                  <a:cubicBezTo>
                    <a:pt x="880622" y="520700"/>
                    <a:pt x="873637" y="520700"/>
                    <a:pt x="867287" y="520700"/>
                  </a:cubicBezTo>
                  <a:cubicBezTo>
                    <a:pt x="867922" y="505460"/>
                    <a:pt x="867922" y="490855"/>
                    <a:pt x="867287" y="475615"/>
                  </a:cubicBezTo>
                  <a:cubicBezTo>
                    <a:pt x="852047" y="455295"/>
                    <a:pt x="836172" y="435610"/>
                    <a:pt x="819662" y="415925"/>
                  </a:cubicBezTo>
                  <a:close/>
                  <a:moveTo>
                    <a:pt x="467237" y="415925"/>
                  </a:moveTo>
                  <a:cubicBezTo>
                    <a:pt x="498352" y="415925"/>
                    <a:pt x="530102" y="415925"/>
                    <a:pt x="561852" y="415925"/>
                  </a:cubicBezTo>
                  <a:cubicBezTo>
                    <a:pt x="561852" y="422275"/>
                    <a:pt x="561852" y="427990"/>
                    <a:pt x="561852" y="434340"/>
                  </a:cubicBezTo>
                  <a:cubicBezTo>
                    <a:pt x="549152" y="433705"/>
                    <a:pt x="537087" y="433705"/>
                    <a:pt x="524387" y="434340"/>
                  </a:cubicBezTo>
                  <a:cubicBezTo>
                    <a:pt x="523752" y="463550"/>
                    <a:pt x="523752" y="492125"/>
                    <a:pt x="524387" y="520700"/>
                  </a:cubicBezTo>
                  <a:cubicBezTo>
                    <a:pt x="518037" y="520700"/>
                    <a:pt x="511052" y="520700"/>
                    <a:pt x="504702" y="520700"/>
                  </a:cubicBezTo>
                  <a:cubicBezTo>
                    <a:pt x="505337" y="492125"/>
                    <a:pt x="505337" y="463550"/>
                    <a:pt x="504702" y="434340"/>
                  </a:cubicBezTo>
                  <a:cubicBezTo>
                    <a:pt x="492002" y="433705"/>
                    <a:pt x="479937" y="433705"/>
                    <a:pt x="467237" y="434340"/>
                  </a:cubicBezTo>
                  <a:cubicBezTo>
                    <a:pt x="467237" y="427990"/>
                    <a:pt x="467237" y="422275"/>
                    <a:pt x="467237" y="415925"/>
                  </a:cubicBezTo>
                  <a:close/>
                  <a:moveTo>
                    <a:pt x="340237" y="415925"/>
                  </a:moveTo>
                  <a:cubicBezTo>
                    <a:pt x="345952" y="415925"/>
                    <a:pt x="352302" y="415925"/>
                    <a:pt x="358017" y="415925"/>
                  </a:cubicBezTo>
                  <a:cubicBezTo>
                    <a:pt x="377702" y="439420"/>
                    <a:pt x="397387" y="462280"/>
                    <a:pt x="418342" y="485775"/>
                  </a:cubicBezTo>
                  <a:cubicBezTo>
                    <a:pt x="418977" y="462280"/>
                    <a:pt x="418977" y="439420"/>
                    <a:pt x="418342" y="415925"/>
                  </a:cubicBezTo>
                  <a:cubicBezTo>
                    <a:pt x="424692" y="415925"/>
                    <a:pt x="430407" y="415925"/>
                    <a:pt x="436122" y="415925"/>
                  </a:cubicBezTo>
                  <a:cubicBezTo>
                    <a:pt x="435487" y="450215"/>
                    <a:pt x="435487" y="485140"/>
                    <a:pt x="436122" y="520065"/>
                  </a:cubicBezTo>
                  <a:cubicBezTo>
                    <a:pt x="431042" y="520065"/>
                    <a:pt x="425962" y="520065"/>
                    <a:pt x="420882" y="520065"/>
                  </a:cubicBezTo>
                  <a:cubicBezTo>
                    <a:pt x="401197" y="495935"/>
                    <a:pt x="379607" y="471170"/>
                    <a:pt x="358017" y="446405"/>
                  </a:cubicBezTo>
                  <a:cubicBezTo>
                    <a:pt x="357382" y="470535"/>
                    <a:pt x="357382" y="495300"/>
                    <a:pt x="358017" y="520065"/>
                  </a:cubicBezTo>
                  <a:cubicBezTo>
                    <a:pt x="352302" y="520065"/>
                    <a:pt x="346587" y="520065"/>
                    <a:pt x="340237" y="520065"/>
                  </a:cubicBezTo>
                  <a:cubicBezTo>
                    <a:pt x="340872" y="485140"/>
                    <a:pt x="340872" y="450850"/>
                    <a:pt x="340237" y="415925"/>
                  </a:cubicBezTo>
                  <a:close/>
                  <a:moveTo>
                    <a:pt x="93857" y="415925"/>
                  </a:moveTo>
                  <a:cubicBezTo>
                    <a:pt x="111002" y="416560"/>
                    <a:pt x="131322" y="416560"/>
                    <a:pt x="149737" y="415925"/>
                  </a:cubicBezTo>
                  <a:cubicBezTo>
                    <a:pt x="171327" y="415925"/>
                    <a:pt x="182122" y="428625"/>
                    <a:pt x="182122" y="441960"/>
                  </a:cubicBezTo>
                  <a:cubicBezTo>
                    <a:pt x="182122" y="451485"/>
                    <a:pt x="177677" y="460375"/>
                    <a:pt x="170692" y="464185"/>
                  </a:cubicBezTo>
                  <a:cubicBezTo>
                    <a:pt x="182757" y="467995"/>
                    <a:pt x="189742" y="478155"/>
                    <a:pt x="189742" y="490855"/>
                  </a:cubicBezTo>
                  <a:cubicBezTo>
                    <a:pt x="189742" y="503555"/>
                    <a:pt x="184662" y="511810"/>
                    <a:pt x="175772" y="516255"/>
                  </a:cubicBezTo>
                  <a:cubicBezTo>
                    <a:pt x="170057" y="518795"/>
                    <a:pt x="164342" y="520065"/>
                    <a:pt x="157357" y="520065"/>
                  </a:cubicBezTo>
                  <a:lnTo>
                    <a:pt x="93857" y="520065"/>
                  </a:lnTo>
                  <a:cubicBezTo>
                    <a:pt x="94492" y="485775"/>
                    <a:pt x="94492" y="450850"/>
                    <a:pt x="93857" y="415925"/>
                  </a:cubicBezTo>
                  <a:close/>
                  <a:moveTo>
                    <a:pt x="702821" y="415289"/>
                  </a:moveTo>
                  <a:cubicBezTo>
                    <a:pt x="732031" y="415924"/>
                    <a:pt x="761241" y="415924"/>
                    <a:pt x="790451" y="415289"/>
                  </a:cubicBezTo>
                  <a:cubicBezTo>
                    <a:pt x="790451" y="421639"/>
                    <a:pt x="790451" y="427354"/>
                    <a:pt x="790451" y="433704"/>
                  </a:cubicBezTo>
                  <a:cubicBezTo>
                    <a:pt x="768226" y="433069"/>
                    <a:pt x="745366" y="433069"/>
                    <a:pt x="722506" y="433704"/>
                  </a:cubicBezTo>
                  <a:cubicBezTo>
                    <a:pt x="721871" y="441324"/>
                    <a:pt x="721871" y="449579"/>
                    <a:pt x="722506" y="457199"/>
                  </a:cubicBezTo>
                  <a:cubicBezTo>
                    <a:pt x="737746" y="457834"/>
                    <a:pt x="752986" y="457834"/>
                    <a:pt x="768861" y="457199"/>
                  </a:cubicBezTo>
                  <a:cubicBezTo>
                    <a:pt x="768861" y="463549"/>
                    <a:pt x="768861" y="469264"/>
                    <a:pt x="768861" y="475614"/>
                  </a:cubicBezTo>
                  <a:cubicBezTo>
                    <a:pt x="753621" y="474979"/>
                    <a:pt x="738381" y="474979"/>
                    <a:pt x="722506" y="475614"/>
                  </a:cubicBezTo>
                  <a:cubicBezTo>
                    <a:pt x="721871" y="484504"/>
                    <a:pt x="721871" y="492759"/>
                    <a:pt x="722506" y="501649"/>
                  </a:cubicBezTo>
                  <a:cubicBezTo>
                    <a:pt x="745366" y="502284"/>
                    <a:pt x="768226" y="502284"/>
                    <a:pt x="791721" y="501014"/>
                  </a:cubicBezTo>
                  <a:cubicBezTo>
                    <a:pt x="791721" y="507364"/>
                    <a:pt x="791721" y="513079"/>
                    <a:pt x="791721" y="519429"/>
                  </a:cubicBezTo>
                  <a:cubicBezTo>
                    <a:pt x="761876" y="518794"/>
                    <a:pt x="732666" y="518794"/>
                    <a:pt x="702821" y="519429"/>
                  </a:cubicBezTo>
                  <a:cubicBezTo>
                    <a:pt x="703456" y="484504"/>
                    <a:pt x="703456" y="450214"/>
                    <a:pt x="702821" y="415289"/>
                  </a:cubicBezTo>
                  <a:close/>
                  <a:moveTo>
                    <a:pt x="589157" y="415289"/>
                  </a:moveTo>
                  <a:cubicBezTo>
                    <a:pt x="595507" y="415289"/>
                    <a:pt x="602492" y="415289"/>
                    <a:pt x="608842" y="415289"/>
                  </a:cubicBezTo>
                  <a:cubicBezTo>
                    <a:pt x="608207" y="444499"/>
                    <a:pt x="608207" y="473074"/>
                    <a:pt x="608842" y="501649"/>
                  </a:cubicBezTo>
                  <a:cubicBezTo>
                    <a:pt x="631067" y="502284"/>
                    <a:pt x="652657" y="502284"/>
                    <a:pt x="674247" y="501014"/>
                  </a:cubicBezTo>
                  <a:cubicBezTo>
                    <a:pt x="674247" y="507364"/>
                    <a:pt x="674247" y="513079"/>
                    <a:pt x="674247" y="519429"/>
                  </a:cubicBezTo>
                  <a:cubicBezTo>
                    <a:pt x="646307" y="518794"/>
                    <a:pt x="617732" y="518794"/>
                    <a:pt x="589157" y="519429"/>
                  </a:cubicBezTo>
                  <a:cubicBezTo>
                    <a:pt x="589792" y="484504"/>
                    <a:pt x="589792" y="450214"/>
                    <a:pt x="589157" y="415289"/>
                  </a:cubicBezTo>
                  <a:close/>
                  <a:moveTo>
                    <a:pt x="220857" y="415289"/>
                  </a:moveTo>
                  <a:cubicBezTo>
                    <a:pt x="250067" y="415924"/>
                    <a:pt x="279277" y="415924"/>
                    <a:pt x="308487" y="415289"/>
                  </a:cubicBezTo>
                  <a:cubicBezTo>
                    <a:pt x="308487" y="421639"/>
                    <a:pt x="308487" y="427354"/>
                    <a:pt x="308487" y="433704"/>
                  </a:cubicBezTo>
                  <a:cubicBezTo>
                    <a:pt x="286262" y="433069"/>
                    <a:pt x="263402" y="433069"/>
                    <a:pt x="240542" y="433704"/>
                  </a:cubicBezTo>
                  <a:cubicBezTo>
                    <a:pt x="239907" y="441324"/>
                    <a:pt x="239907" y="449579"/>
                    <a:pt x="240542" y="457199"/>
                  </a:cubicBezTo>
                  <a:cubicBezTo>
                    <a:pt x="255782" y="457834"/>
                    <a:pt x="271022" y="457834"/>
                    <a:pt x="286897" y="457199"/>
                  </a:cubicBezTo>
                  <a:cubicBezTo>
                    <a:pt x="286897" y="463549"/>
                    <a:pt x="286897" y="469264"/>
                    <a:pt x="286897" y="475614"/>
                  </a:cubicBezTo>
                  <a:cubicBezTo>
                    <a:pt x="271657" y="474979"/>
                    <a:pt x="256417" y="474979"/>
                    <a:pt x="240542" y="475614"/>
                  </a:cubicBezTo>
                  <a:cubicBezTo>
                    <a:pt x="239907" y="484504"/>
                    <a:pt x="239907" y="492759"/>
                    <a:pt x="240542" y="501649"/>
                  </a:cubicBezTo>
                  <a:cubicBezTo>
                    <a:pt x="263402" y="502284"/>
                    <a:pt x="286262" y="502284"/>
                    <a:pt x="309757" y="501014"/>
                  </a:cubicBezTo>
                  <a:cubicBezTo>
                    <a:pt x="309757" y="507364"/>
                    <a:pt x="309757" y="513079"/>
                    <a:pt x="309757" y="519429"/>
                  </a:cubicBezTo>
                  <a:cubicBezTo>
                    <a:pt x="279912" y="518794"/>
                    <a:pt x="250702" y="518794"/>
                    <a:pt x="220857" y="519429"/>
                  </a:cubicBezTo>
                  <a:cubicBezTo>
                    <a:pt x="221492" y="484504"/>
                    <a:pt x="221492" y="450214"/>
                    <a:pt x="220857" y="415289"/>
                  </a:cubicBezTo>
                  <a:close/>
                  <a:moveTo>
                    <a:pt x="513591" y="0"/>
                  </a:moveTo>
                  <a:cubicBezTo>
                    <a:pt x="547246" y="0"/>
                    <a:pt x="579631" y="6985"/>
                    <a:pt x="608206" y="20955"/>
                  </a:cubicBezTo>
                  <a:cubicBezTo>
                    <a:pt x="611381" y="19685"/>
                    <a:pt x="615191" y="18415"/>
                    <a:pt x="619001" y="17780"/>
                  </a:cubicBezTo>
                  <a:cubicBezTo>
                    <a:pt x="630431" y="15240"/>
                    <a:pt x="641861" y="13970"/>
                    <a:pt x="656466" y="13970"/>
                  </a:cubicBezTo>
                  <a:cubicBezTo>
                    <a:pt x="657101" y="13970"/>
                    <a:pt x="657736" y="13970"/>
                    <a:pt x="658371" y="13970"/>
                  </a:cubicBezTo>
                  <a:cubicBezTo>
                    <a:pt x="660911" y="13970"/>
                    <a:pt x="664086" y="13970"/>
                    <a:pt x="666626" y="13970"/>
                  </a:cubicBezTo>
                  <a:cubicBezTo>
                    <a:pt x="674881" y="14605"/>
                    <a:pt x="683771" y="15240"/>
                    <a:pt x="693931" y="16510"/>
                  </a:cubicBezTo>
                  <a:cubicBezTo>
                    <a:pt x="708536" y="18415"/>
                    <a:pt x="721236" y="19050"/>
                    <a:pt x="733936" y="19050"/>
                  </a:cubicBezTo>
                  <a:cubicBezTo>
                    <a:pt x="734571" y="19050"/>
                    <a:pt x="735206" y="19050"/>
                    <a:pt x="735841" y="19050"/>
                  </a:cubicBezTo>
                  <a:cubicBezTo>
                    <a:pt x="745366" y="18415"/>
                    <a:pt x="755526" y="18415"/>
                    <a:pt x="765051" y="17780"/>
                  </a:cubicBezTo>
                  <a:cubicBezTo>
                    <a:pt x="767591" y="17145"/>
                    <a:pt x="769496" y="17145"/>
                    <a:pt x="772036" y="17145"/>
                  </a:cubicBezTo>
                  <a:lnTo>
                    <a:pt x="777116" y="17145"/>
                  </a:lnTo>
                  <a:lnTo>
                    <a:pt x="777751" y="17145"/>
                  </a:lnTo>
                  <a:lnTo>
                    <a:pt x="780926" y="17145"/>
                  </a:lnTo>
                  <a:cubicBezTo>
                    <a:pt x="790451" y="16510"/>
                    <a:pt x="799341" y="15875"/>
                    <a:pt x="807596" y="15240"/>
                  </a:cubicBezTo>
                  <a:cubicBezTo>
                    <a:pt x="813311" y="14605"/>
                    <a:pt x="822836" y="14605"/>
                    <a:pt x="831726" y="14605"/>
                  </a:cubicBezTo>
                  <a:cubicBezTo>
                    <a:pt x="834901" y="14605"/>
                    <a:pt x="837441" y="14605"/>
                    <a:pt x="839981" y="14605"/>
                  </a:cubicBezTo>
                  <a:cubicBezTo>
                    <a:pt x="848871" y="14605"/>
                    <a:pt x="858396" y="14605"/>
                    <a:pt x="864746" y="14605"/>
                  </a:cubicBezTo>
                  <a:cubicBezTo>
                    <a:pt x="868556" y="14605"/>
                    <a:pt x="871096" y="14605"/>
                    <a:pt x="872366" y="14605"/>
                  </a:cubicBezTo>
                  <a:cubicBezTo>
                    <a:pt x="873636" y="14605"/>
                    <a:pt x="875541" y="14605"/>
                    <a:pt x="876811" y="14605"/>
                  </a:cubicBezTo>
                  <a:cubicBezTo>
                    <a:pt x="877446" y="14605"/>
                    <a:pt x="878716" y="14605"/>
                    <a:pt x="879986" y="14605"/>
                  </a:cubicBezTo>
                  <a:cubicBezTo>
                    <a:pt x="885066" y="15240"/>
                    <a:pt x="890781" y="15240"/>
                    <a:pt x="896496" y="15875"/>
                  </a:cubicBezTo>
                  <a:cubicBezTo>
                    <a:pt x="900941" y="15875"/>
                    <a:pt x="905386" y="16510"/>
                    <a:pt x="909831" y="16510"/>
                  </a:cubicBezTo>
                  <a:cubicBezTo>
                    <a:pt x="914911" y="16510"/>
                    <a:pt x="919356" y="17145"/>
                    <a:pt x="924436" y="17145"/>
                  </a:cubicBezTo>
                  <a:cubicBezTo>
                    <a:pt x="927611" y="17145"/>
                    <a:pt x="930151" y="17145"/>
                    <a:pt x="933326" y="17145"/>
                  </a:cubicBezTo>
                  <a:cubicBezTo>
                    <a:pt x="937772" y="17145"/>
                    <a:pt x="941581" y="17145"/>
                    <a:pt x="945391" y="17145"/>
                  </a:cubicBezTo>
                  <a:cubicBezTo>
                    <a:pt x="949836" y="16510"/>
                    <a:pt x="954281" y="16510"/>
                    <a:pt x="958091" y="16510"/>
                  </a:cubicBezTo>
                  <a:cubicBezTo>
                    <a:pt x="965076" y="15875"/>
                    <a:pt x="971426" y="15875"/>
                    <a:pt x="978411" y="15240"/>
                  </a:cubicBezTo>
                  <a:lnTo>
                    <a:pt x="995556" y="13335"/>
                  </a:lnTo>
                  <a:cubicBezTo>
                    <a:pt x="1006351" y="12700"/>
                    <a:pt x="1013972" y="11430"/>
                    <a:pt x="1015876" y="12065"/>
                  </a:cubicBezTo>
                  <a:cubicBezTo>
                    <a:pt x="1016511" y="12065"/>
                    <a:pt x="1020322" y="16510"/>
                    <a:pt x="1024131" y="20320"/>
                  </a:cubicBezTo>
                  <a:cubicBezTo>
                    <a:pt x="1027306" y="24130"/>
                    <a:pt x="1029211" y="26670"/>
                    <a:pt x="1030481" y="27940"/>
                  </a:cubicBezTo>
                  <a:cubicBezTo>
                    <a:pt x="1032386" y="29845"/>
                    <a:pt x="1029211" y="31115"/>
                    <a:pt x="1031116" y="34290"/>
                  </a:cubicBezTo>
                  <a:cubicBezTo>
                    <a:pt x="1012701" y="44450"/>
                    <a:pt x="1003811" y="46990"/>
                    <a:pt x="1003811" y="46990"/>
                  </a:cubicBezTo>
                  <a:cubicBezTo>
                    <a:pt x="1005716" y="52070"/>
                    <a:pt x="1011431" y="65405"/>
                    <a:pt x="1010161" y="66675"/>
                  </a:cubicBezTo>
                  <a:cubicBezTo>
                    <a:pt x="1008256" y="69850"/>
                    <a:pt x="998731" y="72390"/>
                    <a:pt x="984126" y="76835"/>
                  </a:cubicBezTo>
                  <a:cubicBezTo>
                    <a:pt x="985397" y="86360"/>
                    <a:pt x="986666" y="95250"/>
                    <a:pt x="983491" y="96520"/>
                  </a:cubicBezTo>
                  <a:cubicBezTo>
                    <a:pt x="978411" y="98425"/>
                    <a:pt x="962536" y="102870"/>
                    <a:pt x="954916" y="104775"/>
                  </a:cubicBezTo>
                  <a:cubicBezTo>
                    <a:pt x="953647" y="115570"/>
                    <a:pt x="953647" y="125095"/>
                    <a:pt x="949201" y="127000"/>
                  </a:cubicBezTo>
                  <a:cubicBezTo>
                    <a:pt x="945391" y="128905"/>
                    <a:pt x="925072" y="130810"/>
                    <a:pt x="918721" y="131445"/>
                  </a:cubicBezTo>
                  <a:cubicBezTo>
                    <a:pt x="913641" y="147320"/>
                    <a:pt x="913006" y="154305"/>
                    <a:pt x="904116" y="155575"/>
                  </a:cubicBezTo>
                  <a:cubicBezTo>
                    <a:pt x="896496" y="156845"/>
                    <a:pt x="882526" y="156845"/>
                    <a:pt x="871096" y="154940"/>
                  </a:cubicBezTo>
                  <a:cubicBezTo>
                    <a:pt x="869826" y="162560"/>
                    <a:pt x="867921" y="172085"/>
                    <a:pt x="861571" y="173990"/>
                  </a:cubicBezTo>
                  <a:cubicBezTo>
                    <a:pt x="849506" y="177800"/>
                    <a:pt x="824106" y="174625"/>
                    <a:pt x="822201" y="174625"/>
                  </a:cubicBezTo>
                  <a:cubicBezTo>
                    <a:pt x="821566" y="178435"/>
                    <a:pt x="819026" y="191135"/>
                    <a:pt x="810771" y="193675"/>
                  </a:cubicBezTo>
                  <a:cubicBezTo>
                    <a:pt x="799976" y="196850"/>
                    <a:pt x="779656" y="191770"/>
                    <a:pt x="774576" y="190500"/>
                  </a:cubicBezTo>
                  <a:cubicBezTo>
                    <a:pt x="774576" y="190500"/>
                    <a:pt x="770766" y="199390"/>
                    <a:pt x="766321" y="201930"/>
                  </a:cubicBezTo>
                  <a:cubicBezTo>
                    <a:pt x="758066" y="206375"/>
                    <a:pt x="742826" y="201295"/>
                    <a:pt x="733301" y="197485"/>
                  </a:cubicBezTo>
                  <a:cubicBezTo>
                    <a:pt x="732031" y="201930"/>
                    <a:pt x="729491" y="206375"/>
                    <a:pt x="725681" y="208280"/>
                  </a:cubicBezTo>
                  <a:cubicBezTo>
                    <a:pt x="721871" y="210185"/>
                    <a:pt x="717426" y="210185"/>
                    <a:pt x="713616" y="208915"/>
                  </a:cubicBezTo>
                  <a:cubicBezTo>
                    <a:pt x="711711" y="208280"/>
                    <a:pt x="709806" y="207645"/>
                    <a:pt x="707901" y="207010"/>
                  </a:cubicBezTo>
                  <a:cubicBezTo>
                    <a:pt x="704726" y="205740"/>
                    <a:pt x="704091" y="205105"/>
                    <a:pt x="703456" y="205105"/>
                  </a:cubicBezTo>
                  <a:cubicBezTo>
                    <a:pt x="694566" y="235585"/>
                    <a:pt x="674881" y="263525"/>
                    <a:pt x="646941" y="285115"/>
                  </a:cubicBezTo>
                  <a:cubicBezTo>
                    <a:pt x="632971" y="295910"/>
                    <a:pt x="617096" y="304800"/>
                    <a:pt x="600586" y="311785"/>
                  </a:cubicBezTo>
                  <a:lnTo>
                    <a:pt x="594236" y="325120"/>
                  </a:lnTo>
                  <a:lnTo>
                    <a:pt x="590426" y="323850"/>
                  </a:lnTo>
                  <a:lnTo>
                    <a:pt x="577726" y="318770"/>
                  </a:lnTo>
                  <a:lnTo>
                    <a:pt x="572011" y="327025"/>
                  </a:lnTo>
                  <a:lnTo>
                    <a:pt x="568836" y="332105"/>
                  </a:lnTo>
                  <a:lnTo>
                    <a:pt x="564391" y="329565"/>
                  </a:lnTo>
                  <a:lnTo>
                    <a:pt x="553596" y="323850"/>
                  </a:lnTo>
                  <a:lnTo>
                    <a:pt x="546611" y="332105"/>
                  </a:lnTo>
                  <a:lnTo>
                    <a:pt x="543436" y="335915"/>
                  </a:lnTo>
                  <a:lnTo>
                    <a:pt x="540261" y="333375"/>
                  </a:lnTo>
                  <a:lnTo>
                    <a:pt x="530101" y="325755"/>
                  </a:lnTo>
                  <a:lnTo>
                    <a:pt x="523116" y="332105"/>
                  </a:lnTo>
                  <a:lnTo>
                    <a:pt x="517401" y="337185"/>
                  </a:lnTo>
                  <a:lnTo>
                    <a:pt x="512321" y="332105"/>
                  </a:lnTo>
                  <a:lnTo>
                    <a:pt x="505971" y="325755"/>
                  </a:lnTo>
                  <a:lnTo>
                    <a:pt x="495176" y="333375"/>
                  </a:lnTo>
                  <a:lnTo>
                    <a:pt x="492636" y="335280"/>
                  </a:lnTo>
                  <a:lnTo>
                    <a:pt x="489461" y="331470"/>
                  </a:lnTo>
                  <a:lnTo>
                    <a:pt x="482476" y="322580"/>
                  </a:lnTo>
                  <a:lnTo>
                    <a:pt x="474221" y="327025"/>
                  </a:lnTo>
                  <a:lnTo>
                    <a:pt x="467236" y="330835"/>
                  </a:lnTo>
                  <a:lnTo>
                    <a:pt x="462156" y="322580"/>
                  </a:lnTo>
                  <a:lnTo>
                    <a:pt x="458981" y="317500"/>
                  </a:lnTo>
                  <a:lnTo>
                    <a:pt x="447551" y="321945"/>
                  </a:lnTo>
                  <a:lnTo>
                    <a:pt x="442471" y="323850"/>
                  </a:lnTo>
                  <a:cubicBezTo>
                    <a:pt x="442471" y="323850"/>
                    <a:pt x="439296" y="317500"/>
                    <a:pt x="437391" y="313690"/>
                  </a:cubicBezTo>
                  <a:cubicBezTo>
                    <a:pt x="417706" y="306705"/>
                    <a:pt x="399291" y="296545"/>
                    <a:pt x="383416" y="284480"/>
                  </a:cubicBezTo>
                  <a:cubicBezTo>
                    <a:pt x="353571" y="261620"/>
                    <a:pt x="333251" y="231775"/>
                    <a:pt x="324996" y="198755"/>
                  </a:cubicBezTo>
                  <a:cubicBezTo>
                    <a:pt x="320551" y="201295"/>
                    <a:pt x="309756" y="206375"/>
                    <a:pt x="298326" y="205105"/>
                  </a:cubicBezTo>
                  <a:cubicBezTo>
                    <a:pt x="289436" y="203835"/>
                    <a:pt x="284991" y="191770"/>
                    <a:pt x="284991" y="191770"/>
                  </a:cubicBezTo>
                  <a:cubicBezTo>
                    <a:pt x="284991" y="191770"/>
                    <a:pt x="258956" y="200025"/>
                    <a:pt x="248796" y="197485"/>
                  </a:cubicBezTo>
                  <a:cubicBezTo>
                    <a:pt x="239271" y="194945"/>
                    <a:pt x="235461" y="181610"/>
                    <a:pt x="235461" y="181610"/>
                  </a:cubicBezTo>
                  <a:cubicBezTo>
                    <a:pt x="235461" y="181610"/>
                    <a:pt x="206886" y="184150"/>
                    <a:pt x="196726" y="180975"/>
                  </a:cubicBezTo>
                  <a:cubicBezTo>
                    <a:pt x="191011" y="179070"/>
                    <a:pt x="187201" y="161925"/>
                    <a:pt x="187201" y="161925"/>
                  </a:cubicBezTo>
                  <a:cubicBezTo>
                    <a:pt x="177041" y="162560"/>
                    <a:pt x="144021" y="160655"/>
                    <a:pt x="138941" y="157480"/>
                  </a:cubicBezTo>
                  <a:cubicBezTo>
                    <a:pt x="135131" y="154940"/>
                    <a:pt x="130686" y="139065"/>
                    <a:pt x="130686" y="139065"/>
                  </a:cubicBezTo>
                  <a:cubicBezTo>
                    <a:pt x="130686" y="139065"/>
                    <a:pt x="98301" y="134620"/>
                    <a:pt x="94491" y="132080"/>
                  </a:cubicBezTo>
                  <a:cubicBezTo>
                    <a:pt x="91951" y="130810"/>
                    <a:pt x="89411" y="111125"/>
                    <a:pt x="89411" y="111125"/>
                  </a:cubicBezTo>
                  <a:cubicBezTo>
                    <a:pt x="89411" y="111125"/>
                    <a:pt x="58296" y="102870"/>
                    <a:pt x="56391" y="100965"/>
                  </a:cubicBezTo>
                  <a:cubicBezTo>
                    <a:pt x="54486" y="98425"/>
                    <a:pt x="58296" y="82550"/>
                    <a:pt x="58296" y="82550"/>
                  </a:cubicBezTo>
                  <a:cubicBezTo>
                    <a:pt x="58296" y="82550"/>
                    <a:pt x="27181" y="72390"/>
                    <a:pt x="24641" y="68580"/>
                  </a:cubicBezTo>
                  <a:cubicBezTo>
                    <a:pt x="22736" y="66040"/>
                    <a:pt x="32896" y="49530"/>
                    <a:pt x="32896" y="49530"/>
                  </a:cubicBezTo>
                  <a:cubicBezTo>
                    <a:pt x="32896" y="49530"/>
                    <a:pt x="4321" y="33655"/>
                    <a:pt x="2416" y="32385"/>
                  </a:cubicBezTo>
                  <a:cubicBezTo>
                    <a:pt x="511" y="31115"/>
                    <a:pt x="-759" y="30480"/>
                    <a:pt x="511" y="29210"/>
                  </a:cubicBezTo>
                  <a:cubicBezTo>
                    <a:pt x="1781" y="27940"/>
                    <a:pt x="7496" y="20955"/>
                    <a:pt x="7496" y="20955"/>
                  </a:cubicBezTo>
                  <a:cubicBezTo>
                    <a:pt x="10671" y="17145"/>
                    <a:pt x="14481" y="12700"/>
                    <a:pt x="15751" y="12700"/>
                  </a:cubicBezTo>
                  <a:cubicBezTo>
                    <a:pt x="18291" y="12065"/>
                    <a:pt x="35436" y="13970"/>
                    <a:pt x="54486" y="15875"/>
                  </a:cubicBezTo>
                  <a:cubicBezTo>
                    <a:pt x="60836" y="16510"/>
                    <a:pt x="67186" y="17145"/>
                    <a:pt x="73536" y="17145"/>
                  </a:cubicBezTo>
                  <a:cubicBezTo>
                    <a:pt x="77981" y="17145"/>
                    <a:pt x="81791" y="17780"/>
                    <a:pt x="86236" y="17780"/>
                  </a:cubicBezTo>
                  <a:cubicBezTo>
                    <a:pt x="90046" y="17780"/>
                    <a:pt x="93856" y="17780"/>
                    <a:pt x="98301" y="17780"/>
                  </a:cubicBezTo>
                  <a:cubicBezTo>
                    <a:pt x="99571" y="17780"/>
                    <a:pt x="100841" y="17780"/>
                    <a:pt x="102111" y="17780"/>
                  </a:cubicBezTo>
                  <a:cubicBezTo>
                    <a:pt x="111001" y="17780"/>
                    <a:pt x="121161" y="17145"/>
                    <a:pt x="131321" y="16510"/>
                  </a:cubicBezTo>
                  <a:cubicBezTo>
                    <a:pt x="132591" y="16510"/>
                    <a:pt x="133226" y="16510"/>
                    <a:pt x="134496" y="16510"/>
                  </a:cubicBezTo>
                  <a:cubicBezTo>
                    <a:pt x="139576" y="15875"/>
                    <a:pt x="145291" y="15240"/>
                    <a:pt x="151006" y="15240"/>
                  </a:cubicBezTo>
                  <a:cubicBezTo>
                    <a:pt x="151641" y="15240"/>
                    <a:pt x="152911" y="15240"/>
                    <a:pt x="154181" y="15240"/>
                  </a:cubicBezTo>
                  <a:cubicBezTo>
                    <a:pt x="155451" y="15240"/>
                    <a:pt x="157356" y="15240"/>
                    <a:pt x="158626" y="15240"/>
                  </a:cubicBezTo>
                  <a:cubicBezTo>
                    <a:pt x="159896" y="15240"/>
                    <a:pt x="161166" y="15240"/>
                    <a:pt x="163071" y="15240"/>
                  </a:cubicBezTo>
                  <a:cubicBezTo>
                    <a:pt x="169421" y="15240"/>
                    <a:pt x="180216" y="15240"/>
                    <a:pt x="191646" y="15240"/>
                  </a:cubicBezTo>
                  <a:cubicBezTo>
                    <a:pt x="195456" y="15240"/>
                    <a:pt x="199266" y="15240"/>
                    <a:pt x="203076" y="15240"/>
                  </a:cubicBezTo>
                  <a:cubicBezTo>
                    <a:pt x="210696" y="15240"/>
                    <a:pt x="218951" y="15240"/>
                    <a:pt x="224031" y="15875"/>
                  </a:cubicBezTo>
                  <a:cubicBezTo>
                    <a:pt x="228476" y="16510"/>
                    <a:pt x="232921" y="17145"/>
                    <a:pt x="237366" y="17145"/>
                  </a:cubicBezTo>
                  <a:cubicBezTo>
                    <a:pt x="241176" y="17145"/>
                    <a:pt x="245621" y="17780"/>
                    <a:pt x="250701" y="17780"/>
                  </a:cubicBezTo>
                  <a:lnTo>
                    <a:pt x="253876" y="17780"/>
                  </a:lnTo>
                  <a:lnTo>
                    <a:pt x="254511" y="17780"/>
                  </a:lnTo>
                  <a:lnTo>
                    <a:pt x="259591" y="17780"/>
                  </a:lnTo>
                  <a:cubicBezTo>
                    <a:pt x="271656" y="18415"/>
                    <a:pt x="283721" y="19050"/>
                    <a:pt x="295786" y="19050"/>
                  </a:cubicBezTo>
                  <a:cubicBezTo>
                    <a:pt x="296421" y="19050"/>
                    <a:pt x="297056" y="19050"/>
                    <a:pt x="297691" y="19050"/>
                  </a:cubicBezTo>
                  <a:cubicBezTo>
                    <a:pt x="310391" y="19050"/>
                    <a:pt x="323726" y="18415"/>
                    <a:pt x="337696" y="16510"/>
                  </a:cubicBezTo>
                  <a:cubicBezTo>
                    <a:pt x="349126" y="15240"/>
                    <a:pt x="358016" y="13970"/>
                    <a:pt x="366906" y="13970"/>
                  </a:cubicBezTo>
                  <a:cubicBezTo>
                    <a:pt x="369446" y="13970"/>
                    <a:pt x="371351" y="13970"/>
                    <a:pt x="373256" y="13970"/>
                  </a:cubicBezTo>
                  <a:cubicBezTo>
                    <a:pt x="373891" y="13970"/>
                    <a:pt x="374526" y="13970"/>
                    <a:pt x="375161" y="13970"/>
                  </a:cubicBezTo>
                  <a:cubicBezTo>
                    <a:pt x="389766" y="13970"/>
                    <a:pt x="401831" y="15240"/>
                    <a:pt x="412626" y="17780"/>
                  </a:cubicBezTo>
                  <a:cubicBezTo>
                    <a:pt x="413896" y="18415"/>
                    <a:pt x="415801" y="18415"/>
                    <a:pt x="417071" y="19050"/>
                  </a:cubicBezTo>
                  <a:cubicBezTo>
                    <a:pt x="418341" y="19685"/>
                    <a:pt x="419611" y="19685"/>
                    <a:pt x="420881" y="20320"/>
                  </a:cubicBezTo>
                  <a:cubicBezTo>
                    <a:pt x="448821" y="6985"/>
                    <a:pt x="479936" y="0"/>
                    <a:pt x="513591"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34" name="Freeform 33">
              <a:extLst>
                <a:ext uri="{FF2B5EF4-FFF2-40B4-BE49-F238E27FC236}">
                  <a16:creationId xmlns:a16="http://schemas.microsoft.com/office/drawing/2014/main" id="{5F601765-6577-F8D6-F275-04294FF1B27E}"/>
                </a:ext>
              </a:extLst>
            </p:cNvPr>
            <p:cNvSpPr/>
            <p:nvPr userDrawn="1"/>
          </p:nvSpPr>
          <p:spPr>
            <a:xfrm>
              <a:off x="4012160" y="3175945"/>
              <a:ext cx="991078" cy="313690"/>
            </a:xfrm>
            <a:custGeom>
              <a:avLst/>
              <a:gdLst>
                <a:gd name="connsiteX0" fmla="*/ 491008 w 991078"/>
                <a:gd name="connsiteY0" fmla="*/ 263525 h 313690"/>
                <a:gd name="connsiteX1" fmla="*/ 496088 w 991078"/>
                <a:gd name="connsiteY1" fmla="*/ 263525 h 313690"/>
                <a:gd name="connsiteX2" fmla="*/ 500533 w 991078"/>
                <a:gd name="connsiteY2" fmla="*/ 263525 h 313690"/>
                <a:gd name="connsiteX3" fmla="*/ 501168 w 991078"/>
                <a:gd name="connsiteY3" fmla="*/ 264795 h 313690"/>
                <a:gd name="connsiteX4" fmla="*/ 503073 w 991078"/>
                <a:gd name="connsiteY4" fmla="*/ 297815 h 313690"/>
                <a:gd name="connsiteX5" fmla="*/ 503073 w 991078"/>
                <a:gd name="connsiteY5" fmla="*/ 307975 h 313690"/>
                <a:gd name="connsiteX6" fmla="*/ 496088 w 991078"/>
                <a:gd name="connsiteY6" fmla="*/ 313690 h 313690"/>
                <a:gd name="connsiteX7" fmla="*/ 488468 w 991078"/>
                <a:gd name="connsiteY7" fmla="*/ 307340 h 313690"/>
                <a:gd name="connsiteX8" fmla="*/ 488468 w 991078"/>
                <a:gd name="connsiteY8" fmla="*/ 298450 h 313690"/>
                <a:gd name="connsiteX9" fmla="*/ 490373 w 991078"/>
                <a:gd name="connsiteY9" fmla="*/ 265430 h 313690"/>
                <a:gd name="connsiteX10" fmla="*/ 491008 w 991078"/>
                <a:gd name="connsiteY10" fmla="*/ 263525 h 313690"/>
                <a:gd name="connsiteX11" fmla="*/ 518314 w 991078"/>
                <a:gd name="connsiteY11" fmla="*/ 262255 h 313690"/>
                <a:gd name="connsiteX12" fmla="*/ 518949 w 991078"/>
                <a:gd name="connsiteY12" fmla="*/ 263525 h 313690"/>
                <a:gd name="connsiteX13" fmla="*/ 525299 w 991078"/>
                <a:gd name="connsiteY13" fmla="*/ 296545 h 313690"/>
                <a:gd name="connsiteX14" fmla="*/ 525934 w 991078"/>
                <a:gd name="connsiteY14" fmla="*/ 306705 h 313690"/>
                <a:gd name="connsiteX15" fmla="*/ 519584 w 991078"/>
                <a:gd name="connsiteY15" fmla="*/ 313055 h 313690"/>
                <a:gd name="connsiteX16" fmla="*/ 511329 w 991078"/>
                <a:gd name="connsiteY16" fmla="*/ 307340 h 313690"/>
                <a:gd name="connsiteX17" fmla="*/ 510059 w 991078"/>
                <a:gd name="connsiteY17" fmla="*/ 298450 h 313690"/>
                <a:gd name="connsiteX18" fmla="*/ 508154 w 991078"/>
                <a:gd name="connsiteY18" fmla="*/ 265430 h 313690"/>
                <a:gd name="connsiteX19" fmla="*/ 508789 w 991078"/>
                <a:gd name="connsiteY19" fmla="*/ 263525 h 313690"/>
                <a:gd name="connsiteX20" fmla="*/ 518314 w 991078"/>
                <a:gd name="connsiteY20" fmla="*/ 262255 h 313690"/>
                <a:gd name="connsiteX21" fmla="*/ 473863 w 991078"/>
                <a:gd name="connsiteY21" fmla="*/ 261620 h 313690"/>
                <a:gd name="connsiteX22" fmla="*/ 483388 w 991078"/>
                <a:gd name="connsiteY22" fmla="*/ 262890 h 313690"/>
                <a:gd name="connsiteX23" fmla="*/ 484658 w 991078"/>
                <a:gd name="connsiteY23" fmla="*/ 264160 h 313690"/>
                <a:gd name="connsiteX24" fmla="*/ 482118 w 991078"/>
                <a:gd name="connsiteY24" fmla="*/ 297180 h 313690"/>
                <a:gd name="connsiteX25" fmla="*/ 480213 w 991078"/>
                <a:gd name="connsiteY25" fmla="*/ 307340 h 313690"/>
                <a:gd name="connsiteX26" fmla="*/ 471958 w 991078"/>
                <a:gd name="connsiteY26" fmla="*/ 311785 h 313690"/>
                <a:gd name="connsiteX27" fmla="*/ 464973 w 991078"/>
                <a:gd name="connsiteY27" fmla="*/ 304165 h 313690"/>
                <a:gd name="connsiteX28" fmla="*/ 466243 w 991078"/>
                <a:gd name="connsiteY28" fmla="*/ 295275 h 313690"/>
                <a:gd name="connsiteX29" fmla="*/ 473228 w 991078"/>
                <a:gd name="connsiteY29" fmla="*/ 262890 h 313690"/>
                <a:gd name="connsiteX30" fmla="*/ 473863 w 991078"/>
                <a:gd name="connsiteY30" fmla="*/ 261620 h 313690"/>
                <a:gd name="connsiteX31" fmla="*/ 535458 w 991078"/>
                <a:gd name="connsiteY31" fmla="*/ 259080 h 313690"/>
                <a:gd name="connsiteX32" fmla="*/ 547523 w 991078"/>
                <a:gd name="connsiteY32" fmla="*/ 290195 h 313690"/>
                <a:gd name="connsiteX33" fmla="*/ 550063 w 991078"/>
                <a:gd name="connsiteY33" fmla="*/ 300355 h 313690"/>
                <a:gd name="connsiteX34" fmla="*/ 544983 w 991078"/>
                <a:gd name="connsiteY34" fmla="*/ 307975 h 313690"/>
                <a:gd name="connsiteX35" fmla="*/ 535458 w 991078"/>
                <a:gd name="connsiteY35" fmla="*/ 304165 h 313690"/>
                <a:gd name="connsiteX36" fmla="*/ 532918 w 991078"/>
                <a:gd name="connsiteY36" fmla="*/ 295275 h 313690"/>
                <a:gd name="connsiteX37" fmla="*/ 525298 w 991078"/>
                <a:gd name="connsiteY37" fmla="*/ 262255 h 313690"/>
                <a:gd name="connsiteX38" fmla="*/ 525298 w 991078"/>
                <a:gd name="connsiteY38" fmla="*/ 260985 h 313690"/>
                <a:gd name="connsiteX39" fmla="*/ 535458 w 991078"/>
                <a:gd name="connsiteY39" fmla="*/ 259080 h 313690"/>
                <a:gd name="connsiteX40" fmla="*/ 457354 w 991078"/>
                <a:gd name="connsiteY40" fmla="*/ 259080 h 313690"/>
                <a:gd name="connsiteX41" fmla="*/ 466879 w 991078"/>
                <a:gd name="connsiteY41" fmla="*/ 260985 h 313690"/>
                <a:gd name="connsiteX42" fmla="*/ 467514 w 991078"/>
                <a:gd name="connsiteY42" fmla="*/ 263525 h 313690"/>
                <a:gd name="connsiteX43" fmla="*/ 459259 w 991078"/>
                <a:gd name="connsiteY43" fmla="*/ 295275 h 313690"/>
                <a:gd name="connsiteX44" fmla="*/ 455449 w 991078"/>
                <a:gd name="connsiteY44" fmla="*/ 304800 h 313690"/>
                <a:gd name="connsiteX45" fmla="*/ 446559 w 991078"/>
                <a:gd name="connsiteY45" fmla="*/ 307975 h 313690"/>
                <a:gd name="connsiteX46" fmla="*/ 441479 w 991078"/>
                <a:gd name="connsiteY46" fmla="*/ 299085 h 313690"/>
                <a:gd name="connsiteX47" fmla="*/ 444019 w 991078"/>
                <a:gd name="connsiteY47" fmla="*/ 290830 h 313690"/>
                <a:gd name="connsiteX48" fmla="*/ 456719 w 991078"/>
                <a:gd name="connsiteY48" fmla="*/ 260350 h 313690"/>
                <a:gd name="connsiteX49" fmla="*/ 457354 w 991078"/>
                <a:gd name="connsiteY49" fmla="*/ 259080 h 313690"/>
                <a:gd name="connsiteX50" fmla="*/ 551334 w 991078"/>
                <a:gd name="connsiteY50" fmla="*/ 254000 h 313690"/>
                <a:gd name="connsiteX51" fmla="*/ 551969 w 991078"/>
                <a:gd name="connsiteY51" fmla="*/ 254635 h 313690"/>
                <a:gd name="connsiteX52" fmla="*/ 568479 w 991078"/>
                <a:gd name="connsiteY52" fmla="*/ 284480 h 313690"/>
                <a:gd name="connsiteX53" fmla="*/ 572289 w 991078"/>
                <a:gd name="connsiteY53" fmla="*/ 293370 h 313690"/>
                <a:gd name="connsiteX54" fmla="*/ 567844 w 991078"/>
                <a:gd name="connsiteY54" fmla="*/ 301625 h 313690"/>
                <a:gd name="connsiteX55" fmla="*/ 557684 w 991078"/>
                <a:gd name="connsiteY55" fmla="*/ 299085 h 313690"/>
                <a:gd name="connsiteX56" fmla="*/ 553874 w 991078"/>
                <a:gd name="connsiteY56" fmla="*/ 290830 h 313690"/>
                <a:gd name="connsiteX57" fmla="*/ 541809 w 991078"/>
                <a:gd name="connsiteY57" fmla="*/ 259080 h 313690"/>
                <a:gd name="connsiteX58" fmla="*/ 541809 w 991078"/>
                <a:gd name="connsiteY58" fmla="*/ 257175 h 313690"/>
                <a:gd name="connsiteX59" fmla="*/ 551334 w 991078"/>
                <a:gd name="connsiteY59" fmla="*/ 254000 h 313690"/>
                <a:gd name="connsiteX60" fmla="*/ 441478 w 991078"/>
                <a:gd name="connsiteY60" fmla="*/ 254000 h 313690"/>
                <a:gd name="connsiteX61" fmla="*/ 450368 w 991078"/>
                <a:gd name="connsiteY61" fmla="*/ 257175 h 313690"/>
                <a:gd name="connsiteX62" fmla="*/ 450368 w 991078"/>
                <a:gd name="connsiteY62" fmla="*/ 259080 h 313690"/>
                <a:gd name="connsiteX63" fmla="*/ 437668 w 991078"/>
                <a:gd name="connsiteY63" fmla="*/ 289560 h 313690"/>
                <a:gd name="connsiteX64" fmla="*/ 432588 w 991078"/>
                <a:gd name="connsiteY64" fmla="*/ 298450 h 313690"/>
                <a:gd name="connsiteX65" fmla="*/ 423698 w 991078"/>
                <a:gd name="connsiteY65" fmla="*/ 300355 h 313690"/>
                <a:gd name="connsiteX66" fmla="*/ 419888 w 991078"/>
                <a:gd name="connsiteY66" fmla="*/ 290830 h 313690"/>
                <a:gd name="connsiteX67" fmla="*/ 423698 w 991078"/>
                <a:gd name="connsiteY67" fmla="*/ 283210 h 313690"/>
                <a:gd name="connsiteX68" fmla="*/ 440843 w 991078"/>
                <a:gd name="connsiteY68" fmla="*/ 254635 h 313690"/>
                <a:gd name="connsiteX69" fmla="*/ 441478 w 991078"/>
                <a:gd name="connsiteY69" fmla="*/ 254000 h 313690"/>
                <a:gd name="connsiteX70" fmla="*/ 671984 w 991078"/>
                <a:gd name="connsiteY70" fmla="*/ 198120 h 313690"/>
                <a:gd name="connsiteX71" fmla="*/ 619914 w 991078"/>
                <a:gd name="connsiteY71" fmla="*/ 269875 h 313690"/>
                <a:gd name="connsiteX72" fmla="*/ 581179 w 991078"/>
                <a:gd name="connsiteY72" fmla="*/ 293370 h 313690"/>
                <a:gd name="connsiteX73" fmla="*/ 579909 w 991078"/>
                <a:gd name="connsiteY73" fmla="*/ 289560 h 313690"/>
                <a:gd name="connsiteX74" fmla="*/ 578004 w 991078"/>
                <a:gd name="connsiteY74" fmla="*/ 286385 h 313690"/>
                <a:gd name="connsiteX75" fmla="*/ 615469 w 991078"/>
                <a:gd name="connsiteY75" fmla="*/ 264160 h 313690"/>
                <a:gd name="connsiteX76" fmla="*/ 664364 w 991078"/>
                <a:gd name="connsiteY76" fmla="*/ 198755 h 313690"/>
                <a:gd name="connsiteX77" fmla="*/ 671984 w 991078"/>
                <a:gd name="connsiteY77" fmla="*/ 198120 h 313690"/>
                <a:gd name="connsiteX78" fmla="*/ 315114 w 991078"/>
                <a:gd name="connsiteY78" fmla="*/ 196850 h 313690"/>
                <a:gd name="connsiteX79" fmla="*/ 323369 w 991078"/>
                <a:gd name="connsiteY79" fmla="*/ 198755 h 313690"/>
                <a:gd name="connsiteX80" fmla="*/ 372264 w 991078"/>
                <a:gd name="connsiteY80" fmla="*/ 264795 h 313690"/>
                <a:gd name="connsiteX81" fmla="*/ 414174 w 991078"/>
                <a:gd name="connsiteY81" fmla="*/ 288925 h 313690"/>
                <a:gd name="connsiteX82" fmla="*/ 413539 w 991078"/>
                <a:gd name="connsiteY82" fmla="*/ 289560 h 313690"/>
                <a:gd name="connsiteX83" fmla="*/ 411634 w 991078"/>
                <a:gd name="connsiteY83" fmla="*/ 295910 h 313690"/>
                <a:gd name="connsiteX84" fmla="*/ 367819 w 991078"/>
                <a:gd name="connsiteY84" fmla="*/ 270510 h 313690"/>
                <a:gd name="connsiteX85" fmla="*/ 315114 w 991078"/>
                <a:gd name="connsiteY85" fmla="*/ 196850 h 313690"/>
                <a:gd name="connsiteX86" fmla="*/ 643409 w 991078"/>
                <a:gd name="connsiteY86" fmla="*/ 193675 h 313690"/>
                <a:gd name="connsiteX87" fmla="*/ 657379 w 991078"/>
                <a:gd name="connsiteY87" fmla="*/ 198755 h 313690"/>
                <a:gd name="connsiteX88" fmla="*/ 610389 w 991078"/>
                <a:gd name="connsiteY88" fmla="*/ 259080 h 313690"/>
                <a:gd name="connsiteX89" fmla="*/ 573559 w 991078"/>
                <a:gd name="connsiteY89" fmla="*/ 280670 h 313690"/>
                <a:gd name="connsiteX90" fmla="*/ 558319 w 991078"/>
                <a:gd name="connsiteY90" fmla="*/ 254635 h 313690"/>
                <a:gd name="connsiteX91" fmla="*/ 557684 w 991078"/>
                <a:gd name="connsiteY91" fmla="*/ 250825 h 313690"/>
                <a:gd name="connsiteX92" fmla="*/ 618009 w 991078"/>
                <a:gd name="connsiteY92" fmla="*/ 201295 h 313690"/>
                <a:gd name="connsiteX93" fmla="*/ 620549 w 991078"/>
                <a:gd name="connsiteY93" fmla="*/ 201930 h 313690"/>
                <a:gd name="connsiteX94" fmla="*/ 626264 w 991078"/>
                <a:gd name="connsiteY94" fmla="*/ 203200 h 313690"/>
                <a:gd name="connsiteX95" fmla="*/ 628804 w 991078"/>
                <a:gd name="connsiteY95" fmla="*/ 203200 h 313690"/>
                <a:gd name="connsiteX96" fmla="*/ 642139 w 991078"/>
                <a:gd name="connsiteY96" fmla="*/ 197485 h 313690"/>
                <a:gd name="connsiteX97" fmla="*/ 643409 w 991078"/>
                <a:gd name="connsiteY97" fmla="*/ 193675 h 313690"/>
                <a:gd name="connsiteX98" fmla="*/ 346229 w 991078"/>
                <a:gd name="connsiteY98" fmla="*/ 192405 h 313690"/>
                <a:gd name="connsiteX99" fmla="*/ 349404 w 991078"/>
                <a:gd name="connsiteY99" fmla="*/ 196215 h 313690"/>
                <a:gd name="connsiteX100" fmla="*/ 355754 w 991078"/>
                <a:gd name="connsiteY100" fmla="*/ 199390 h 313690"/>
                <a:gd name="connsiteX101" fmla="*/ 360199 w 991078"/>
                <a:gd name="connsiteY101" fmla="*/ 200025 h 313690"/>
                <a:gd name="connsiteX102" fmla="*/ 370359 w 991078"/>
                <a:gd name="connsiteY102" fmla="*/ 197485 h 313690"/>
                <a:gd name="connsiteX103" fmla="*/ 435129 w 991078"/>
                <a:gd name="connsiteY103" fmla="*/ 252095 h 313690"/>
                <a:gd name="connsiteX104" fmla="*/ 433859 w 991078"/>
                <a:gd name="connsiteY104" fmla="*/ 254635 h 313690"/>
                <a:gd name="connsiteX105" fmla="*/ 416714 w 991078"/>
                <a:gd name="connsiteY105" fmla="*/ 282575 h 313690"/>
                <a:gd name="connsiteX106" fmla="*/ 375439 w 991078"/>
                <a:gd name="connsiteY106" fmla="*/ 259080 h 313690"/>
                <a:gd name="connsiteX107" fmla="*/ 329084 w 991078"/>
                <a:gd name="connsiteY107" fmla="*/ 197485 h 313690"/>
                <a:gd name="connsiteX108" fmla="*/ 330989 w 991078"/>
                <a:gd name="connsiteY108" fmla="*/ 196850 h 313690"/>
                <a:gd name="connsiteX109" fmla="*/ 346229 w 991078"/>
                <a:gd name="connsiteY109" fmla="*/ 192405 h 313690"/>
                <a:gd name="connsiteX110" fmla="*/ 628804 w 991078"/>
                <a:gd name="connsiteY110" fmla="*/ 173355 h 313690"/>
                <a:gd name="connsiteX111" fmla="*/ 632614 w 991078"/>
                <a:gd name="connsiteY111" fmla="*/ 179070 h 313690"/>
                <a:gd name="connsiteX112" fmla="*/ 635789 w 991078"/>
                <a:gd name="connsiteY112" fmla="*/ 195580 h 313690"/>
                <a:gd name="connsiteX113" fmla="*/ 621184 w 991078"/>
                <a:gd name="connsiteY113" fmla="*/ 196215 h 313690"/>
                <a:gd name="connsiteX114" fmla="*/ 628804 w 991078"/>
                <a:gd name="connsiteY114" fmla="*/ 175260 h 313690"/>
                <a:gd name="connsiteX115" fmla="*/ 628804 w 991078"/>
                <a:gd name="connsiteY115" fmla="*/ 173355 h 313690"/>
                <a:gd name="connsiteX116" fmla="*/ 361468 w 991078"/>
                <a:gd name="connsiteY116" fmla="*/ 170814 h 313690"/>
                <a:gd name="connsiteX117" fmla="*/ 367818 w 991078"/>
                <a:gd name="connsiteY117" fmla="*/ 192404 h 313690"/>
                <a:gd name="connsiteX118" fmla="*/ 365279 w 991078"/>
                <a:gd name="connsiteY118" fmla="*/ 193674 h 313690"/>
                <a:gd name="connsiteX119" fmla="*/ 352579 w 991078"/>
                <a:gd name="connsiteY119" fmla="*/ 187324 h 313690"/>
                <a:gd name="connsiteX120" fmla="*/ 359563 w 991078"/>
                <a:gd name="connsiteY120" fmla="*/ 173989 h 313690"/>
                <a:gd name="connsiteX121" fmla="*/ 361468 w 991078"/>
                <a:gd name="connsiteY121" fmla="*/ 170814 h 313690"/>
                <a:gd name="connsiteX122" fmla="*/ 497359 w 991078"/>
                <a:gd name="connsiteY122" fmla="*/ 157479 h 313690"/>
                <a:gd name="connsiteX123" fmla="*/ 464339 w 991078"/>
                <a:gd name="connsiteY123" fmla="*/ 190499 h 313690"/>
                <a:gd name="connsiteX124" fmla="*/ 499264 w 991078"/>
                <a:gd name="connsiteY124" fmla="*/ 222884 h 313690"/>
                <a:gd name="connsiteX125" fmla="*/ 533554 w 991078"/>
                <a:gd name="connsiteY125" fmla="*/ 189864 h 313690"/>
                <a:gd name="connsiteX126" fmla="*/ 497359 w 991078"/>
                <a:gd name="connsiteY126" fmla="*/ 157479 h 313690"/>
                <a:gd name="connsiteX127" fmla="*/ 630073 w 991078"/>
                <a:gd name="connsiteY127" fmla="*/ 149224 h 313690"/>
                <a:gd name="connsiteX128" fmla="*/ 638963 w 991078"/>
                <a:gd name="connsiteY128" fmla="*/ 151764 h 313690"/>
                <a:gd name="connsiteX129" fmla="*/ 661823 w 991078"/>
                <a:gd name="connsiteY129" fmla="*/ 181609 h 313690"/>
                <a:gd name="connsiteX130" fmla="*/ 665633 w 991078"/>
                <a:gd name="connsiteY130" fmla="*/ 186689 h 313690"/>
                <a:gd name="connsiteX131" fmla="*/ 665633 w 991078"/>
                <a:gd name="connsiteY131" fmla="*/ 193039 h 313690"/>
                <a:gd name="connsiteX132" fmla="*/ 659283 w 991078"/>
                <a:gd name="connsiteY132" fmla="*/ 193674 h 313690"/>
                <a:gd name="connsiteX133" fmla="*/ 645948 w 991078"/>
                <a:gd name="connsiteY133" fmla="*/ 188594 h 313690"/>
                <a:gd name="connsiteX134" fmla="*/ 639598 w 991078"/>
                <a:gd name="connsiteY134" fmla="*/ 180339 h 313690"/>
                <a:gd name="connsiteX135" fmla="*/ 630073 w 991078"/>
                <a:gd name="connsiteY135" fmla="*/ 165099 h 313690"/>
                <a:gd name="connsiteX136" fmla="*/ 630708 w 991078"/>
                <a:gd name="connsiteY136" fmla="*/ 156844 h 313690"/>
                <a:gd name="connsiteX137" fmla="*/ 630073 w 991078"/>
                <a:gd name="connsiteY137" fmla="*/ 149224 h 313690"/>
                <a:gd name="connsiteX138" fmla="*/ 359564 w 991078"/>
                <a:gd name="connsiteY138" fmla="*/ 146050 h 313690"/>
                <a:gd name="connsiteX139" fmla="*/ 360834 w 991078"/>
                <a:gd name="connsiteY139" fmla="*/ 146685 h 313690"/>
                <a:gd name="connsiteX140" fmla="*/ 360834 w 991078"/>
                <a:gd name="connsiteY140" fmla="*/ 147955 h 313690"/>
                <a:gd name="connsiteX141" fmla="*/ 360199 w 991078"/>
                <a:gd name="connsiteY141" fmla="*/ 156210 h 313690"/>
                <a:gd name="connsiteX142" fmla="*/ 360199 w 991078"/>
                <a:gd name="connsiteY142" fmla="*/ 158115 h 313690"/>
                <a:gd name="connsiteX143" fmla="*/ 355119 w 991078"/>
                <a:gd name="connsiteY143" fmla="*/ 167640 h 313690"/>
                <a:gd name="connsiteX144" fmla="*/ 343689 w 991078"/>
                <a:gd name="connsiteY144" fmla="*/ 187325 h 313690"/>
                <a:gd name="connsiteX145" fmla="*/ 316384 w 991078"/>
                <a:gd name="connsiteY145" fmla="*/ 189230 h 313690"/>
                <a:gd name="connsiteX146" fmla="*/ 314479 w 991078"/>
                <a:gd name="connsiteY146" fmla="*/ 186690 h 313690"/>
                <a:gd name="connsiteX147" fmla="*/ 343689 w 991078"/>
                <a:gd name="connsiteY147" fmla="*/ 153035 h 313690"/>
                <a:gd name="connsiteX148" fmla="*/ 359564 w 991078"/>
                <a:gd name="connsiteY148" fmla="*/ 146050 h 313690"/>
                <a:gd name="connsiteX149" fmla="*/ 657379 w 991078"/>
                <a:gd name="connsiteY149" fmla="*/ 140335 h 313690"/>
                <a:gd name="connsiteX150" fmla="*/ 688494 w 991078"/>
                <a:gd name="connsiteY150" fmla="*/ 170180 h 313690"/>
                <a:gd name="connsiteX151" fmla="*/ 703734 w 991078"/>
                <a:gd name="connsiteY151" fmla="*/ 186055 h 313690"/>
                <a:gd name="connsiteX152" fmla="*/ 695479 w 991078"/>
                <a:gd name="connsiteY152" fmla="*/ 194945 h 313690"/>
                <a:gd name="connsiteX153" fmla="*/ 678969 w 991078"/>
                <a:gd name="connsiteY153" fmla="*/ 188595 h 313690"/>
                <a:gd name="connsiteX154" fmla="*/ 678334 w 991078"/>
                <a:gd name="connsiteY154" fmla="*/ 187960 h 313690"/>
                <a:gd name="connsiteX155" fmla="*/ 676429 w 991078"/>
                <a:gd name="connsiteY155" fmla="*/ 186690 h 313690"/>
                <a:gd name="connsiteX156" fmla="*/ 672619 w 991078"/>
                <a:gd name="connsiteY156" fmla="*/ 182245 h 313690"/>
                <a:gd name="connsiteX157" fmla="*/ 646584 w 991078"/>
                <a:gd name="connsiteY157" fmla="*/ 149860 h 313690"/>
                <a:gd name="connsiteX158" fmla="*/ 643409 w 991078"/>
                <a:gd name="connsiteY158" fmla="*/ 144780 h 313690"/>
                <a:gd name="connsiteX159" fmla="*/ 657379 w 991078"/>
                <a:gd name="connsiteY159" fmla="*/ 140335 h 313690"/>
                <a:gd name="connsiteX160" fmla="*/ 326544 w 991078"/>
                <a:gd name="connsiteY160" fmla="*/ 139064 h 313690"/>
                <a:gd name="connsiteX161" fmla="*/ 337974 w 991078"/>
                <a:gd name="connsiteY161" fmla="*/ 140334 h 313690"/>
                <a:gd name="connsiteX162" fmla="*/ 344959 w 991078"/>
                <a:gd name="connsiteY162" fmla="*/ 140969 h 313690"/>
                <a:gd name="connsiteX163" fmla="*/ 345594 w 991078"/>
                <a:gd name="connsiteY163" fmla="*/ 142239 h 313690"/>
                <a:gd name="connsiteX164" fmla="*/ 343054 w 991078"/>
                <a:gd name="connsiteY164" fmla="*/ 146049 h 313690"/>
                <a:gd name="connsiteX165" fmla="*/ 308764 w 991078"/>
                <a:gd name="connsiteY165" fmla="*/ 179704 h 313690"/>
                <a:gd name="connsiteX166" fmla="*/ 306859 w 991078"/>
                <a:gd name="connsiteY166" fmla="*/ 180974 h 313690"/>
                <a:gd name="connsiteX167" fmla="*/ 297334 w 991078"/>
                <a:gd name="connsiteY167" fmla="*/ 186689 h 313690"/>
                <a:gd name="connsiteX168" fmla="*/ 275109 w 991078"/>
                <a:gd name="connsiteY168" fmla="*/ 188594 h 313690"/>
                <a:gd name="connsiteX169" fmla="*/ 277014 w 991078"/>
                <a:gd name="connsiteY169" fmla="*/ 179704 h 313690"/>
                <a:gd name="connsiteX170" fmla="*/ 297334 w 991078"/>
                <a:gd name="connsiteY170" fmla="*/ 162559 h 313690"/>
                <a:gd name="connsiteX171" fmla="*/ 326544 w 991078"/>
                <a:gd name="connsiteY171" fmla="*/ 139064 h 313690"/>
                <a:gd name="connsiteX172" fmla="*/ 304954 w 991078"/>
                <a:gd name="connsiteY172" fmla="*/ 130175 h 313690"/>
                <a:gd name="connsiteX173" fmla="*/ 320829 w 991078"/>
                <a:gd name="connsiteY173" fmla="*/ 133350 h 313690"/>
                <a:gd name="connsiteX174" fmla="*/ 295429 w 991078"/>
                <a:gd name="connsiteY174" fmla="*/ 153670 h 313690"/>
                <a:gd name="connsiteX175" fmla="*/ 269393 w 991078"/>
                <a:gd name="connsiteY175" fmla="*/ 173355 h 313690"/>
                <a:gd name="connsiteX176" fmla="*/ 233198 w 991078"/>
                <a:gd name="connsiteY176" fmla="*/ 182245 h 313690"/>
                <a:gd name="connsiteX177" fmla="*/ 227483 w 991078"/>
                <a:gd name="connsiteY177" fmla="*/ 177800 h 313690"/>
                <a:gd name="connsiteX178" fmla="*/ 233198 w 991078"/>
                <a:gd name="connsiteY178" fmla="*/ 170180 h 313690"/>
                <a:gd name="connsiteX179" fmla="*/ 296063 w 991078"/>
                <a:gd name="connsiteY179" fmla="*/ 134620 h 313690"/>
                <a:gd name="connsiteX180" fmla="*/ 304954 w 991078"/>
                <a:gd name="connsiteY180" fmla="*/ 130175 h 313690"/>
                <a:gd name="connsiteX181" fmla="*/ 671904 w 991078"/>
                <a:gd name="connsiteY181" fmla="*/ 129381 h 313690"/>
                <a:gd name="connsiteX182" fmla="*/ 676428 w 991078"/>
                <a:gd name="connsiteY182" fmla="*/ 130810 h 313690"/>
                <a:gd name="connsiteX183" fmla="*/ 681508 w 991078"/>
                <a:gd name="connsiteY183" fmla="*/ 134620 h 313690"/>
                <a:gd name="connsiteX184" fmla="*/ 743103 w 991078"/>
                <a:gd name="connsiteY184" fmla="*/ 180340 h 313690"/>
                <a:gd name="connsiteX185" fmla="*/ 743103 w 991078"/>
                <a:gd name="connsiteY185" fmla="*/ 184785 h 313690"/>
                <a:gd name="connsiteX186" fmla="*/ 709448 w 991078"/>
                <a:gd name="connsiteY186" fmla="*/ 179705 h 313690"/>
                <a:gd name="connsiteX187" fmla="*/ 687858 w 991078"/>
                <a:gd name="connsiteY187" fmla="*/ 160020 h 313690"/>
                <a:gd name="connsiteX188" fmla="*/ 666268 w 991078"/>
                <a:gd name="connsiteY188" fmla="*/ 139700 h 313690"/>
                <a:gd name="connsiteX189" fmla="*/ 668808 w 991078"/>
                <a:gd name="connsiteY189" fmla="*/ 132715 h 313690"/>
                <a:gd name="connsiteX190" fmla="*/ 671904 w 991078"/>
                <a:gd name="connsiteY190" fmla="*/ 129381 h 313690"/>
                <a:gd name="connsiteX191" fmla="*/ 692304 w 991078"/>
                <a:gd name="connsiteY191" fmla="*/ 121284 h 313690"/>
                <a:gd name="connsiteX192" fmla="*/ 709448 w 991078"/>
                <a:gd name="connsiteY192" fmla="*/ 130174 h 313690"/>
                <a:gd name="connsiteX193" fmla="*/ 726594 w 991078"/>
                <a:gd name="connsiteY193" fmla="*/ 139699 h 313690"/>
                <a:gd name="connsiteX194" fmla="*/ 771044 w 991078"/>
                <a:gd name="connsiteY194" fmla="*/ 160654 h 313690"/>
                <a:gd name="connsiteX195" fmla="*/ 788823 w 991078"/>
                <a:gd name="connsiteY195" fmla="*/ 167004 h 313690"/>
                <a:gd name="connsiteX196" fmla="*/ 783744 w 991078"/>
                <a:gd name="connsiteY196" fmla="*/ 177799 h 313690"/>
                <a:gd name="connsiteX197" fmla="*/ 752629 w 991078"/>
                <a:gd name="connsiteY197" fmla="*/ 173354 h 313690"/>
                <a:gd name="connsiteX198" fmla="*/ 731039 w 991078"/>
                <a:gd name="connsiteY198" fmla="*/ 161289 h 313690"/>
                <a:gd name="connsiteX199" fmla="*/ 685319 w 991078"/>
                <a:gd name="connsiteY199" fmla="*/ 129539 h 313690"/>
                <a:gd name="connsiteX200" fmla="*/ 685954 w 991078"/>
                <a:gd name="connsiteY200" fmla="*/ 122554 h 313690"/>
                <a:gd name="connsiteX201" fmla="*/ 692304 w 991078"/>
                <a:gd name="connsiteY201" fmla="*/ 121284 h 313690"/>
                <a:gd name="connsiteX202" fmla="*/ 621819 w 991078"/>
                <a:gd name="connsiteY202" fmla="*/ 114934 h 313690"/>
                <a:gd name="connsiteX203" fmla="*/ 631979 w 991078"/>
                <a:gd name="connsiteY203" fmla="*/ 121284 h 313690"/>
                <a:gd name="connsiteX204" fmla="*/ 639599 w 991078"/>
                <a:gd name="connsiteY204" fmla="*/ 133349 h 313690"/>
                <a:gd name="connsiteX205" fmla="*/ 640234 w 991078"/>
                <a:gd name="connsiteY205" fmla="*/ 135889 h 313690"/>
                <a:gd name="connsiteX206" fmla="*/ 640234 w 991078"/>
                <a:gd name="connsiteY206" fmla="*/ 136524 h 313690"/>
                <a:gd name="connsiteX207" fmla="*/ 635789 w 991078"/>
                <a:gd name="connsiteY207" fmla="*/ 140969 h 313690"/>
                <a:gd name="connsiteX208" fmla="*/ 629439 w 991078"/>
                <a:gd name="connsiteY208" fmla="*/ 144144 h 313690"/>
                <a:gd name="connsiteX209" fmla="*/ 619914 w 991078"/>
                <a:gd name="connsiteY209" fmla="*/ 116204 h 313690"/>
                <a:gd name="connsiteX210" fmla="*/ 619914 w 991078"/>
                <a:gd name="connsiteY210" fmla="*/ 115569 h 313690"/>
                <a:gd name="connsiteX211" fmla="*/ 621819 w 991078"/>
                <a:gd name="connsiteY211" fmla="*/ 114934 h 313690"/>
                <a:gd name="connsiteX212" fmla="*/ 284634 w 991078"/>
                <a:gd name="connsiteY212" fmla="*/ 114934 h 313690"/>
                <a:gd name="connsiteX213" fmla="*/ 299239 w 991078"/>
                <a:gd name="connsiteY213" fmla="*/ 120649 h 313690"/>
                <a:gd name="connsiteX214" fmla="*/ 275109 w 991078"/>
                <a:gd name="connsiteY214" fmla="*/ 135889 h 313690"/>
                <a:gd name="connsiteX215" fmla="*/ 218593 w 991078"/>
                <a:gd name="connsiteY215" fmla="*/ 163829 h 313690"/>
                <a:gd name="connsiteX216" fmla="*/ 182398 w 991078"/>
                <a:gd name="connsiteY216" fmla="*/ 165099 h 313690"/>
                <a:gd name="connsiteX217" fmla="*/ 178589 w 991078"/>
                <a:gd name="connsiteY217" fmla="*/ 160654 h 313690"/>
                <a:gd name="connsiteX218" fmla="*/ 178589 w 991078"/>
                <a:gd name="connsiteY218" fmla="*/ 154939 h 313690"/>
                <a:gd name="connsiteX219" fmla="*/ 284634 w 991078"/>
                <a:gd name="connsiteY219" fmla="*/ 114934 h 313690"/>
                <a:gd name="connsiteX220" fmla="*/ 364008 w 991078"/>
                <a:gd name="connsiteY220" fmla="*/ 114299 h 313690"/>
                <a:gd name="connsiteX221" fmla="*/ 371628 w 991078"/>
                <a:gd name="connsiteY221" fmla="*/ 114299 h 313690"/>
                <a:gd name="connsiteX222" fmla="*/ 367818 w 991078"/>
                <a:gd name="connsiteY222" fmla="*/ 121284 h 313690"/>
                <a:gd name="connsiteX223" fmla="*/ 362103 w 991078"/>
                <a:gd name="connsiteY223" fmla="*/ 139699 h 313690"/>
                <a:gd name="connsiteX224" fmla="*/ 357658 w 991078"/>
                <a:gd name="connsiteY224" fmla="*/ 139699 h 313690"/>
                <a:gd name="connsiteX225" fmla="*/ 349403 w 991078"/>
                <a:gd name="connsiteY225" fmla="*/ 134619 h 313690"/>
                <a:gd name="connsiteX226" fmla="*/ 364008 w 991078"/>
                <a:gd name="connsiteY226" fmla="*/ 114299 h 313690"/>
                <a:gd name="connsiteX227" fmla="*/ 344959 w 991078"/>
                <a:gd name="connsiteY227" fmla="*/ 108585 h 313690"/>
                <a:gd name="connsiteX228" fmla="*/ 357024 w 991078"/>
                <a:gd name="connsiteY228" fmla="*/ 110490 h 313690"/>
                <a:gd name="connsiteX229" fmla="*/ 343689 w 991078"/>
                <a:gd name="connsiteY229" fmla="*/ 128905 h 313690"/>
                <a:gd name="connsiteX230" fmla="*/ 330989 w 991078"/>
                <a:gd name="connsiteY230" fmla="*/ 130175 h 313690"/>
                <a:gd name="connsiteX231" fmla="*/ 334164 w 991078"/>
                <a:gd name="connsiteY231" fmla="*/ 119380 h 313690"/>
                <a:gd name="connsiteX232" fmla="*/ 344959 w 991078"/>
                <a:gd name="connsiteY232" fmla="*/ 108585 h 313690"/>
                <a:gd name="connsiteX233" fmla="*/ 639598 w 991078"/>
                <a:gd name="connsiteY233" fmla="*/ 108584 h 313690"/>
                <a:gd name="connsiteX234" fmla="*/ 645948 w 991078"/>
                <a:gd name="connsiteY234" fmla="*/ 109854 h 313690"/>
                <a:gd name="connsiteX235" fmla="*/ 651029 w 991078"/>
                <a:gd name="connsiteY235" fmla="*/ 114299 h 313690"/>
                <a:gd name="connsiteX236" fmla="*/ 658648 w 991078"/>
                <a:gd name="connsiteY236" fmla="*/ 121284 h 313690"/>
                <a:gd name="connsiteX237" fmla="*/ 660554 w 991078"/>
                <a:gd name="connsiteY237" fmla="*/ 123824 h 313690"/>
                <a:gd name="connsiteX238" fmla="*/ 662459 w 991078"/>
                <a:gd name="connsiteY238" fmla="*/ 128904 h 313690"/>
                <a:gd name="connsiteX239" fmla="*/ 659284 w 991078"/>
                <a:gd name="connsiteY239" fmla="*/ 132714 h 313690"/>
                <a:gd name="connsiteX240" fmla="*/ 654839 w 991078"/>
                <a:gd name="connsiteY240" fmla="*/ 133984 h 313690"/>
                <a:gd name="connsiteX241" fmla="*/ 646584 w 991078"/>
                <a:gd name="connsiteY241" fmla="*/ 128269 h 313690"/>
                <a:gd name="connsiteX242" fmla="*/ 640234 w 991078"/>
                <a:gd name="connsiteY242" fmla="*/ 121284 h 313690"/>
                <a:gd name="connsiteX243" fmla="*/ 638964 w 991078"/>
                <a:gd name="connsiteY243" fmla="*/ 119379 h 313690"/>
                <a:gd name="connsiteX244" fmla="*/ 635789 w 991078"/>
                <a:gd name="connsiteY244" fmla="*/ 112394 h 313690"/>
                <a:gd name="connsiteX245" fmla="*/ 639598 w 991078"/>
                <a:gd name="connsiteY245" fmla="*/ 108584 h 313690"/>
                <a:gd name="connsiteX246" fmla="*/ 708179 w 991078"/>
                <a:gd name="connsiteY246" fmla="*/ 107950 h 313690"/>
                <a:gd name="connsiteX247" fmla="*/ 802794 w 991078"/>
                <a:gd name="connsiteY247" fmla="*/ 139700 h 313690"/>
                <a:gd name="connsiteX248" fmla="*/ 835814 w 991078"/>
                <a:gd name="connsiteY248" fmla="*/ 147955 h 313690"/>
                <a:gd name="connsiteX249" fmla="*/ 832004 w 991078"/>
                <a:gd name="connsiteY249" fmla="*/ 157480 h 313690"/>
                <a:gd name="connsiteX250" fmla="*/ 789459 w 991078"/>
                <a:gd name="connsiteY250" fmla="*/ 156210 h 313690"/>
                <a:gd name="connsiteX251" fmla="*/ 763424 w 991078"/>
                <a:gd name="connsiteY251" fmla="*/ 147955 h 313690"/>
                <a:gd name="connsiteX252" fmla="*/ 738659 w 991078"/>
                <a:gd name="connsiteY252" fmla="*/ 135890 h 313690"/>
                <a:gd name="connsiteX253" fmla="*/ 697384 w 991078"/>
                <a:gd name="connsiteY253" fmla="*/ 113665 h 313690"/>
                <a:gd name="connsiteX254" fmla="*/ 708179 w 991078"/>
                <a:gd name="connsiteY254" fmla="*/ 107950 h 313690"/>
                <a:gd name="connsiteX255" fmla="*/ 327178 w 991078"/>
                <a:gd name="connsiteY255" fmla="*/ 97789 h 313690"/>
                <a:gd name="connsiteX256" fmla="*/ 337338 w 991078"/>
                <a:gd name="connsiteY256" fmla="*/ 105410 h 313690"/>
                <a:gd name="connsiteX257" fmla="*/ 321463 w 991078"/>
                <a:gd name="connsiteY257" fmla="*/ 120014 h 313690"/>
                <a:gd name="connsiteX258" fmla="*/ 317018 w 991078"/>
                <a:gd name="connsiteY258" fmla="*/ 121920 h 313690"/>
                <a:gd name="connsiteX259" fmla="*/ 310033 w 991078"/>
                <a:gd name="connsiteY259" fmla="*/ 121285 h 313690"/>
                <a:gd name="connsiteX260" fmla="*/ 309398 w 991078"/>
                <a:gd name="connsiteY260" fmla="*/ 120650 h 313690"/>
                <a:gd name="connsiteX261" fmla="*/ 307493 w 991078"/>
                <a:gd name="connsiteY261" fmla="*/ 114935 h 313690"/>
                <a:gd name="connsiteX262" fmla="*/ 313208 w 991078"/>
                <a:gd name="connsiteY262" fmla="*/ 108585 h 313690"/>
                <a:gd name="connsiteX263" fmla="*/ 327178 w 991078"/>
                <a:gd name="connsiteY263" fmla="*/ 97789 h 313690"/>
                <a:gd name="connsiteX264" fmla="*/ 660553 w 991078"/>
                <a:gd name="connsiteY264" fmla="*/ 97154 h 313690"/>
                <a:gd name="connsiteX265" fmla="*/ 675158 w 991078"/>
                <a:gd name="connsiteY265" fmla="*/ 105409 h 313690"/>
                <a:gd name="connsiteX266" fmla="*/ 676428 w 991078"/>
                <a:gd name="connsiteY266" fmla="*/ 106044 h 313690"/>
                <a:gd name="connsiteX267" fmla="*/ 682778 w 991078"/>
                <a:gd name="connsiteY267" fmla="*/ 111124 h 313690"/>
                <a:gd name="connsiteX268" fmla="*/ 681508 w 991078"/>
                <a:gd name="connsiteY268" fmla="*/ 118109 h 313690"/>
                <a:gd name="connsiteX269" fmla="*/ 680873 w 991078"/>
                <a:gd name="connsiteY269" fmla="*/ 118744 h 313690"/>
                <a:gd name="connsiteX270" fmla="*/ 679603 w 991078"/>
                <a:gd name="connsiteY270" fmla="*/ 119379 h 313690"/>
                <a:gd name="connsiteX271" fmla="*/ 673888 w 991078"/>
                <a:gd name="connsiteY271" fmla="*/ 120014 h 313690"/>
                <a:gd name="connsiteX272" fmla="*/ 668808 w 991078"/>
                <a:gd name="connsiteY272" fmla="*/ 118744 h 313690"/>
                <a:gd name="connsiteX273" fmla="*/ 651028 w 991078"/>
                <a:gd name="connsiteY273" fmla="*/ 106044 h 313690"/>
                <a:gd name="connsiteX274" fmla="*/ 660553 w 991078"/>
                <a:gd name="connsiteY274" fmla="*/ 97154 h 313690"/>
                <a:gd name="connsiteX275" fmla="*/ 273203 w 991078"/>
                <a:gd name="connsiteY275" fmla="*/ 95646 h 313690"/>
                <a:gd name="connsiteX276" fmla="*/ 277013 w 991078"/>
                <a:gd name="connsiteY276" fmla="*/ 99695 h 313690"/>
                <a:gd name="connsiteX277" fmla="*/ 275743 w 991078"/>
                <a:gd name="connsiteY277" fmla="*/ 107314 h 313690"/>
                <a:gd name="connsiteX278" fmla="*/ 169698 w 991078"/>
                <a:gd name="connsiteY278" fmla="*/ 144145 h 313690"/>
                <a:gd name="connsiteX279" fmla="*/ 127153 w 991078"/>
                <a:gd name="connsiteY279" fmla="*/ 141604 h 313690"/>
                <a:gd name="connsiteX280" fmla="*/ 122708 w 991078"/>
                <a:gd name="connsiteY280" fmla="*/ 133984 h 313690"/>
                <a:gd name="connsiteX281" fmla="*/ 123343 w 991078"/>
                <a:gd name="connsiteY281" fmla="*/ 131445 h 313690"/>
                <a:gd name="connsiteX282" fmla="*/ 267488 w 991078"/>
                <a:gd name="connsiteY282" fmla="*/ 95884 h 313690"/>
                <a:gd name="connsiteX283" fmla="*/ 273203 w 991078"/>
                <a:gd name="connsiteY283" fmla="*/ 95646 h 313690"/>
                <a:gd name="connsiteX284" fmla="*/ 722148 w 991078"/>
                <a:gd name="connsiteY284" fmla="*/ 91439 h 313690"/>
                <a:gd name="connsiteX285" fmla="*/ 724054 w 991078"/>
                <a:gd name="connsiteY285" fmla="*/ 91439 h 313690"/>
                <a:gd name="connsiteX286" fmla="*/ 762788 w 991078"/>
                <a:gd name="connsiteY286" fmla="*/ 101599 h 313690"/>
                <a:gd name="connsiteX287" fmla="*/ 800254 w 991078"/>
                <a:gd name="connsiteY287" fmla="*/ 110489 h 313690"/>
                <a:gd name="connsiteX288" fmla="*/ 880263 w 991078"/>
                <a:gd name="connsiteY288" fmla="*/ 124459 h 313690"/>
                <a:gd name="connsiteX289" fmla="*/ 874548 w 991078"/>
                <a:gd name="connsiteY289" fmla="*/ 139064 h 313690"/>
                <a:gd name="connsiteX290" fmla="*/ 862483 w 991078"/>
                <a:gd name="connsiteY290" fmla="*/ 140334 h 313690"/>
                <a:gd name="connsiteX291" fmla="*/ 782473 w 991078"/>
                <a:gd name="connsiteY291" fmla="*/ 125729 h 313690"/>
                <a:gd name="connsiteX292" fmla="*/ 710718 w 991078"/>
                <a:gd name="connsiteY292" fmla="*/ 99059 h 313690"/>
                <a:gd name="connsiteX293" fmla="*/ 722148 w 991078"/>
                <a:gd name="connsiteY293" fmla="*/ 91439 h 313690"/>
                <a:gd name="connsiteX294" fmla="*/ 495454 w 991078"/>
                <a:gd name="connsiteY294" fmla="*/ 90170 h 313690"/>
                <a:gd name="connsiteX295" fmla="*/ 464974 w 991078"/>
                <a:gd name="connsiteY295" fmla="*/ 120649 h 313690"/>
                <a:gd name="connsiteX296" fmla="*/ 497359 w 991078"/>
                <a:gd name="connsiteY296" fmla="*/ 150495 h 313690"/>
                <a:gd name="connsiteX297" fmla="*/ 529109 w 991078"/>
                <a:gd name="connsiteY297" fmla="*/ 120014 h 313690"/>
                <a:gd name="connsiteX298" fmla="*/ 495454 w 991078"/>
                <a:gd name="connsiteY298" fmla="*/ 90170 h 313690"/>
                <a:gd name="connsiteX299" fmla="*/ 304319 w 991078"/>
                <a:gd name="connsiteY299" fmla="*/ 84455 h 313690"/>
                <a:gd name="connsiteX300" fmla="*/ 316384 w 991078"/>
                <a:gd name="connsiteY300" fmla="*/ 84455 h 313690"/>
                <a:gd name="connsiteX301" fmla="*/ 318289 w 991078"/>
                <a:gd name="connsiteY301" fmla="*/ 90805 h 313690"/>
                <a:gd name="connsiteX302" fmla="*/ 305589 w 991078"/>
                <a:gd name="connsiteY302" fmla="*/ 100330 h 313690"/>
                <a:gd name="connsiteX303" fmla="*/ 298604 w 991078"/>
                <a:gd name="connsiteY303" fmla="*/ 105410 h 313690"/>
                <a:gd name="connsiteX304" fmla="*/ 287174 w 991078"/>
                <a:gd name="connsiteY304" fmla="*/ 105410 h 313690"/>
                <a:gd name="connsiteX305" fmla="*/ 285904 w 991078"/>
                <a:gd name="connsiteY305" fmla="*/ 104775 h 313690"/>
                <a:gd name="connsiteX306" fmla="*/ 284634 w 991078"/>
                <a:gd name="connsiteY306" fmla="*/ 97790 h 313690"/>
                <a:gd name="connsiteX307" fmla="*/ 287809 w 991078"/>
                <a:gd name="connsiteY307" fmla="*/ 94615 h 313690"/>
                <a:gd name="connsiteX308" fmla="*/ 292254 w 991078"/>
                <a:gd name="connsiteY308" fmla="*/ 91440 h 313690"/>
                <a:gd name="connsiteX309" fmla="*/ 298604 w 991078"/>
                <a:gd name="connsiteY309" fmla="*/ 87630 h 313690"/>
                <a:gd name="connsiteX310" fmla="*/ 304319 w 991078"/>
                <a:gd name="connsiteY310" fmla="*/ 84455 h 313690"/>
                <a:gd name="connsiteX311" fmla="*/ 676429 w 991078"/>
                <a:gd name="connsiteY311" fmla="*/ 82550 h 313690"/>
                <a:gd name="connsiteX312" fmla="*/ 703099 w 991078"/>
                <a:gd name="connsiteY312" fmla="*/ 95885 h 313690"/>
                <a:gd name="connsiteX313" fmla="*/ 700559 w 991078"/>
                <a:gd name="connsiteY313" fmla="*/ 102870 h 313690"/>
                <a:gd name="connsiteX314" fmla="*/ 692304 w 991078"/>
                <a:gd name="connsiteY314" fmla="*/ 104140 h 313690"/>
                <a:gd name="connsiteX315" fmla="*/ 667539 w 991078"/>
                <a:gd name="connsiteY315" fmla="*/ 91440 h 313690"/>
                <a:gd name="connsiteX316" fmla="*/ 666904 w 991078"/>
                <a:gd name="connsiteY316" fmla="*/ 88900 h 313690"/>
                <a:gd name="connsiteX317" fmla="*/ 668174 w 991078"/>
                <a:gd name="connsiteY317" fmla="*/ 86360 h 313690"/>
                <a:gd name="connsiteX318" fmla="*/ 676429 w 991078"/>
                <a:gd name="connsiteY318" fmla="*/ 82550 h 313690"/>
                <a:gd name="connsiteX319" fmla="*/ 255424 w 991078"/>
                <a:gd name="connsiteY319" fmla="*/ 81280 h 313690"/>
                <a:gd name="connsiteX320" fmla="*/ 261774 w 991078"/>
                <a:gd name="connsiteY320" fmla="*/ 86360 h 313690"/>
                <a:gd name="connsiteX321" fmla="*/ 261139 w 991078"/>
                <a:gd name="connsiteY321" fmla="*/ 91440 h 313690"/>
                <a:gd name="connsiteX322" fmla="*/ 252884 w 991078"/>
                <a:gd name="connsiteY322" fmla="*/ 93345 h 313690"/>
                <a:gd name="connsiteX323" fmla="*/ 115724 w 991078"/>
                <a:gd name="connsiteY323" fmla="*/ 121920 h 313690"/>
                <a:gd name="connsiteX324" fmla="*/ 115089 w 991078"/>
                <a:gd name="connsiteY324" fmla="*/ 121920 h 313690"/>
                <a:gd name="connsiteX325" fmla="*/ 87784 w 991078"/>
                <a:gd name="connsiteY325" fmla="*/ 117475 h 313690"/>
                <a:gd name="connsiteX326" fmla="*/ 84609 w 991078"/>
                <a:gd name="connsiteY326" fmla="*/ 111125 h 313690"/>
                <a:gd name="connsiteX327" fmla="*/ 89689 w 991078"/>
                <a:gd name="connsiteY327" fmla="*/ 106680 h 313690"/>
                <a:gd name="connsiteX328" fmla="*/ 249074 w 991078"/>
                <a:gd name="connsiteY328" fmla="*/ 81915 h 313690"/>
                <a:gd name="connsiteX329" fmla="*/ 255424 w 991078"/>
                <a:gd name="connsiteY329" fmla="*/ 81280 h 313690"/>
                <a:gd name="connsiteX330" fmla="*/ 492914 w 991078"/>
                <a:gd name="connsiteY330" fmla="*/ 79374 h 313690"/>
                <a:gd name="connsiteX331" fmla="*/ 569114 w 991078"/>
                <a:gd name="connsiteY331" fmla="*/ 119379 h 313690"/>
                <a:gd name="connsiteX332" fmla="*/ 550699 w 991078"/>
                <a:gd name="connsiteY332" fmla="*/ 149224 h 313690"/>
                <a:gd name="connsiteX333" fmla="*/ 548794 w 991078"/>
                <a:gd name="connsiteY333" fmla="*/ 151764 h 313690"/>
                <a:gd name="connsiteX334" fmla="*/ 550699 w 991078"/>
                <a:gd name="connsiteY334" fmla="*/ 153670 h 313690"/>
                <a:gd name="connsiteX335" fmla="*/ 572924 w 991078"/>
                <a:gd name="connsiteY335" fmla="*/ 188595 h 313690"/>
                <a:gd name="connsiteX336" fmla="*/ 496089 w 991078"/>
                <a:gd name="connsiteY336" fmla="*/ 233045 h 313690"/>
                <a:gd name="connsiteX337" fmla="*/ 426874 w 991078"/>
                <a:gd name="connsiteY337" fmla="*/ 212724 h 313690"/>
                <a:gd name="connsiteX338" fmla="*/ 417984 w 991078"/>
                <a:gd name="connsiteY338" fmla="*/ 204470 h 313690"/>
                <a:gd name="connsiteX339" fmla="*/ 421159 w 991078"/>
                <a:gd name="connsiteY339" fmla="*/ 200024 h 313690"/>
                <a:gd name="connsiteX340" fmla="*/ 427509 w 991078"/>
                <a:gd name="connsiteY340" fmla="*/ 193674 h 313690"/>
                <a:gd name="connsiteX341" fmla="*/ 427509 w 991078"/>
                <a:gd name="connsiteY341" fmla="*/ 121920 h 313690"/>
                <a:gd name="connsiteX342" fmla="*/ 421159 w 991078"/>
                <a:gd name="connsiteY342" fmla="*/ 114934 h 313690"/>
                <a:gd name="connsiteX343" fmla="*/ 417984 w 991078"/>
                <a:gd name="connsiteY343" fmla="*/ 110489 h 313690"/>
                <a:gd name="connsiteX344" fmla="*/ 425604 w 991078"/>
                <a:gd name="connsiteY344" fmla="*/ 101599 h 313690"/>
                <a:gd name="connsiteX345" fmla="*/ 492914 w 991078"/>
                <a:gd name="connsiteY345" fmla="*/ 79374 h 313690"/>
                <a:gd name="connsiteX346" fmla="*/ 732944 w 991078"/>
                <a:gd name="connsiteY346" fmla="*/ 74295 h 313690"/>
                <a:gd name="connsiteX347" fmla="*/ 918364 w 991078"/>
                <a:gd name="connsiteY347" fmla="*/ 99695 h 313690"/>
                <a:gd name="connsiteX348" fmla="*/ 918364 w 991078"/>
                <a:gd name="connsiteY348" fmla="*/ 102235 h 313690"/>
                <a:gd name="connsiteX349" fmla="*/ 913284 w 991078"/>
                <a:gd name="connsiteY349" fmla="*/ 113665 h 313690"/>
                <a:gd name="connsiteX350" fmla="*/ 884709 w 991078"/>
                <a:gd name="connsiteY350" fmla="*/ 116205 h 313690"/>
                <a:gd name="connsiteX351" fmla="*/ 866929 w 991078"/>
                <a:gd name="connsiteY351" fmla="*/ 114935 h 313690"/>
                <a:gd name="connsiteX352" fmla="*/ 840894 w 991078"/>
                <a:gd name="connsiteY352" fmla="*/ 111125 h 313690"/>
                <a:gd name="connsiteX353" fmla="*/ 795174 w 991078"/>
                <a:gd name="connsiteY353" fmla="*/ 101600 h 313690"/>
                <a:gd name="connsiteX354" fmla="*/ 758344 w 991078"/>
                <a:gd name="connsiteY354" fmla="*/ 92710 h 313690"/>
                <a:gd name="connsiteX355" fmla="*/ 726594 w 991078"/>
                <a:gd name="connsiteY355" fmla="*/ 85725 h 313690"/>
                <a:gd name="connsiteX356" fmla="*/ 724689 w 991078"/>
                <a:gd name="connsiteY356" fmla="*/ 82550 h 313690"/>
                <a:gd name="connsiteX357" fmla="*/ 732944 w 991078"/>
                <a:gd name="connsiteY357" fmla="*/ 74295 h 313690"/>
                <a:gd name="connsiteX358" fmla="*/ 693574 w 991078"/>
                <a:gd name="connsiteY358" fmla="*/ 69215 h 313690"/>
                <a:gd name="connsiteX359" fmla="*/ 710084 w 991078"/>
                <a:gd name="connsiteY359" fmla="*/ 74295 h 313690"/>
                <a:gd name="connsiteX360" fmla="*/ 718974 w 991078"/>
                <a:gd name="connsiteY360" fmla="*/ 82550 h 313690"/>
                <a:gd name="connsiteX361" fmla="*/ 716434 w 991078"/>
                <a:gd name="connsiteY361" fmla="*/ 85725 h 313690"/>
                <a:gd name="connsiteX362" fmla="*/ 704369 w 991078"/>
                <a:gd name="connsiteY362" fmla="*/ 86360 h 313690"/>
                <a:gd name="connsiteX363" fmla="*/ 683414 w 991078"/>
                <a:gd name="connsiteY363" fmla="*/ 76200 h 313690"/>
                <a:gd name="connsiteX364" fmla="*/ 685954 w 991078"/>
                <a:gd name="connsiteY364" fmla="*/ 70485 h 313690"/>
                <a:gd name="connsiteX365" fmla="*/ 693574 w 991078"/>
                <a:gd name="connsiteY365" fmla="*/ 69215 h 313690"/>
                <a:gd name="connsiteX366" fmla="*/ 294793 w 991078"/>
                <a:gd name="connsiteY366" fmla="*/ 66674 h 313690"/>
                <a:gd name="connsiteX367" fmla="*/ 302413 w 991078"/>
                <a:gd name="connsiteY367" fmla="*/ 76834 h 313690"/>
                <a:gd name="connsiteX368" fmla="*/ 280188 w 991078"/>
                <a:gd name="connsiteY368" fmla="*/ 87629 h 313690"/>
                <a:gd name="connsiteX369" fmla="*/ 275743 w 991078"/>
                <a:gd name="connsiteY369" fmla="*/ 87629 h 313690"/>
                <a:gd name="connsiteX370" fmla="*/ 271298 w 991078"/>
                <a:gd name="connsiteY370" fmla="*/ 85724 h 313690"/>
                <a:gd name="connsiteX371" fmla="*/ 270028 w 991078"/>
                <a:gd name="connsiteY371" fmla="*/ 84454 h 313690"/>
                <a:gd name="connsiteX372" fmla="*/ 269393 w 991078"/>
                <a:gd name="connsiteY372" fmla="*/ 76199 h 313690"/>
                <a:gd name="connsiteX373" fmla="*/ 294793 w 991078"/>
                <a:gd name="connsiteY373" fmla="*/ 66674 h 313690"/>
                <a:gd name="connsiteX374" fmla="*/ 242088 w 991078"/>
                <a:gd name="connsiteY374" fmla="*/ 64134 h 313690"/>
                <a:gd name="connsiteX375" fmla="*/ 251613 w 991078"/>
                <a:gd name="connsiteY375" fmla="*/ 66674 h 313690"/>
                <a:gd name="connsiteX376" fmla="*/ 254153 w 991078"/>
                <a:gd name="connsiteY376" fmla="*/ 68579 h 313690"/>
                <a:gd name="connsiteX377" fmla="*/ 254788 w 991078"/>
                <a:gd name="connsiteY377" fmla="*/ 74294 h 313690"/>
                <a:gd name="connsiteX378" fmla="*/ 88418 w 991078"/>
                <a:gd name="connsiteY378" fmla="*/ 95884 h 313690"/>
                <a:gd name="connsiteX379" fmla="*/ 85243 w 991078"/>
                <a:gd name="connsiteY379" fmla="*/ 95884 h 313690"/>
                <a:gd name="connsiteX380" fmla="*/ 52223 w 991078"/>
                <a:gd name="connsiteY380" fmla="*/ 88264 h 313690"/>
                <a:gd name="connsiteX381" fmla="*/ 49683 w 991078"/>
                <a:gd name="connsiteY381" fmla="*/ 83819 h 313690"/>
                <a:gd name="connsiteX382" fmla="*/ 52858 w 991078"/>
                <a:gd name="connsiteY382" fmla="*/ 78104 h 313690"/>
                <a:gd name="connsiteX383" fmla="*/ 242088 w 991078"/>
                <a:gd name="connsiteY383" fmla="*/ 64134 h 313690"/>
                <a:gd name="connsiteX384" fmla="*/ 496089 w 991078"/>
                <a:gd name="connsiteY384" fmla="*/ 63499 h 313690"/>
                <a:gd name="connsiteX385" fmla="*/ 374804 w 991078"/>
                <a:gd name="connsiteY385" fmla="*/ 156209 h 313690"/>
                <a:gd name="connsiteX386" fmla="*/ 496089 w 991078"/>
                <a:gd name="connsiteY386" fmla="*/ 248919 h 313690"/>
                <a:gd name="connsiteX387" fmla="*/ 610389 w 991078"/>
                <a:gd name="connsiteY387" fmla="*/ 186689 h 313690"/>
                <a:gd name="connsiteX388" fmla="*/ 615469 w 991078"/>
                <a:gd name="connsiteY388" fmla="*/ 170814 h 313690"/>
                <a:gd name="connsiteX389" fmla="*/ 617374 w 991078"/>
                <a:gd name="connsiteY389" fmla="*/ 155574 h 313690"/>
                <a:gd name="connsiteX390" fmla="*/ 617374 w 991078"/>
                <a:gd name="connsiteY390" fmla="*/ 153669 h 313690"/>
                <a:gd name="connsiteX391" fmla="*/ 613564 w 991078"/>
                <a:gd name="connsiteY391" fmla="*/ 132714 h 313690"/>
                <a:gd name="connsiteX392" fmla="*/ 496089 w 991078"/>
                <a:gd name="connsiteY392" fmla="*/ 63499 h 313690"/>
                <a:gd name="connsiteX393" fmla="*/ 740564 w 991078"/>
                <a:gd name="connsiteY393" fmla="*/ 60959 h 313690"/>
                <a:gd name="connsiteX394" fmla="*/ 896139 w 991078"/>
                <a:gd name="connsiteY394" fmla="*/ 71754 h 313690"/>
                <a:gd name="connsiteX395" fmla="*/ 924079 w 991078"/>
                <a:gd name="connsiteY395" fmla="*/ 73024 h 313690"/>
                <a:gd name="connsiteX396" fmla="*/ 944399 w 991078"/>
                <a:gd name="connsiteY396" fmla="*/ 72389 h 313690"/>
                <a:gd name="connsiteX397" fmla="*/ 948208 w 991078"/>
                <a:gd name="connsiteY397" fmla="*/ 76199 h 313690"/>
                <a:gd name="connsiteX398" fmla="*/ 945033 w 991078"/>
                <a:gd name="connsiteY398" fmla="*/ 82549 h 313690"/>
                <a:gd name="connsiteX399" fmla="*/ 919633 w 991078"/>
                <a:gd name="connsiteY399" fmla="*/ 90169 h 313690"/>
                <a:gd name="connsiteX400" fmla="*/ 869469 w 991078"/>
                <a:gd name="connsiteY400" fmla="*/ 86359 h 313690"/>
                <a:gd name="connsiteX401" fmla="*/ 739294 w 991078"/>
                <a:gd name="connsiteY401" fmla="*/ 67944 h 313690"/>
                <a:gd name="connsiteX402" fmla="*/ 737389 w 991078"/>
                <a:gd name="connsiteY402" fmla="*/ 66674 h 313690"/>
                <a:gd name="connsiteX403" fmla="*/ 740564 w 991078"/>
                <a:gd name="connsiteY403" fmla="*/ 60959 h 313690"/>
                <a:gd name="connsiteX404" fmla="*/ 485929 w 991078"/>
                <a:gd name="connsiteY404" fmla="*/ 57784 h 313690"/>
                <a:gd name="connsiteX405" fmla="*/ 488469 w 991078"/>
                <a:gd name="connsiteY405" fmla="*/ 57784 h 313690"/>
                <a:gd name="connsiteX406" fmla="*/ 495454 w 991078"/>
                <a:gd name="connsiteY406" fmla="*/ 57784 h 313690"/>
                <a:gd name="connsiteX407" fmla="*/ 503074 w 991078"/>
                <a:gd name="connsiteY407" fmla="*/ 57784 h 313690"/>
                <a:gd name="connsiteX408" fmla="*/ 505614 w 991078"/>
                <a:gd name="connsiteY408" fmla="*/ 57784 h 313690"/>
                <a:gd name="connsiteX409" fmla="*/ 510694 w 991078"/>
                <a:gd name="connsiteY409" fmla="*/ 58419 h 313690"/>
                <a:gd name="connsiteX410" fmla="*/ 513234 w 991078"/>
                <a:gd name="connsiteY410" fmla="*/ 58419 h 313690"/>
                <a:gd name="connsiteX411" fmla="*/ 517679 w 991078"/>
                <a:gd name="connsiteY411" fmla="*/ 59054 h 313690"/>
                <a:gd name="connsiteX412" fmla="*/ 520219 w 991078"/>
                <a:gd name="connsiteY412" fmla="*/ 59689 h 313690"/>
                <a:gd name="connsiteX413" fmla="*/ 525299 w 991078"/>
                <a:gd name="connsiteY413" fmla="*/ 60324 h 313690"/>
                <a:gd name="connsiteX414" fmla="*/ 527204 w 991078"/>
                <a:gd name="connsiteY414" fmla="*/ 60959 h 313690"/>
                <a:gd name="connsiteX415" fmla="*/ 533554 w 991078"/>
                <a:gd name="connsiteY415" fmla="*/ 62229 h 313690"/>
                <a:gd name="connsiteX416" fmla="*/ 534189 w 991078"/>
                <a:gd name="connsiteY416" fmla="*/ 62229 h 313690"/>
                <a:gd name="connsiteX417" fmla="*/ 541174 w 991078"/>
                <a:gd name="connsiteY417" fmla="*/ 64134 h 313690"/>
                <a:gd name="connsiteX418" fmla="*/ 543079 w 991078"/>
                <a:gd name="connsiteY418" fmla="*/ 64769 h 313690"/>
                <a:gd name="connsiteX419" fmla="*/ 548159 w 991078"/>
                <a:gd name="connsiteY419" fmla="*/ 66039 h 313690"/>
                <a:gd name="connsiteX420" fmla="*/ 550064 w 991078"/>
                <a:gd name="connsiteY420" fmla="*/ 66674 h 313690"/>
                <a:gd name="connsiteX421" fmla="*/ 554509 w 991078"/>
                <a:gd name="connsiteY421" fmla="*/ 68579 h 313690"/>
                <a:gd name="connsiteX422" fmla="*/ 556414 w 991078"/>
                <a:gd name="connsiteY422" fmla="*/ 69214 h 313690"/>
                <a:gd name="connsiteX423" fmla="*/ 560859 w 991078"/>
                <a:gd name="connsiteY423" fmla="*/ 71119 h 313690"/>
                <a:gd name="connsiteX424" fmla="*/ 562129 w 991078"/>
                <a:gd name="connsiteY424" fmla="*/ 71754 h 313690"/>
                <a:gd name="connsiteX425" fmla="*/ 567844 w 991078"/>
                <a:gd name="connsiteY425" fmla="*/ 74294 h 313690"/>
                <a:gd name="connsiteX426" fmla="*/ 573559 w 991078"/>
                <a:gd name="connsiteY426" fmla="*/ 77469 h 313690"/>
                <a:gd name="connsiteX427" fmla="*/ 574194 w 991078"/>
                <a:gd name="connsiteY427" fmla="*/ 78104 h 313690"/>
                <a:gd name="connsiteX428" fmla="*/ 579274 w 991078"/>
                <a:gd name="connsiteY428" fmla="*/ 81279 h 313690"/>
                <a:gd name="connsiteX429" fmla="*/ 580544 w 991078"/>
                <a:gd name="connsiteY429" fmla="*/ 81914 h 313690"/>
                <a:gd name="connsiteX430" fmla="*/ 584354 w 991078"/>
                <a:gd name="connsiteY430" fmla="*/ 84454 h 313690"/>
                <a:gd name="connsiteX431" fmla="*/ 585624 w 991078"/>
                <a:gd name="connsiteY431" fmla="*/ 85724 h 313690"/>
                <a:gd name="connsiteX432" fmla="*/ 589434 w 991078"/>
                <a:gd name="connsiteY432" fmla="*/ 88899 h 313690"/>
                <a:gd name="connsiteX433" fmla="*/ 590704 w 991078"/>
                <a:gd name="connsiteY433" fmla="*/ 89534 h 313690"/>
                <a:gd name="connsiteX434" fmla="*/ 595149 w 991078"/>
                <a:gd name="connsiteY434" fmla="*/ 93344 h 313690"/>
                <a:gd name="connsiteX435" fmla="*/ 599594 w 991078"/>
                <a:gd name="connsiteY435" fmla="*/ 97789 h 313690"/>
                <a:gd name="connsiteX436" fmla="*/ 612294 w 991078"/>
                <a:gd name="connsiteY436" fmla="*/ 114299 h 313690"/>
                <a:gd name="connsiteX437" fmla="*/ 614199 w 991078"/>
                <a:gd name="connsiteY437" fmla="*/ 117474 h 313690"/>
                <a:gd name="connsiteX438" fmla="*/ 614834 w 991078"/>
                <a:gd name="connsiteY438" fmla="*/ 118744 h 313690"/>
                <a:gd name="connsiteX439" fmla="*/ 616739 w 991078"/>
                <a:gd name="connsiteY439" fmla="*/ 122554 h 313690"/>
                <a:gd name="connsiteX440" fmla="*/ 617374 w 991078"/>
                <a:gd name="connsiteY440" fmla="*/ 123824 h 313690"/>
                <a:gd name="connsiteX441" fmla="*/ 619279 w 991078"/>
                <a:gd name="connsiteY441" fmla="*/ 127634 h 313690"/>
                <a:gd name="connsiteX442" fmla="*/ 619279 w 991078"/>
                <a:gd name="connsiteY442" fmla="*/ 128269 h 313690"/>
                <a:gd name="connsiteX443" fmla="*/ 624994 w 991078"/>
                <a:gd name="connsiteY443" fmla="*/ 157479 h 313690"/>
                <a:gd name="connsiteX444" fmla="*/ 619279 w 991078"/>
                <a:gd name="connsiteY444" fmla="*/ 186689 h 313690"/>
                <a:gd name="connsiteX445" fmla="*/ 618644 w 991078"/>
                <a:gd name="connsiteY445" fmla="*/ 187324 h 313690"/>
                <a:gd name="connsiteX446" fmla="*/ 616739 w 991078"/>
                <a:gd name="connsiteY446" fmla="*/ 191134 h 313690"/>
                <a:gd name="connsiteX447" fmla="*/ 616739 w 991078"/>
                <a:gd name="connsiteY447" fmla="*/ 191769 h 313690"/>
                <a:gd name="connsiteX448" fmla="*/ 614834 w 991078"/>
                <a:gd name="connsiteY448" fmla="*/ 195579 h 313690"/>
                <a:gd name="connsiteX449" fmla="*/ 614199 w 991078"/>
                <a:gd name="connsiteY449" fmla="*/ 196849 h 313690"/>
                <a:gd name="connsiteX450" fmla="*/ 612929 w 991078"/>
                <a:gd name="connsiteY450" fmla="*/ 199389 h 313690"/>
                <a:gd name="connsiteX451" fmla="*/ 612294 w 991078"/>
                <a:gd name="connsiteY451" fmla="*/ 200659 h 313690"/>
                <a:gd name="connsiteX452" fmla="*/ 610389 w 991078"/>
                <a:gd name="connsiteY452" fmla="*/ 203199 h 313690"/>
                <a:gd name="connsiteX453" fmla="*/ 609754 w 991078"/>
                <a:gd name="connsiteY453" fmla="*/ 204469 h 313690"/>
                <a:gd name="connsiteX454" fmla="*/ 607214 w 991078"/>
                <a:gd name="connsiteY454" fmla="*/ 208279 h 313690"/>
                <a:gd name="connsiteX455" fmla="*/ 605944 w 991078"/>
                <a:gd name="connsiteY455" fmla="*/ 209549 h 313690"/>
                <a:gd name="connsiteX456" fmla="*/ 604039 w 991078"/>
                <a:gd name="connsiteY456" fmla="*/ 212089 h 313690"/>
                <a:gd name="connsiteX457" fmla="*/ 602769 w 991078"/>
                <a:gd name="connsiteY457" fmla="*/ 213359 h 313690"/>
                <a:gd name="connsiteX458" fmla="*/ 600864 w 991078"/>
                <a:gd name="connsiteY458" fmla="*/ 215264 h 313690"/>
                <a:gd name="connsiteX459" fmla="*/ 599594 w 991078"/>
                <a:gd name="connsiteY459" fmla="*/ 216534 h 313690"/>
                <a:gd name="connsiteX460" fmla="*/ 597054 w 991078"/>
                <a:gd name="connsiteY460" fmla="*/ 219074 h 313690"/>
                <a:gd name="connsiteX461" fmla="*/ 595784 w 991078"/>
                <a:gd name="connsiteY461" fmla="*/ 220344 h 313690"/>
                <a:gd name="connsiteX462" fmla="*/ 592609 w 991078"/>
                <a:gd name="connsiteY462" fmla="*/ 222884 h 313690"/>
                <a:gd name="connsiteX463" fmla="*/ 590704 w 991078"/>
                <a:gd name="connsiteY463" fmla="*/ 224154 h 313690"/>
                <a:gd name="connsiteX464" fmla="*/ 588799 w 991078"/>
                <a:gd name="connsiteY464" fmla="*/ 226059 h 313690"/>
                <a:gd name="connsiteX465" fmla="*/ 586894 w 991078"/>
                <a:gd name="connsiteY465" fmla="*/ 227329 h 313690"/>
                <a:gd name="connsiteX466" fmla="*/ 584354 w 991078"/>
                <a:gd name="connsiteY466" fmla="*/ 229234 h 313690"/>
                <a:gd name="connsiteX467" fmla="*/ 582449 w 991078"/>
                <a:gd name="connsiteY467" fmla="*/ 230504 h 313690"/>
                <a:gd name="connsiteX468" fmla="*/ 578639 w 991078"/>
                <a:gd name="connsiteY468" fmla="*/ 233044 h 313690"/>
                <a:gd name="connsiteX469" fmla="*/ 576734 w 991078"/>
                <a:gd name="connsiteY469" fmla="*/ 234314 h 313690"/>
                <a:gd name="connsiteX470" fmla="*/ 574194 w 991078"/>
                <a:gd name="connsiteY470" fmla="*/ 235584 h 313690"/>
                <a:gd name="connsiteX471" fmla="*/ 572289 w 991078"/>
                <a:gd name="connsiteY471" fmla="*/ 236854 h 313690"/>
                <a:gd name="connsiteX472" fmla="*/ 569749 w 991078"/>
                <a:gd name="connsiteY472" fmla="*/ 238124 h 313690"/>
                <a:gd name="connsiteX473" fmla="*/ 567209 w 991078"/>
                <a:gd name="connsiteY473" fmla="*/ 239394 h 313690"/>
                <a:gd name="connsiteX474" fmla="*/ 564669 w 991078"/>
                <a:gd name="connsiteY474" fmla="*/ 240664 h 313690"/>
                <a:gd name="connsiteX475" fmla="*/ 561494 w 991078"/>
                <a:gd name="connsiteY475" fmla="*/ 241934 h 313690"/>
                <a:gd name="connsiteX476" fmla="*/ 558319 w 991078"/>
                <a:gd name="connsiteY476" fmla="*/ 243204 h 313690"/>
                <a:gd name="connsiteX477" fmla="*/ 555779 w 991078"/>
                <a:gd name="connsiteY477" fmla="*/ 244474 h 313690"/>
                <a:gd name="connsiteX478" fmla="*/ 553239 w 991078"/>
                <a:gd name="connsiteY478" fmla="*/ 245744 h 313690"/>
                <a:gd name="connsiteX479" fmla="*/ 550699 w 991078"/>
                <a:gd name="connsiteY479" fmla="*/ 246379 h 313690"/>
                <a:gd name="connsiteX480" fmla="*/ 548159 w 991078"/>
                <a:gd name="connsiteY480" fmla="*/ 247014 h 313690"/>
                <a:gd name="connsiteX481" fmla="*/ 545619 w 991078"/>
                <a:gd name="connsiteY481" fmla="*/ 247649 h 313690"/>
                <a:gd name="connsiteX482" fmla="*/ 540539 w 991078"/>
                <a:gd name="connsiteY482" fmla="*/ 248919 h 313690"/>
                <a:gd name="connsiteX483" fmla="*/ 537364 w 991078"/>
                <a:gd name="connsiteY483" fmla="*/ 249554 h 313690"/>
                <a:gd name="connsiteX484" fmla="*/ 534824 w 991078"/>
                <a:gd name="connsiteY484" fmla="*/ 250189 h 313690"/>
                <a:gd name="connsiteX485" fmla="*/ 531649 w 991078"/>
                <a:gd name="connsiteY485" fmla="*/ 250824 h 313690"/>
                <a:gd name="connsiteX486" fmla="*/ 529109 w 991078"/>
                <a:gd name="connsiteY486" fmla="*/ 251459 h 313690"/>
                <a:gd name="connsiteX487" fmla="*/ 525934 w 991078"/>
                <a:gd name="connsiteY487" fmla="*/ 252094 h 313690"/>
                <a:gd name="connsiteX488" fmla="*/ 523394 w 991078"/>
                <a:gd name="connsiteY488" fmla="*/ 252729 h 313690"/>
                <a:gd name="connsiteX489" fmla="*/ 520219 w 991078"/>
                <a:gd name="connsiteY489" fmla="*/ 253364 h 313690"/>
                <a:gd name="connsiteX490" fmla="*/ 517044 w 991078"/>
                <a:gd name="connsiteY490" fmla="*/ 253999 h 313690"/>
                <a:gd name="connsiteX491" fmla="*/ 514504 w 991078"/>
                <a:gd name="connsiteY491" fmla="*/ 254634 h 313690"/>
                <a:gd name="connsiteX492" fmla="*/ 509424 w 991078"/>
                <a:gd name="connsiteY492" fmla="*/ 255904 h 313690"/>
                <a:gd name="connsiteX493" fmla="*/ 506884 w 991078"/>
                <a:gd name="connsiteY493" fmla="*/ 255904 h 313690"/>
                <a:gd name="connsiteX494" fmla="*/ 503074 w 991078"/>
                <a:gd name="connsiteY494" fmla="*/ 255904 h 313690"/>
                <a:gd name="connsiteX495" fmla="*/ 501169 w 991078"/>
                <a:gd name="connsiteY495" fmla="*/ 255904 h 313690"/>
                <a:gd name="connsiteX496" fmla="*/ 494819 w 991078"/>
                <a:gd name="connsiteY496" fmla="*/ 255904 h 313690"/>
                <a:gd name="connsiteX497" fmla="*/ 488469 w 991078"/>
                <a:gd name="connsiteY497" fmla="*/ 255904 h 313690"/>
                <a:gd name="connsiteX498" fmla="*/ 485929 w 991078"/>
                <a:gd name="connsiteY498" fmla="*/ 255904 h 313690"/>
                <a:gd name="connsiteX499" fmla="*/ 482119 w 991078"/>
                <a:gd name="connsiteY499" fmla="*/ 255904 h 313690"/>
                <a:gd name="connsiteX500" fmla="*/ 478944 w 991078"/>
                <a:gd name="connsiteY500" fmla="*/ 255904 h 313690"/>
                <a:gd name="connsiteX501" fmla="*/ 476404 w 991078"/>
                <a:gd name="connsiteY501" fmla="*/ 255904 h 313690"/>
                <a:gd name="connsiteX502" fmla="*/ 472594 w 991078"/>
                <a:gd name="connsiteY502" fmla="*/ 255269 h 313690"/>
                <a:gd name="connsiteX503" fmla="*/ 470689 w 991078"/>
                <a:gd name="connsiteY503" fmla="*/ 255269 h 313690"/>
                <a:gd name="connsiteX504" fmla="*/ 466244 w 991078"/>
                <a:gd name="connsiteY504" fmla="*/ 254634 h 313690"/>
                <a:gd name="connsiteX505" fmla="*/ 464974 w 991078"/>
                <a:gd name="connsiteY505" fmla="*/ 254634 h 313690"/>
                <a:gd name="connsiteX506" fmla="*/ 460529 w 991078"/>
                <a:gd name="connsiteY506" fmla="*/ 253999 h 313690"/>
                <a:gd name="connsiteX507" fmla="*/ 459894 w 991078"/>
                <a:gd name="connsiteY507" fmla="*/ 253999 h 313690"/>
                <a:gd name="connsiteX508" fmla="*/ 454814 w 991078"/>
                <a:gd name="connsiteY508" fmla="*/ 252729 h 313690"/>
                <a:gd name="connsiteX509" fmla="*/ 454179 w 991078"/>
                <a:gd name="connsiteY509" fmla="*/ 252729 h 313690"/>
                <a:gd name="connsiteX510" fmla="*/ 449099 w 991078"/>
                <a:gd name="connsiteY510" fmla="*/ 251459 h 313690"/>
                <a:gd name="connsiteX511" fmla="*/ 431954 w 991078"/>
                <a:gd name="connsiteY511" fmla="*/ 245109 h 313690"/>
                <a:gd name="connsiteX512" fmla="*/ 416714 w 991078"/>
                <a:gd name="connsiteY512" fmla="*/ 236854 h 313690"/>
                <a:gd name="connsiteX513" fmla="*/ 416079 w 991078"/>
                <a:gd name="connsiteY513" fmla="*/ 236219 h 313690"/>
                <a:gd name="connsiteX514" fmla="*/ 412904 w 991078"/>
                <a:gd name="connsiteY514" fmla="*/ 234314 h 313690"/>
                <a:gd name="connsiteX515" fmla="*/ 403379 w 991078"/>
                <a:gd name="connsiteY515" fmla="*/ 227329 h 313690"/>
                <a:gd name="connsiteX516" fmla="*/ 402109 w 991078"/>
                <a:gd name="connsiteY516" fmla="*/ 226694 h 313690"/>
                <a:gd name="connsiteX517" fmla="*/ 399569 w 991078"/>
                <a:gd name="connsiteY517" fmla="*/ 224789 h 313690"/>
                <a:gd name="connsiteX518" fmla="*/ 398299 w 991078"/>
                <a:gd name="connsiteY518" fmla="*/ 223519 h 313690"/>
                <a:gd name="connsiteX519" fmla="*/ 391314 w 991078"/>
                <a:gd name="connsiteY519" fmla="*/ 216534 h 313690"/>
                <a:gd name="connsiteX520" fmla="*/ 390044 w 991078"/>
                <a:gd name="connsiteY520" fmla="*/ 215264 h 313690"/>
                <a:gd name="connsiteX521" fmla="*/ 388139 w 991078"/>
                <a:gd name="connsiteY521" fmla="*/ 213359 h 313690"/>
                <a:gd name="connsiteX522" fmla="*/ 386869 w 991078"/>
                <a:gd name="connsiteY522" fmla="*/ 211454 h 313690"/>
                <a:gd name="connsiteX523" fmla="*/ 385599 w 991078"/>
                <a:gd name="connsiteY523" fmla="*/ 209549 h 313690"/>
                <a:gd name="connsiteX524" fmla="*/ 383694 w 991078"/>
                <a:gd name="connsiteY524" fmla="*/ 207009 h 313690"/>
                <a:gd name="connsiteX525" fmla="*/ 381789 w 991078"/>
                <a:gd name="connsiteY525" fmla="*/ 204469 h 313690"/>
                <a:gd name="connsiteX526" fmla="*/ 379884 w 991078"/>
                <a:gd name="connsiteY526" fmla="*/ 201929 h 313690"/>
                <a:gd name="connsiteX527" fmla="*/ 378614 w 991078"/>
                <a:gd name="connsiteY527" fmla="*/ 200024 h 313690"/>
                <a:gd name="connsiteX528" fmla="*/ 377344 w 991078"/>
                <a:gd name="connsiteY528" fmla="*/ 197484 h 313690"/>
                <a:gd name="connsiteX529" fmla="*/ 376709 w 991078"/>
                <a:gd name="connsiteY529" fmla="*/ 195579 h 313690"/>
                <a:gd name="connsiteX530" fmla="*/ 375439 w 991078"/>
                <a:gd name="connsiteY530" fmla="*/ 193039 h 313690"/>
                <a:gd name="connsiteX531" fmla="*/ 374804 w 991078"/>
                <a:gd name="connsiteY531" fmla="*/ 191769 h 313690"/>
                <a:gd name="connsiteX532" fmla="*/ 372899 w 991078"/>
                <a:gd name="connsiteY532" fmla="*/ 187959 h 313690"/>
                <a:gd name="connsiteX533" fmla="*/ 372899 w 991078"/>
                <a:gd name="connsiteY533" fmla="*/ 187324 h 313690"/>
                <a:gd name="connsiteX534" fmla="*/ 370359 w 991078"/>
                <a:gd name="connsiteY534" fmla="*/ 179704 h 313690"/>
                <a:gd name="connsiteX535" fmla="*/ 367184 w 991078"/>
                <a:gd name="connsiteY535" fmla="*/ 158114 h 313690"/>
                <a:gd name="connsiteX536" fmla="*/ 370994 w 991078"/>
                <a:gd name="connsiteY536" fmla="*/ 133349 h 313690"/>
                <a:gd name="connsiteX537" fmla="*/ 372264 w 991078"/>
                <a:gd name="connsiteY537" fmla="*/ 130174 h 313690"/>
                <a:gd name="connsiteX538" fmla="*/ 373534 w 991078"/>
                <a:gd name="connsiteY538" fmla="*/ 126999 h 313690"/>
                <a:gd name="connsiteX539" fmla="*/ 373534 w 991078"/>
                <a:gd name="connsiteY539" fmla="*/ 126364 h 313690"/>
                <a:gd name="connsiteX540" fmla="*/ 373534 w 991078"/>
                <a:gd name="connsiteY540" fmla="*/ 125729 h 313690"/>
                <a:gd name="connsiteX541" fmla="*/ 374804 w 991078"/>
                <a:gd name="connsiteY541" fmla="*/ 122554 h 313690"/>
                <a:gd name="connsiteX542" fmla="*/ 380519 w 991078"/>
                <a:gd name="connsiteY542" fmla="*/ 113029 h 313690"/>
                <a:gd name="connsiteX543" fmla="*/ 383694 w 991078"/>
                <a:gd name="connsiteY543" fmla="*/ 108584 h 313690"/>
                <a:gd name="connsiteX544" fmla="*/ 386869 w 991078"/>
                <a:gd name="connsiteY544" fmla="*/ 104774 h 313690"/>
                <a:gd name="connsiteX545" fmla="*/ 390044 w 991078"/>
                <a:gd name="connsiteY545" fmla="*/ 100964 h 313690"/>
                <a:gd name="connsiteX546" fmla="*/ 419254 w 991078"/>
                <a:gd name="connsiteY546" fmla="*/ 78104 h 313690"/>
                <a:gd name="connsiteX547" fmla="*/ 424969 w 991078"/>
                <a:gd name="connsiteY547" fmla="*/ 74929 h 313690"/>
                <a:gd name="connsiteX548" fmla="*/ 425604 w 991078"/>
                <a:gd name="connsiteY548" fmla="*/ 74294 h 313690"/>
                <a:gd name="connsiteX549" fmla="*/ 430684 w 991078"/>
                <a:gd name="connsiteY549" fmla="*/ 71754 h 313690"/>
                <a:gd name="connsiteX550" fmla="*/ 431954 w 991078"/>
                <a:gd name="connsiteY550" fmla="*/ 71119 h 313690"/>
                <a:gd name="connsiteX551" fmla="*/ 437034 w 991078"/>
                <a:gd name="connsiteY551" fmla="*/ 69214 h 313690"/>
                <a:gd name="connsiteX552" fmla="*/ 437669 w 991078"/>
                <a:gd name="connsiteY552" fmla="*/ 68579 h 313690"/>
                <a:gd name="connsiteX553" fmla="*/ 457354 w 991078"/>
                <a:gd name="connsiteY553" fmla="*/ 62864 h 313690"/>
                <a:gd name="connsiteX554" fmla="*/ 459259 w 991078"/>
                <a:gd name="connsiteY554" fmla="*/ 62229 h 313690"/>
                <a:gd name="connsiteX555" fmla="*/ 464339 w 991078"/>
                <a:gd name="connsiteY555" fmla="*/ 60959 h 313690"/>
                <a:gd name="connsiteX556" fmla="*/ 466879 w 991078"/>
                <a:gd name="connsiteY556" fmla="*/ 60324 h 313690"/>
                <a:gd name="connsiteX557" fmla="*/ 471324 w 991078"/>
                <a:gd name="connsiteY557" fmla="*/ 59689 h 313690"/>
                <a:gd name="connsiteX558" fmla="*/ 473864 w 991078"/>
                <a:gd name="connsiteY558" fmla="*/ 59054 h 313690"/>
                <a:gd name="connsiteX559" fmla="*/ 478309 w 991078"/>
                <a:gd name="connsiteY559" fmla="*/ 58419 h 313690"/>
                <a:gd name="connsiteX560" fmla="*/ 480849 w 991078"/>
                <a:gd name="connsiteY560" fmla="*/ 58419 h 313690"/>
                <a:gd name="connsiteX561" fmla="*/ 485929 w 991078"/>
                <a:gd name="connsiteY561" fmla="*/ 57784 h 313690"/>
                <a:gd name="connsiteX562" fmla="*/ 697383 w 991078"/>
                <a:gd name="connsiteY562" fmla="*/ 51435 h 313690"/>
                <a:gd name="connsiteX563" fmla="*/ 713893 w 991078"/>
                <a:gd name="connsiteY563" fmla="*/ 53975 h 313690"/>
                <a:gd name="connsiteX564" fmla="*/ 727228 w 991078"/>
                <a:gd name="connsiteY564" fmla="*/ 57150 h 313690"/>
                <a:gd name="connsiteX565" fmla="*/ 729133 w 991078"/>
                <a:gd name="connsiteY565" fmla="*/ 64135 h 313690"/>
                <a:gd name="connsiteX566" fmla="*/ 721513 w 991078"/>
                <a:gd name="connsiteY566" fmla="*/ 67310 h 313690"/>
                <a:gd name="connsiteX567" fmla="*/ 710083 w 991078"/>
                <a:gd name="connsiteY567" fmla="*/ 65405 h 313690"/>
                <a:gd name="connsiteX568" fmla="*/ 693573 w 991078"/>
                <a:gd name="connsiteY568" fmla="*/ 60325 h 313690"/>
                <a:gd name="connsiteX569" fmla="*/ 692938 w 991078"/>
                <a:gd name="connsiteY569" fmla="*/ 54610 h 313690"/>
                <a:gd name="connsiteX570" fmla="*/ 697383 w 991078"/>
                <a:gd name="connsiteY570" fmla="*/ 51435 h 313690"/>
                <a:gd name="connsiteX571" fmla="*/ 286538 w 991078"/>
                <a:gd name="connsiteY571" fmla="*/ 50800 h 313690"/>
                <a:gd name="connsiteX572" fmla="*/ 292253 w 991078"/>
                <a:gd name="connsiteY572" fmla="*/ 52705 h 313690"/>
                <a:gd name="connsiteX573" fmla="*/ 292888 w 991078"/>
                <a:gd name="connsiteY573" fmla="*/ 58420 h 313690"/>
                <a:gd name="connsiteX574" fmla="*/ 268123 w 991078"/>
                <a:gd name="connsiteY574" fmla="*/ 66675 h 313690"/>
                <a:gd name="connsiteX575" fmla="*/ 256058 w 991078"/>
                <a:gd name="connsiteY575" fmla="*/ 63500 h 313690"/>
                <a:gd name="connsiteX576" fmla="*/ 255423 w 991078"/>
                <a:gd name="connsiteY576" fmla="*/ 60325 h 313690"/>
                <a:gd name="connsiteX577" fmla="*/ 261138 w 991078"/>
                <a:gd name="connsiteY577" fmla="*/ 55880 h 313690"/>
                <a:gd name="connsiteX578" fmla="*/ 286538 w 991078"/>
                <a:gd name="connsiteY578" fmla="*/ 50800 h 313690"/>
                <a:gd name="connsiteX579" fmla="*/ 29363 w 991078"/>
                <a:gd name="connsiteY579" fmla="*/ 46989 h 313690"/>
                <a:gd name="connsiteX580" fmla="*/ 246534 w 991078"/>
                <a:gd name="connsiteY580" fmla="*/ 48894 h 313690"/>
                <a:gd name="connsiteX581" fmla="*/ 247804 w 991078"/>
                <a:gd name="connsiteY581" fmla="*/ 49529 h 313690"/>
                <a:gd name="connsiteX582" fmla="*/ 249709 w 991078"/>
                <a:gd name="connsiteY582" fmla="*/ 51434 h 313690"/>
                <a:gd name="connsiteX583" fmla="*/ 249709 w 991078"/>
                <a:gd name="connsiteY583" fmla="*/ 54609 h 313690"/>
                <a:gd name="connsiteX584" fmla="*/ 247804 w 991078"/>
                <a:gd name="connsiteY584" fmla="*/ 59054 h 313690"/>
                <a:gd name="connsiteX585" fmla="*/ 52859 w 991078"/>
                <a:gd name="connsiteY585" fmla="*/ 67309 h 313690"/>
                <a:gd name="connsiteX586" fmla="*/ 24283 w 991078"/>
                <a:gd name="connsiteY586" fmla="*/ 58419 h 313690"/>
                <a:gd name="connsiteX587" fmla="*/ 24918 w 991078"/>
                <a:gd name="connsiteY587" fmla="*/ 51434 h 313690"/>
                <a:gd name="connsiteX588" fmla="*/ 29363 w 991078"/>
                <a:gd name="connsiteY588" fmla="*/ 46989 h 313690"/>
                <a:gd name="connsiteX589" fmla="*/ 968529 w 991078"/>
                <a:gd name="connsiteY589" fmla="*/ 45720 h 313690"/>
                <a:gd name="connsiteX590" fmla="*/ 972973 w 991078"/>
                <a:gd name="connsiteY590" fmla="*/ 50800 h 313690"/>
                <a:gd name="connsiteX591" fmla="*/ 972973 w 991078"/>
                <a:gd name="connsiteY591" fmla="*/ 56515 h 313690"/>
                <a:gd name="connsiteX592" fmla="*/ 942494 w 991078"/>
                <a:gd name="connsiteY592" fmla="*/ 64135 h 313690"/>
                <a:gd name="connsiteX593" fmla="*/ 804698 w 991078"/>
                <a:gd name="connsiteY593" fmla="*/ 57150 h 313690"/>
                <a:gd name="connsiteX594" fmla="*/ 786283 w 991078"/>
                <a:gd name="connsiteY594" fmla="*/ 55880 h 313690"/>
                <a:gd name="connsiteX595" fmla="*/ 750088 w 991078"/>
                <a:gd name="connsiteY595" fmla="*/ 53340 h 313690"/>
                <a:gd name="connsiteX596" fmla="*/ 741833 w 991078"/>
                <a:gd name="connsiteY596" fmla="*/ 50165 h 313690"/>
                <a:gd name="connsiteX597" fmla="*/ 750723 w 991078"/>
                <a:gd name="connsiteY597" fmla="*/ 48260 h 313690"/>
                <a:gd name="connsiteX598" fmla="*/ 761518 w 991078"/>
                <a:gd name="connsiteY598" fmla="*/ 48260 h 313690"/>
                <a:gd name="connsiteX599" fmla="*/ 890423 w 991078"/>
                <a:gd name="connsiteY599" fmla="*/ 48260 h 313690"/>
                <a:gd name="connsiteX600" fmla="*/ 968529 w 991078"/>
                <a:gd name="connsiteY600" fmla="*/ 45720 h 313690"/>
                <a:gd name="connsiteX601" fmla="*/ 646583 w 991078"/>
                <a:gd name="connsiteY601" fmla="*/ 40005 h 313690"/>
                <a:gd name="connsiteX602" fmla="*/ 658648 w 991078"/>
                <a:gd name="connsiteY602" fmla="*/ 40005 h 313690"/>
                <a:gd name="connsiteX603" fmla="*/ 664998 w 991078"/>
                <a:gd name="connsiteY603" fmla="*/ 40005 h 313690"/>
                <a:gd name="connsiteX604" fmla="*/ 683413 w 991078"/>
                <a:gd name="connsiteY604" fmla="*/ 40005 h 313690"/>
                <a:gd name="connsiteX605" fmla="*/ 690398 w 991078"/>
                <a:gd name="connsiteY605" fmla="*/ 40005 h 313690"/>
                <a:gd name="connsiteX606" fmla="*/ 692938 w 991078"/>
                <a:gd name="connsiteY606" fmla="*/ 43815 h 313690"/>
                <a:gd name="connsiteX607" fmla="*/ 687223 w 991078"/>
                <a:gd name="connsiteY607" fmla="*/ 48260 h 313690"/>
                <a:gd name="connsiteX608" fmla="*/ 675793 w 991078"/>
                <a:gd name="connsiteY608" fmla="*/ 46990 h 313690"/>
                <a:gd name="connsiteX609" fmla="*/ 685953 w 991078"/>
                <a:gd name="connsiteY609" fmla="*/ 56515 h 313690"/>
                <a:gd name="connsiteX610" fmla="*/ 681508 w 991078"/>
                <a:gd name="connsiteY610" fmla="*/ 60325 h 313690"/>
                <a:gd name="connsiteX611" fmla="*/ 675793 w 991078"/>
                <a:gd name="connsiteY611" fmla="*/ 57785 h 313690"/>
                <a:gd name="connsiteX612" fmla="*/ 663093 w 991078"/>
                <a:gd name="connsiteY612" fmla="*/ 55245 h 313690"/>
                <a:gd name="connsiteX613" fmla="*/ 677698 w 991078"/>
                <a:gd name="connsiteY613" fmla="*/ 69215 h 313690"/>
                <a:gd name="connsiteX614" fmla="*/ 671348 w 991078"/>
                <a:gd name="connsiteY614" fmla="*/ 74295 h 313690"/>
                <a:gd name="connsiteX615" fmla="*/ 656108 w 991078"/>
                <a:gd name="connsiteY615" fmla="*/ 64770 h 313690"/>
                <a:gd name="connsiteX616" fmla="*/ 652298 w 991078"/>
                <a:gd name="connsiteY616" fmla="*/ 66040 h 313690"/>
                <a:gd name="connsiteX617" fmla="*/ 664998 w 991078"/>
                <a:gd name="connsiteY617" fmla="*/ 81915 h 313690"/>
                <a:gd name="connsiteX618" fmla="*/ 653568 w 991078"/>
                <a:gd name="connsiteY618" fmla="*/ 83185 h 313690"/>
                <a:gd name="connsiteX619" fmla="*/ 642773 w 991078"/>
                <a:gd name="connsiteY619" fmla="*/ 79375 h 313690"/>
                <a:gd name="connsiteX620" fmla="*/ 649758 w 991078"/>
                <a:gd name="connsiteY620" fmla="*/ 91440 h 313690"/>
                <a:gd name="connsiteX621" fmla="*/ 644043 w 991078"/>
                <a:gd name="connsiteY621" fmla="*/ 99060 h 313690"/>
                <a:gd name="connsiteX622" fmla="*/ 632613 w 991078"/>
                <a:gd name="connsiteY622" fmla="*/ 91440 h 313690"/>
                <a:gd name="connsiteX623" fmla="*/ 636423 w 991078"/>
                <a:gd name="connsiteY623" fmla="*/ 104140 h 313690"/>
                <a:gd name="connsiteX624" fmla="*/ 626263 w 991078"/>
                <a:gd name="connsiteY624" fmla="*/ 107950 h 313690"/>
                <a:gd name="connsiteX625" fmla="*/ 625628 w 991078"/>
                <a:gd name="connsiteY625" fmla="*/ 101600 h 313690"/>
                <a:gd name="connsiteX626" fmla="*/ 626263 w 991078"/>
                <a:gd name="connsiteY626" fmla="*/ 95250 h 313690"/>
                <a:gd name="connsiteX627" fmla="*/ 626263 w 991078"/>
                <a:gd name="connsiteY627" fmla="*/ 94615 h 313690"/>
                <a:gd name="connsiteX628" fmla="*/ 626263 w 991078"/>
                <a:gd name="connsiteY628" fmla="*/ 93980 h 313690"/>
                <a:gd name="connsiteX629" fmla="*/ 619278 w 991078"/>
                <a:gd name="connsiteY629" fmla="*/ 76200 h 313690"/>
                <a:gd name="connsiteX630" fmla="*/ 618643 w 991078"/>
                <a:gd name="connsiteY630" fmla="*/ 74930 h 313690"/>
                <a:gd name="connsiteX631" fmla="*/ 618643 w 991078"/>
                <a:gd name="connsiteY631" fmla="*/ 74295 h 313690"/>
                <a:gd name="connsiteX632" fmla="*/ 612293 w 991078"/>
                <a:gd name="connsiteY632" fmla="*/ 62865 h 313690"/>
                <a:gd name="connsiteX633" fmla="*/ 609753 w 991078"/>
                <a:gd name="connsiteY633" fmla="*/ 53340 h 313690"/>
                <a:gd name="connsiteX634" fmla="*/ 646583 w 991078"/>
                <a:gd name="connsiteY634" fmla="*/ 40005 h 313690"/>
                <a:gd name="connsiteX635" fmla="*/ 296698 w 991078"/>
                <a:gd name="connsiteY635" fmla="*/ 40005 h 313690"/>
                <a:gd name="connsiteX636" fmla="*/ 298604 w 991078"/>
                <a:gd name="connsiteY636" fmla="*/ 40005 h 313690"/>
                <a:gd name="connsiteX637" fmla="*/ 310669 w 991078"/>
                <a:gd name="connsiteY637" fmla="*/ 40005 h 313690"/>
                <a:gd name="connsiteX638" fmla="*/ 322734 w 991078"/>
                <a:gd name="connsiteY638" fmla="*/ 40005 h 313690"/>
                <a:gd name="connsiteX639" fmla="*/ 332894 w 991078"/>
                <a:gd name="connsiteY639" fmla="*/ 40005 h 313690"/>
                <a:gd name="connsiteX640" fmla="*/ 344959 w 991078"/>
                <a:gd name="connsiteY640" fmla="*/ 40005 h 313690"/>
                <a:gd name="connsiteX641" fmla="*/ 381789 w 991078"/>
                <a:gd name="connsiteY641" fmla="*/ 53340 h 313690"/>
                <a:gd name="connsiteX642" fmla="*/ 379248 w 991078"/>
                <a:gd name="connsiteY642" fmla="*/ 62865 h 313690"/>
                <a:gd name="connsiteX643" fmla="*/ 372898 w 991078"/>
                <a:gd name="connsiteY643" fmla="*/ 74295 h 313690"/>
                <a:gd name="connsiteX644" fmla="*/ 372898 w 991078"/>
                <a:gd name="connsiteY644" fmla="*/ 74930 h 313690"/>
                <a:gd name="connsiteX645" fmla="*/ 372264 w 991078"/>
                <a:gd name="connsiteY645" fmla="*/ 76200 h 313690"/>
                <a:gd name="connsiteX646" fmla="*/ 365279 w 991078"/>
                <a:gd name="connsiteY646" fmla="*/ 93980 h 313690"/>
                <a:gd name="connsiteX647" fmla="*/ 364644 w 991078"/>
                <a:gd name="connsiteY647" fmla="*/ 102870 h 313690"/>
                <a:gd name="connsiteX648" fmla="*/ 364009 w 991078"/>
                <a:gd name="connsiteY648" fmla="*/ 106045 h 313690"/>
                <a:gd name="connsiteX649" fmla="*/ 357659 w 991078"/>
                <a:gd name="connsiteY649" fmla="*/ 107315 h 313690"/>
                <a:gd name="connsiteX650" fmla="*/ 355754 w 991078"/>
                <a:gd name="connsiteY650" fmla="*/ 106680 h 313690"/>
                <a:gd name="connsiteX651" fmla="*/ 353848 w 991078"/>
                <a:gd name="connsiteY651" fmla="*/ 104140 h 313690"/>
                <a:gd name="connsiteX652" fmla="*/ 357023 w 991078"/>
                <a:gd name="connsiteY652" fmla="*/ 90170 h 313690"/>
                <a:gd name="connsiteX653" fmla="*/ 348134 w 991078"/>
                <a:gd name="connsiteY653" fmla="*/ 98425 h 313690"/>
                <a:gd name="connsiteX654" fmla="*/ 345594 w 991078"/>
                <a:gd name="connsiteY654" fmla="*/ 99695 h 313690"/>
                <a:gd name="connsiteX655" fmla="*/ 341148 w 991078"/>
                <a:gd name="connsiteY655" fmla="*/ 93980 h 313690"/>
                <a:gd name="connsiteX656" fmla="*/ 344959 w 991078"/>
                <a:gd name="connsiteY656" fmla="*/ 89535 h 313690"/>
                <a:gd name="connsiteX657" fmla="*/ 350673 w 991078"/>
                <a:gd name="connsiteY657" fmla="*/ 83820 h 313690"/>
                <a:gd name="connsiteX658" fmla="*/ 351309 w 991078"/>
                <a:gd name="connsiteY658" fmla="*/ 78740 h 313690"/>
                <a:gd name="connsiteX659" fmla="*/ 348134 w 991078"/>
                <a:gd name="connsiteY659" fmla="*/ 76835 h 313690"/>
                <a:gd name="connsiteX660" fmla="*/ 332894 w 991078"/>
                <a:gd name="connsiteY660" fmla="*/ 89535 h 313690"/>
                <a:gd name="connsiteX661" fmla="*/ 330989 w 991078"/>
                <a:gd name="connsiteY661" fmla="*/ 90170 h 313690"/>
                <a:gd name="connsiteX662" fmla="*/ 325909 w 991078"/>
                <a:gd name="connsiteY662" fmla="*/ 85090 h 313690"/>
                <a:gd name="connsiteX663" fmla="*/ 330989 w 991078"/>
                <a:gd name="connsiteY663" fmla="*/ 77470 h 313690"/>
                <a:gd name="connsiteX664" fmla="*/ 334798 w 991078"/>
                <a:gd name="connsiteY664" fmla="*/ 74295 h 313690"/>
                <a:gd name="connsiteX665" fmla="*/ 340514 w 991078"/>
                <a:gd name="connsiteY665" fmla="*/ 69850 h 313690"/>
                <a:gd name="connsiteX666" fmla="*/ 341784 w 991078"/>
                <a:gd name="connsiteY666" fmla="*/ 65405 h 313690"/>
                <a:gd name="connsiteX667" fmla="*/ 338609 w 991078"/>
                <a:gd name="connsiteY667" fmla="*/ 62865 h 313690"/>
                <a:gd name="connsiteX668" fmla="*/ 335434 w 991078"/>
                <a:gd name="connsiteY668" fmla="*/ 62865 h 313690"/>
                <a:gd name="connsiteX669" fmla="*/ 329719 w 991078"/>
                <a:gd name="connsiteY669" fmla="*/ 67310 h 313690"/>
                <a:gd name="connsiteX670" fmla="*/ 311939 w 991078"/>
                <a:gd name="connsiteY670" fmla="*/ 73660 h 313690"/>
                <a:gd name="connsiteX671" fmla="*/ 313209 w 991078"/>
                <a:gd name="connsiteY671" fmla="*/ 68580 h 313690"/>
                <a:gd name="connsiteX672" fmla="*/ 327179 w 991078"/>
                <a:gd name="connsiteY672" fmla="*/ 53975 h 313690"/>
                <a:gd name="connsiteX673" fmla="*/ 310669 w 991078"/>
                <a:gd name="connsiteY673" fmla="*/ 58420 h 313690"/>
                <a:gd name="connsiteX674" fmla="*/ 300509 w 991078"/>
                <a:gd name="connsiteY674" fmla="*/ 58420 h 313690"/>
                <a:gd name="connsiteX675" fmla="*/ 310034 w 991078"/>
                <a:gd name="connsiteY675" fmla="*/ 46355 h 313690"/>
                <a:gd name="connsiteX676" fmla="*/ 297334 w 991078"/>
                <a:gd name="connsiteY676" fmla="*/ 48260 h 313690"/>
                <a:gd name="connsiteX677" fmla="*/ 293523 w 991078"/>
                <a:gd name="connsiteY677" fmla="*/ 42545 h 313690"/>
                <a:gd name="connsiteX678" fmla="*/ 296698 w 991078"/>
                <a:gd name="connsiteY678" fmla="*/ 40005 h 313690"/>
                <a:gd name="connsiteX679" fmla="*/ 720799 w 991078"/>
                <a:gd name="connsiteY679" fmla="*/ 37465 h 313690"/>
                <a:gd name="connsiteX680" fmla="*/ 734848 w 991078"/>
                <a:gd name="connsiteY680" fmla="*/ 37465 h 313690"/>
                <a:gd name="connsiteX681" fmla="*/ 734213 w 991078"/>
                <a:gd name="connsiteY681" fmla="*/ 46355 h 313690"/>
                <a:gd name="connsiteX682" fmla="*/ 703098 w 991078"/>
                <a:gd name="connsiteY682" fmla="*/ 43815 h 313690"/>
                <a:gd name="connsiteX683" fmla="*/ 701193 w 991078"/>
                <a:gd name="connsiteY683" fmla="*/ 41910 h 313690"/>
                <a:gd name="connsiteX684" fmla="*/ 704368 w 991078"/>
                <a:gd name="connsiteY684" fmla="*/ 39370 h 313690"/>
                <a:gd name="connsiteX685" fmla="*/ 720799 w 991078"/>
                <a:gd name="connsiteY685" fmla="*/ 37465 h 313690"/>
                <a:gd name="connsiteX686" fmla="*/ 253519 w 991078"/>
                <a:gd name="connsiteY686" fmla="*/ 37464 h 313690"/>
                <a:gd name="connsiteX687" fmla="*/ 269394 w 991078"/>
                <a:gd name="connsiteY687" fmla="*/ 38099 h 313690"/>
                <a:gd name="connsiteX688" fmla="*/ 287174 w 991078"/>
                <a:gd name="connsiteY688" fmla="*/ 41909 h 313690"/>
                <a:gd name="connsiteX689" fmla="*/ 270029 w 991078"/>
                <a:gd name="connsiteY689" fmla="*/ 46354 h 313690"/>
                <a:gd name="connsiteX690" fmla="*/ 254154 w 991078"/>
                <a:gd name="connsiteY690" fmla="*/ 46354 h 313690"/>
                <a:gd name="connsiteX691" fmla="*/ 253519 w 991078"/>
                <a:gd name="connsiteY691" fmla="*/ 37464 h 313690"/>
                <a:gd name="connsiteX692" fmla="*/ 494819 w 991078"/>
                <a:gd name="connsiteY692" fmla="*/ 13970 h 313690"/>
                <a:gd name="connsiteX693" fmla="*/ 568479 w 991078"/>
                <a:gd name="connsiteY693" fmla="*/ 27940 h 313690"/>
                <a:gd name="connsiteX694" fmla="*/ 567209 w 991078"/>
                <a:gd name="connsiteY694" fmla="*/ 33020 h 313690"/>
                <a:gd name="connsiteX695" fmla="*/ 576099 w 991078"/>
                <a:gd name="connsiteY695" fmla="*/ 52070 h 313690"/>
                <a:gd name="connsiteX696" fmla="*/ 576734 w 991078"/>
                <a:gd name="connsiteY696" fmla="*/ 53340 h 313690"/>
                <a:gd name="connsiteX697" fmla="*/ 586894 w 991078"/>
                <a:gd name="connsiteY697" fmla="*/ 64135 h 313690"/>
                <a:gd name="connsiteX698" fmla="*/ 593244 w 991078"/>
                <a:gd name="connsiteY698" fmla="*/ 70485 h 313690"/>
                <a:gd name="connsiteX699" fmla="*/ 594514 w 991078"/>
                <a:gd name="connsiteY699" fmla="*/ 71755 h 313690"/>
                <a:gd name="connsiteX700" fmla="*/ 605944 w 991078"/>
                <a:gd name="connsiteY700" fmla="*/ 92075 h 313690"/>
                <a:gd name="connsiteX701" fmla="*/ 605309 w 991078"/>
                <a:gd name="connsiteY701" fmla="*/ 92710 h 313690"/>
                <a:gd name="connsiteX702" fmla="*/ 604674 w 991078"/>
                <a:gd name="connsiteY702" fmla="*/ 93980 h 313690"/>
                <a:gd name="connsiteX703" fmla="*/ 496089 w 991078"/>
                <a:gd name="connsiteY703" fmla="*/ 50800 h 313690"/>
                <a:gd name="connsiteX704" fmla="*/ 388139 w 991078"/>
                <a:gd name="connsiteY704" fmla="*/ 93345 h 313690"/>
                <a:gd name="connsiteX705" fmla="*/ 387504 w 991078"/>
                <a:gd name="connsiteY705" fmla="*/ 92075 h 313690"/>
                <a:gd name="connsiteX706" fmla="*/ 386869 w 991078"/>
                <a:gd name="connsiteY706" fmla="*/ 91440 h 313690"/>
                <a:gd name="connsiteX707" fmla="*/ 398299 w 991078"/>
                <a:gd name="connsiteY707" fmla="*/ 71120 h 313690"/>
                <a:gd name="connsiteX708" fmla="*/ 399569 w 991078"/>
                <a:gd name="connsiteY708" fmla="*/ 69850 h 313690"/>
                <a:gd name="connsiteX709" fmla="*/ 405919 w 991078"/>
                <a:gd name="connsiteY709" fmla="*/ 63500 h 313690"/>
                <a:gd name="connsiteX710" fmla="*/ 416079 w 991078"/>
                <a:gd name="connsiteY710" fmla="*/ 52705 h 313690"/>
                <a:gd name="connsiteX711" fmla="*/ 417984 w 991078"/>
                <a:gd name="connsiteY711" fmla="*/ 52070 h 313690"/>
                <a:gd name="connsiteX712" fmla="*/ 426874 w 991078"/>
                <a:gd name="connsiteY712" fmla="*/ 33020 h 313690"/>
                <a:gd name="connsiteX713" fmla="*/ 424969 w 991078"/>
                <a:gd name="connsiteY713" fmla="*/ 26035 h 313690"/>
                <a:gd name="connsiteX714" fmla="*/ 494819 w 991078"/>
                <a:gd name="connsiteY714" fmla="*/ 13970 h 313690"/>
                <a:gd name="connsiteX715" fmla="*/ 353848 w 991078"/>
                <a:gd name="connsiteY715" fmla="*/ 12700 h 313690"/>
                <a:gd name="connsiteX716" fmla="*/ 391948 w 991078"/>
                <a:gd name="connsiteY716" fmla="*/ 15875 h 313690"/>
                <a:gd name="connsiteX717" fmla="*/ 408458 w 991078"/>
                <a:gd name="connsiteY717" fmla="*/ 20955 h 313690"/>
                <a:gd name="connsiteX718" fmla="*/ 420523 w 991078"/>
                <a:gd name="connsiteY718" fmla="*/ 33020 h 313690"/>
                <a:gd name="connsiteX719" fmla="*/ 412268 w 991078"/>
                <a:gd name="connsiteY719" fmla="*/ 48895 h 313690"/>
                <a:gd name="connsiteX720" fmla="*/ 395758 w 991078"/>
                <a:gd name="connsiteY720" fmla="*/ 65405 h 313690"/>
                <a:gd name="connsiteX721" fmla="*/ 381788 w 991078"/>
                <a:gd name="connsiteY721" fmla="*/ 94615 h 313690"/>
                <a:gd name="connsiteX722" fmla="*/ 383693 w 991078"/>
                <a:gd name="connsiteY722" fmla="*/ 97790 h 313690"/>
                <a:gd name="connsiteX723" fmla="*/ 375438 w 991078"/>
                <a:gd name="connsiteY723" fmla="*/ 108585 h 313690"/>
                <a:gd name="connsiteX724" fmla="*/ 372898 w 991078"/>
                <a:gd name="connsiteY724" fmla="*/ 103505 h 313690"/>
                <a:gd name="connsiteX725" fmla="*/ 371628 w 991078"/>
                <a:gd name="connsiteY725" fmla="*/ 94615 h 313690"/>
                <a:gd name="connsiteX726" fmla="*/ 378613 w 991078"/>
                <a:gd name="connsiteY726" fmla="*/ 77470 h 313690"/>
                <a:gd name="connsiteX727" fmla="*/ 384963 w 991078"/>
                <a:gd name="connsiteY727" fmla="*/ 64770 h 313690"/>
                <a:gd name="connsiteX728" fmla="*/ 387503 w 991078"/>
                <a:gd name="connsiteY728" fmla="*/ 51435 h 313690"/>
                <a:gd name="connsiteX729" fmla="*/ 344958 w 991078"/>
                <a:gd name="connsiteY729" fmla="*/ 33655 h 313690"/>
                <a:gd name="connsiteX730" fmla="*/ 332893 w 991078"/>
                <a:gd name="connsiteY730" fmla="*/ 33655 h 313690"/>
                <a:gd name="connsiteX731" fmla="*/ 322733 w 991078"/>
                <a:gd name="connsiteY731" fmla="*/ 33655 h 313690"/>
                <a:gd name="connsiteX732" fmla="*/ 322098 w 991078"/>
                <a:gd name="connsiteY732" fmla="*/ 33655 h 313690"/>
                <a:gd name="connsiteX733" fmla="*/ 310033 w 991078"/>
                <a:gd name="connsiteY733" fmla="*/ 33655 h 313690"/>
                <a:gd name="connsiteX734" fmla="*/ 299873 w 991078"/>
                <a:gd name="connsiteY734" fmla="*/ 33655 h 313690"/>
                <a:gd name="connsiteX735" fmla="*/ 289713 w 991078"/>
                <a:gd name="connsiteY735" fmla="*/ 33655 h 313690"/>
                <a:gd name="connsiteX736" fmla="*/ 289078 w 991078"/>
                <a:gd name="connsiteY736" fmla="*/ 33655 h 313690"/>
                <a:gd name="connsiteX737" fmla="*/ 235738 w 991078"/>
                <a:gd name="connsiteY737" fmla="*/ 29845 h 313690"/>
                <a:gd name="connsiteX738" fmla="*/ 235103 w 991078"/>
                <a:gd name="connsiteY738" fmla="*/ 29845 h 313690"/>
                <a:gd name="connsiteX739" fmla="*/ 232563 w 991078"/>
                <a:gd name="connsiteY739" fmla="*/ 29845 h 313690"/>
                <a:gd name="connsiteX740" fmla="*/ 160808 w 991078"/>
                <a:gd name="connsiteY740" fmla="*/ 23495 h 313690"/>
                <a:gd name="connsiteX741" fmla="*/ 158268 w 991078"/>
                <a:gd name="connsiteY741" fmla="*/ 23495 h 313690"/>
                <a:gd name="connsiteX742" fmla="*/ 105563 w 991078"/>
                <a:gd name="connsiteY742" fmla="*/ 25400 h 313690"/>
                <a:gd name="connsiteX743" fmla="*/ 101753 w 991078"/>
                <a:gd name="connsiteY743" fmla="*/ 26035 h 313690"/>
                <a:gd name="connsiteX744" fmla="*/ 111913 w 991078"/>
                <a:gd name="connsiteY744" fmla="*/ 29845 h 313690"/>
                <a:gd name="connsiteX745" fmla="*/ 181128 w 991078"/>
                <a:gd name="connsiteY745" fmla="*/ 30480 h 313690"/>
                <a:gd name="connsiteX746" fmla="*/ 239548 w 991078"/>
                <a:gd name="connsiteY746" fmla="*/ 38735 h 313690"/>
                <a:gd name="connsiteX747" fmla="*/ 243358 w 991078"/>
                <a:gd name="connsiteY747" fmla="*/ 39370 h 313690"/>
                <a:gd name="connsiteX748" fmla="*/ 244628 w 991078"/>
                <a:gd name="connsiteY748" fmla="*/ 40005 h 313690"/>
                <a:gd name="connsiteX749" fmla="*/ 245898 w 991078"/>
                <a:gd name="connsiteY749" fmla="*/ 41910 h 313690"/>
                <a:gd name="connsiteX750" fmla="*/ 171603 w 991078"/>
                <a:gd name="connsiteY750" fmla="*/ 40005 h 313690"/>
                <a:gd name="connsiteX751" fmla="*/ 39523 w 991078"/>
                <a:gd name="connsiteY751" fmla="*/ 38735 h 313690"/>
                <a:gd name="connsiteX752" fmla="*/ 23013 w 991078"/>
                <a:gd name="connsiteY752" fmla="*/ 34925 h 313690"/>
                <a:gd name="connsiteX753" fmla="*/ 153 w 991078"/>
                <a:gd name="connsiteY753" fmla="*/ 23495 h 313690"/>
                <a:gd name="connsiteX754" fmla="*/ 7773 w 991078"/>
                <a:gd name="connsiteY754" fmla="*/ 14605 h 313690"/>
                <a:gd name="connsiteX755" fmla="*/ 9678 w 991078"/>
                <a:gd name="connsiteY755" fmla="*/ 13970 h 313690"/>
                <a:gd name="connsiteX756" fmla="*/ 14123 w 991078"/>
                <a:gd name="connsiteY756" fmla="*/ 13335 h 313690"/>
                <a:gd name="connsiteX757" fmla="*/ 31268 w 991078"/>
                <a:gd name="connsiteY757" fmla="*/ 15240 h 313690"/>
                <a:gd name="connsiteX758" fmla="*/ 64288 w 991078"/>
                <a:gd name="connsiteY758" fmla="*/ 17145 h 313690"/>
                <a:gd name="connsiteX759" fmla="*/ 130328 w 991078"/>
                <a:gd name="connsiteY759" fmla="*/ 14605 h 313690"/>
                <a:gd name="connsiteX760" fmla="*/ 138583 w 991078"/>
                <a:gd name="connsiteY760" fmla="*/ 13970 h 313690"/>
                <a:gd name="connsiteX761" fmla="*/ 202718 w 991078"/>
                <a:gd name="connsiteY761" fmla="*/ 13970 h 313690"/>
                <a:gd name="connsiteX762" fmla="*/ 230023 w 991078"/>
                <a:gd name="connsiteY762" fmla="*/ 15875 h 313690"/>
                <a:gd name="connsiteX763" fmla="*/ 234468 w 991078"/>
                <a:gd name="connsiteY763" fmla="*/ 15875 h 313690"/>
                <a:gd name="connsiteX764" fmla="*/ 276378 w 991078"/>
                <a:gd name="connsiteY764" fmla="*/ 17780 h 313690"/>
                <a:gd name="connsiteX765" fmla="*/ 318923 w 991078"/>
                <a:gd name="connsiteY765" fmla="*/ 15240 h 313690"/>
                <a:gd name="connsiteX766" fmla="*/ 353848 w 991078"/>
                <a:gd name="connsiteY766" fmla="*/ 12700 h 313690"/>
                <a:gd name="connsiteX767" fmla="*/ 637693 w 991078"/>
                <a:gd name="connsiteY767" fmla="*/ 12064 h 313690"/>
                <a:gd name="connsiteX768" fmla="*/ 672618 w 991078"/>
                <a:gd name="connsiteY768" fmla="*/ 14604 h 313690"/>
                <a:gd name="connsiteX769" fmla="*/ 715163 w 991078"/>
                <a:gd name="connsiteY769" fmla="*/ 17144 h 313690"/>
                <a:gd name="connsiteX770" fmla="*/ 757073 w 991078"/>
                <a:gd name="connsiteY770" fmla="*/ 15239 h 313690"/>
                <a:gd name="connsiteX771" fmla="*/ 761518 w 991078"/>
                <a:gd name="connsiteY771" fmla="*/ 15239 h 313690"/>
                <a:gd name="connsiteX772" fmla="*/ 788823 w 991078"/>
                <a:gd name="connsiteY772" fmla="*/ 13334 h 313690"/>
                <a:gd name="connsiteX773" fmla="*/ 852958 w 991078"/>
                <a:gd name="connsiteY773" fmla="*/ 13334 h 313690"/>
                <a:gd name="connsiteX774" fmla="*/ 861213 w 991078"/>
                <a:gd name="connsiteY774" fmla="*/ 13969 h 313690"/>
                <a:gd name="connsiteX775" fmla="*/ 927253 w 991078"/>
                <a:gd name="connsiteY775" fmla="*/ 16509 h 313690"/>
                <a:gd name="connsiteX776" fmla="*/ 960273 w 991078"/>
                <a:gd name="connsiteY776" fmla="*/ 14604 h 313690"/>
                <a:gd name="connsiteX777" fmla="*/ 977418 w 991078"/>
                <a:gd name="connsiteY777" fmla="*/ 12699 h 313690"/>
                <a:gd name="connsiteX778" fmla="*/ 981863 w 991078"/>
                <a:gd name="connsiteY778" fmla="*/ 13334 h 313690"/>
                <a:gd name="connsiteX779" fmla="*/ 983768 w 991078"/>
                <a:gd name="connsiteY779" fmla="*/ 13969 h 313690"/>
                <a:gd name="connsiteX780" fmla="*/ 990753 w 991078"/>
                <a:gd name="connsiteY780" fmla="*/ 22224 h 313690"/>
                <a:gd name="connsiteX781" fmla="*/ 967893 w 991078"/>
                <a:gd name="connsiteY781" fmla="*/ 33654 h 313690"/>
                <a:gd name="connsiteX782" fmla="*/ 952018 w 991078"/>
                <a:gd name="connsiteY782" fmla="*/ 38099 h 313690"/>
                <a:gd name="connsiteX783" fmla="*/ 819938 w 991078"/>
                <a:gd name="connsiteY783" fmla="*/ 39369 h 313690"/>
                <a:gd name="connsiteX784" fmla="*/ 745643 w 991078"/>
                <a:gd name="connsiteY784" fmla="*/ 41274 h 313690"/>
                <a:gd name="connsiteX785" fmla="*/ 746913 w 991078"/>
                <a:gd name="connsiteY785" fmla="*/ 39369 h 313690"/>
                <a:gd name="connsiteX786" fmla="*/ 748183 w 991078"/>
                <a:gd name="connsiteY786" fmla="*/ 38734 h 313690"/>
                <a:gd name="connsiteX787" fmla="*/ 751993 w 991078"/>
                <a:gd name="connsiteY787" fmla="*/ 38099 h 313690"/>
                <a:gd name="connsiteX788" fmla="*/ 810413 w 991078"/>
                <a:gd name="connsiteY788" fmla="*/ 29844 h 313690"/>
                <a:gd name="connsiteX789" fmla="*/ 879628 w 991078"/>
                <a:gd name="connsiteY789" fmla="*/ 29209 h 313690"/>
                <a:gd name="connsiteX790" fmla="*/ 889788 w 991078"/>
                <a:gd name="connsiteY790" fmla="*/ 25399 h 313690"/>
                <a:gd name="connsiteX791" fmla="*/ 885978 w 991078"/>
                <a:gd name="connsiteY791" fmla="*/ 24764 h 313690"/>
                <a:gd name="connsiteX792" fmla="*/ 833273 w 991078"/>
                <a:gd name="connsiteY792" fmla="*/ 22859 h 313690"/>
                <a:gd name="connsiteX793" fmla="*/ 830733 w 991078"/>
                <a:gd name="connsiteY793" fmla="*/ 22859 h 313690"/>
                <a:gd name="connsiteX794" fmla="*/ 758978 w 991078"/>
                <a:gd name="connsiteY794" fmla="*/ 29209 h 313690"/>
                <a:gd name="connsiteX795" fmla="*/ 756438 w 991078"/>
                <a:gd name="connsiteY795" fmla="*/ 29209 h 313690"/>
                <a:gd name="connsiteX796" fmla="*/ 755803 w 991078"/>
                <a:gd name="connsiteY796" fmla="*/ 29209 h 313690"/>
                <a:gd name="connsiteX797" fmla="*/ 702463 w 991078"/>
                <a:gd name="connsiteY797" fmla="*/ 33019 h 313690"/>
                <a:gd name="connsiteX798" fmla="*/ 701828 w 991078"/>
                <a:gd name="connsiteY798" fmla="*/ 33019 h 313690"/>
                <a:gd name="connsiteX799" fmla="*/ 691668 w 991078"/>
                <a:gd name="connsiteY799" fmla="*/ 33019 h 313690"/>
                <a:gd name="connsiteX800" fmla="*/ 681508 w 991078"/>
                <a:gd name="connsiteY800" fmla="*/ 33019 h 313690"/>
                <a:gd name="connsiteX801" fmla="*/ 669443 w 991078"/>
                <a:gd name="connsiteY801" fmla="*/ 33019 h 313690"/>
                <a:gd name="connsiteX802" fmla="*/ 668808 w 991078"/>
                <a:gd name="connsiteY802" fmla="*/ 33019 h 313690"/>
                <a:gd name="connsiteX803" fmla="*/ 658648 w 991078"/>
                <a:gd name="connsiteY803" fmla="*/ 33019 h 313690"/>
                <a:gd name="connsiteX804" fmla="*/ 646583 w 991078"/>
                <a:gd name="connsiteY804" fmla="*/ 33019 h 313690"/>
                <a:gd name="connsiteX805" fmla="*/ 604038 w 991078"/>
                <a:gd name="connsiteY805" fmla="*/ 50799 h 313690"/>
                <a:gd name="connsiteX806" fmla="*/ 606578 w 991078"/>
                <a:gd name="connsiteY806" fmla="*/ 64134 h 313690"/>
                <a:gd name="connsiteX807" fmla="*/ 612928 w 991078"/>
                <a:gd name="connsiteY807" fmla="*/ 76834 h 313690"/>
                <a:gd name="connsiteX808" fmla="*/ 619913 w 991078"/>
                <a:gd name="connsiteY808" fmla="*/ 93979 h 313690"/>
                <a:gd name="connsiteX809" fmla="*/ 618643 w 991078"/>
                <a:gd name="connsiteY809" fmla="*/ 102869 h 313690"/>
                <a:gd name="connsiteX810" fmla="*/ 616103 w 991078"/>
                <a:gd name="connsiteY810" fmla="*/ 108584 h 313690"/>
                <a:gd name="connsiteX811" fmla="*/ 607848 w 991078"/>
                <a:gd name="connsiteY811" fmla="*/ 97789 h 313690"/>
                <a:gd name="connsiteX812" fmla="*/ 610388 w 991078"/>
                <a:gd name="connsiteY812" fmla="*/ 94614 h 313690"/>
                <a:gd name="connsiteX813" fmla="*/ 596418 w 991078"/>
                <a:gd name="connsiteY813" fmla="*/ 65404 h 313690"/>
                <a:gd name="connsiteX814" fmla="*/ 579908 w 991078"/>
                <a:gd name="connsiteY814" fmla="*/ 48894 h 313690"/>
                <a:gd name="connsiteX815" fmla="*/ 571653 w 991078"/>
                <a:gd name="connsiteY815" fmla="*/ 33019 h 313690"/>
                <a:gd name="connsiteX816" fmla="*/ 583718 w 991078"/>
                <a:gd name="connsiteY816" fmla="*/ 20954 h 313690"/>
                <a:gd name="connsiteX817" fmla="*/ 584353 w 991078"/>
                <a:gd name="connsiteY817" fmla="*/ 20319 h 313690"/>
                <a:gd name="connsiteX818" fmla="*/ 586893 w 991078"/>
                <a:gd name="connsiteY818" fmla="*/ 19049 h 313690"/>
                <a:gd name="connsiteX819" fmla="*/ 587528 w 991078"/>
                <a:gd name="connsiteY819" fmla="*/ 18414 h 313690"/>
                <a:gd name="connsiteX820" fmla="*/ 599593 w 991078"/>
                <a:gd name="connsiteY820" fmla="*/ 15239 h 313690"/>
                <a:gd name="connsiteX821" fmla="*/ 637693 w 991078"/>
                <a:gd name="connsiteY821" fmla="*/ 12064 h 313690"/>
                <a:gd name="connsiteX822" fmla="*/ 493549 w 991078"/>
                <a:gd name="connsiteY822" fmla="*/ 0 h 313690"/>
                <a:gd name="connsiteX823" fmla="*/ 578004 w 991078"/>
                <a:gd name="connsiteY823" fmla="*/ 17145 h 313690"/>
                <a:gd name="connsiteX824" fmla="*/ 571019 w 991078"/>
                <a:gd name="connsiteY824" fmla="*/ 22225 h 313690"/>
                <a:gd name="connsiteX825" fmla="*/ 493549 w 991078"/>
                <a:gd name="connsiteY825" fmla="*/ 7620 h 313690"/>
                <a:gd name="connsiteX826" fmla="*/ 419254 w 991078"/>
                <a:gd name="connsiteY826" fmla="*/ 20320 h 313690"/>
                <a:gd name="connsiteX827" fmla="*/ 411634 w 991078"/>
                <a:gd name="connsiteY827" fmla="*/ 15875 h 313690"/>
                <a:gd name="connsiteX828" fmla="*/ 493549 w 991078"/>
                <a:gd name="connsiteY828" fmla="*/ 0 h 313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Lst>
              <a:rect l="l" t="t" r="r" b="b"/>
              <a:pathLst>
                <a:path w="991078" h="313690">
                  <a:moveTo>
                    <a:pt x="491008" y="263525"/>
                  </a:moveTo>
                  <a:cubicBezTo>
                    <a:pt x="492913" y="263525"/>
                    <a:pt x="494183" y="263525"/>
                    <a:pt x="496088" y="263525"/>
                  </a:cubicBezTo>
                  <a:cubicBezTo>
                    <a:pt x="497358" y="263525"/>
                    <a:pt x="499263" y="263525"/>
                    <a:pt x="500533" y="263525"/>
                  </a:cubicBezTo>
                  <a:cubicBezTo>
                    <a:pt x="500533" y="264160"/>
                    <a:pt x="501168" y="264160"/>
                    <a:pt x="501168" y="264795"/>
                  </a:cubicBezTo>
                  <a:cubicBezTo>
                    <a:pt x="501803" y="267335"/>
                    <a:pt x="503073" y="289560"/>
                    <a:pt x="503073" y="297815"/>
                  </a:cubicBezTo>
                  <a:cubicBezTo>
                    <a:pt x="503708" y="300990"/>
                    <a:pt x="503708" y="305435"/>
                    <a:pt x="503073" y="307975"/>
                  </a:cubicBezTo>
                  <a:cubicBezTo>
                    <a:pt x="502438" y="310515"/>
                    <a:pt x="499263" y="313690"/>
                    <a:pt x="496088" y="313690"/>
                  </a:cubicBezTo>
                  <a:cubicBezTo>
                    <a:pt x="493548" y="313690"/>
                    <a:pt x="489103" y="309245"/>
                    <a:pt x="488468" y="307340"/>
                  </a:cubicBezTo>
                  <a:cubicBezTo>
                    <a:pt x="487833" y="304800"/>
                    <a:pt x="488468" y="301625"/>
                    <a:pt x="488468" y="298450"/>
                  </a:cubicBezTo>
                  <a:cubicBezTo>
                    <a:pt x="488468" y="289560"/>
                    <a:pt x="490373" y="267970"/>
                    <a:pt x="490373" y="265430"/>
                  </a:cubicBezTo>
                  <a:cubicBezTo>
                    <a:pt x="490373" y="264795"/>
                    <a:pt x="491008" y="264160"/>
                    <a:pt x="491008" y="263525"/>
                  </a:cubicBezTo>
                  <a:close/>
                  <a:moveTo>
                    <a:pt x="518314" y="262255"/>
                  </a:moveTo>
                  <a:cubicBezTo>
                    <a:pt x="518314" y="262890"/>
                    <a:pt x="518949" y="262890"/>
                    <a:pt x="518949" y="263525"/>
                  </a:cubicBezTo>
                  <a:cubicBezTo>
                    <a:pt x="520219" y="266065"/>
                    <a:pt x="524029" y="287655"/>
                    <a:pt x="525299" y="296545"/>
                  </a:cubicBezTo>
                  <a:cubicBezTo>
                    <a:pt x="525934" y="299720"/>
                    <a:pt x="526569" y="303530"/>
                    <a:pt x="525934" y="306705"/>
                  </a:cubicBezTo>
                  <a:cubicBezTo>
                    <a:pt x="525299" y="309245"/>
                    <a:pt x="522759" y="312420"/>
                    <a:pt x="519584" y="313055"/>
                  </a:cubicBezTo>
                  <a:cubicBezTo>
                    <a:pt x="517044" y="313055"/>
                    <a:pt x="511964" y="309245"/>
                    <a:pt x="511329" y="307340"/>
                  </a:cubicBezTo>
                  <a:cubicBezTo>
                    <a:pt x="510059" y="304800"/>
                    <a:pt x="510059" y="301625"/>
                    <a:pt x="510059" y="298450"/>
                  </a:cubicBezTo>
                  <a:cubicBezTo>
                    <a:pt x="509424" y="289560"/>
                    <a:pt x="508154" y="267970"/>
                    <a:pt x="508154" y="265430"/>
                  </a:cubicBezTo>
                  <a:cubicBezTo>
                    <a:pt x="508154" y="264795"/>
                    <a:pt x="508789" y="264160"/>
                    <a:pt x="508789" y="263525"/>
                  </a:cubicBezTo>
                  <a:cubicBezTo>
                    <a:pt x="511964" y="262890"/>
                    <a:pt x="515139" y="262890"/>
                    <a:pt x="518314" y="262255"/>
                  </a:cubicBezTo>
                  <a:close/>
                  <a:moveTo>
                    <a:pt x="473863" y="261620"/>
                  </a:moveTo>
                  <a:cubicBezTo>
                    <a:pt x="477038" y="262255"/>
                    <a:pt x="480213" y="262890"/>
                    <a:pt x="483388" y="262890"/>
                  </a:cubicBezTo>
                  <a:cubicBezTo>
                    <a:pt x="484023" y="263525"/>
                    <a:pt x="484023" y="264160"/>
                    <a:pt x="484658" y="264160"/>
                  </a:cubicBezTo>
                  <a:cubicBezTo>
                    <a:pt x="484658" y="266700"/>
                    <a:pt x="482753" y="288290"/>
                    <a:pt x="482118" y="297180"/>
                  </a:cubicBezTo>
                  <a:cubicBezTo>
                    <a:pt x="482118" y="300355"/>
                    <a:pt x="481483" y="304800"/>
                    <a:pt x="480213" y="307340"/>
                  </a:cubicBezTo>
                  <a:cubicBezTo>
                    <a:pt x="478943" y="309880"/>
                    <a:pt x="475133" y="312420"/>
                    <a:pt x="471958" y="311785"/>
                  </a:cubicBezTo>
                  <a:cubicBezTo>
                    <a:pt x="469418" y="311150"/>
                    <a:pt x="464973" y="306070"/>
                    <a:pt x="464973" y="304165"/>
                  </a:cubicBezTo>
                  <a:cubicBezTo>
                    <a:pt x="464338" y="300990"/>
                    <a:pt x="465608" y="298450"/>
                    <a:pt x="466243" y="295275"/>
                  </a:cubicBezTo>
                  <a:cubicBezTo>
                    <a:pt x="468148" y="286385"/>
                    <a:pt x="472593" y="265430"/>
                    <a:pt x="473228" y="262890"/>
                  </a:cubicBezTo>
                  <a:cubicBezTo>
                    <a:pt x="473228" y="262255"/>
                    <a:pt x="473863" y="262255"/>
                    <a:pt x="473863" y="261620"/>
                  </a:cubicBezTo>
                  <a:close/>
                  <a:moveTo>
                    <a:pt x="535458" y="259080"/>
                  </a:moveTo>
                  <a:cubicBezTo>
                    <a:pt x="537363" y="260985"/>
                    <a:pt x="544983" y="282575"/>
                    <a:pt x="547523" y="290195"/>
                  </a:cubicBezTo>
                  <a:cubicBezTo>
                    <a:pt x="548158" y="293370"/>
                    <a:pt x="550063" y="297180"/>
                    <a:pt x="550063" y="300355"/>
                  </a:cubicBezTo>
                  <a:cubicBezTo>
                    <a:pt x="550063" y="302895"/>
                    <a:pt x="548158" y="306705"/>
                    <a:pt x="544983" y="307975"/>
                  </a:cubicBezTo>
                  <a:cubicBezTo>
                    <a:pt x="542443" y="309245"/>
                    <a:pt x="536728" y="306070"/>
                    <a:pt x="535458" y="304165"/>
                  </a:cubicBezTo>
                  <a:cubicBezTo>
                    <a:pt x="534188" y="301625"/>
                    <a:pt x="533553" y="298450"/>
                    <a:pt x="532918" y="295275"/>
                  </a:cubicBezTo>
                  <a:cubicBezTo>
                    <a:pt x="531013" y="286385"/>
                    <a:pt x="525933" y="264795"/>
                    <a:pt x="525298" y="262255"/>
                  </a:cubicBezTo>
                  <a:cubicBezTo>
                    <a:pt x="525298" y="262255"/>
                    <a:pt x="525298" y="261620"/>
                    <a:pt x="525298" y="260985"/>
                  </a:cubicBezTo>
                  <a:cubicBezTo>
                    <a:pt x="528473" y="260350"/>
                    <a:pt x="532283" y="259715"/>
                    <a:pt x="535458" y="259080"/>
                  </a:cubicBezTo>
                  <a:close/>
                  <a:moveTo>
                    <a:pt x="457354" y="259080"/>
                  </a:moveTo>
                  <a:cubicBezTo>
                    <a:pt x="460529" y="259715"/>
                    <a:pt x="463704" y="260350"/>
                    <a:pt x="466879" y="260985"/>
                  </a:cubicBezTo>
                  <a:cubicBezTo>
                    <a:pt x="467514" y="262255"/>
                    <a:pt x="467514" y="262890"/>
                    <a:pt x="467514" y="263525"/>
                  </a:cubicBezTo>
                  <a:cubicBezTo>
                    <a:pt x="467514" y="266065"/>
                    <a:pt x="461164" y="287020"/>
                    <a:pt x="459259" y="295275"/>
                  </a:cubicBezTo>
                  <a:cubicBezTo>
                    <a:pt x="458624" y="298450"/>
                    <a:pt x="457354" y="302260"/>
                    <a:pt x="455449" y="304800"/>
                  </a:cubicBezTo>
                  <a:cubicBezTo>
                    <a:pt x="453544" y="306705"/>
                    <a:pt x="449734" y="309245"/>
                    <a:pt x="446559" y="307975"/>
                  </a:cubicBezTo>
                  <a:cubicBezTo>
                    <a:pt x="444019" y="306705"/>
                    <a:pt x="441479" y="300990"/>
                    <a:pt x="441479" y="299085"/>
                  </a:cubicBezTo>
                  <a:cubicBezTo>
                    <a:pt x="441479" y="296545"/>
                    <a:pt x="442749" y="293370"/>
                    <a:pt x="444019" y="290830"/>
                  </a:cubicBezTo>
                  <a:cubicBezTo>
                    <a:pt x="447194" y="282575"/>
                    <a:pt x="455449" y="262255"/>
                    <a:pt x="456719" y="260350"/>
                  </a:cubicBezTo>
                  <a:cubicBezTo>
                    <a:pt x="456719" y="259715"/>
                    <a:pt x="457354" y="259715"/>
                    <a:pt x="457354" y="259080"/>
                  </a:cubicBezTo>
                  <a:close/>
                  <a:moveTo>
                    <a:pt x="551334" y="254000"/>
                  </a:moveTo>
                  <a:cubicBezTo>
                    <a:pt x="551334" y="254000"/>
                    <a:pt x="551969" y="254635"/>
                    <a:pt x="551969" y="254635"/>
                  </a:cubicBezTo>
                  <a:cubicBezTo>
                    <a:pt x="553874" y="256540"/>
                    <a:pt x="564034" y="276860"/>
                    <a:pt x="568479" y="284480"/>
                  </a:cubicBezTo>
                  <a:cubicBezTo>
                    <a:pt x="569749" y="287020"/>
                    <a:pt x="571654" y="290830"/>
                    <a:pt x="572289" y="293370"/>
                  </a:cubicBezTo>
                  <a:cubicBezTo>
                    <a:pt x="572289" y="295910"/>
                    <a:pt x="571019" y="300355"/>
                    <a:pt x="567844" y="301625"/>
                  </a:cubicBezTo>
                  <a:cubicBezTo>
                    <a:pt x="565304" y="302895"/>
                    <a:pt x="558954" y="300990"/>
                    <a:pt x="557684" y="299085"/>
                  </a:cubicBezTo>
                  <a:cubicBezTo>
                    <a:pt x="555779" y="296545"/>
                    <a:pt x="555144" y="294005"/>
                    <a:pt x="553874" y="290830"/>
                  </a:cubicBezTo>
                  <a:cubicBezTo>
                    <a:pt x="550064" y="282575"/>
                    <a:pt x="542444" y="261620"/>
                    <a:pt x="541809" y="259080"/>
                  </a:cubicBezTo>
                  <a:cubicBezTo>
                    <a:pt x="541809" y="258445"/>
                    <a:pt x="541809" y="257810"/>
                    <a:pt x="541809" y="257175"/>
                  </a:cubicBezTo>
                  <a:cubicBezTo>
                    <a:pt x="544984" y="255905"/>
                    <a:pt x="548159" y="255270"/>
                    <a:pt x="551334" y="254000"/>
                  </a:cubicBezTo>
                  <a:close/>
                  <a:moveTo>
                    <a:pt x="441478" y="254000"/>
                  </a:moveTo>
                  <a:cubicBezTo>
                    <a:pt x="444018" y="255270"/>
                    <a:pt x="447193" y="256540"/>
                    <a:pt x="450368" y="257175"/>
                  </a:cubicBezTo>
                  <a:cubicBezTo>
                    <a:pt x="450368" y="258445"/>
                    <a:pt x="450368" y="259080"/>
                    <a:pt x="450368" y="259080"/>
                  </a:cubicBezTo>
                  <a:cubicBezTo>
                    <a:pt x="450368" y="261620"/>
                    <a:pt x="440843" y="281305"/>
                    <a:pt x="437668" y="289560"/>
                  </a:cubicBezTo>
                  <a:cubicBezTo>
                    <a:pt x="436398" y="292100"/>
                    <a:pt x="434493" y="296545"/>
                    <a:pt x="432588" y="298450"/>
                  </a:cubicBezTo>
                  <a:cubicBezTo>
                    <a:pt x="430683" y="300355"/>
                    <a:pt x="426238" y="301625"/>
                    <a:pt x="423698" y="300355"/>
                  </a:cubicBezTo>
                  <a:cubicBezTo>
                    <a:pt x="421158" y="299085"/>
                    <a:pt x="419253" y="292735"/>
                    <a:pt x="419888" y="290830"/>
                  </a:cubicBezTo>
                  <a:cubicBezTo>
                    <a:pt x="420523" y="288290"/>
                    <a:pt x="422428" y="285750"/>
                    <a:pt x="423698" y="283210"/>
                  </a:cubicBezTo>
                  <a:cubicBezTo>
                    <a:pt x="428143" y="274955"/>
                    <a:pt x="439573" y="256540"/>
                    <a:pt x="440843" y="254635"/>
                  </a:cubicBezTo>
                  <a:cubicBezTo>
                    <a:pt x="440843" y="254635"/>
                    <a:pt x="441478" y="254000"/>
                    <a:pt x="441478" y="254000"/>
                  </a:cubicBezTo>
                  <a:close/>
                  <a:moveTo>
                    <a:pt x="671984" y="198120"/>
                  </a:moveTo>
                  <a:cubicBezTo>
                    <a:pt x="662459" y="225425"/>
                    <a:pt x="644679" y="250190"/>
                    <a:pt x="619914" y="269875"/>
                  </a:cubicBezTo>
                  <a:cubicBezTo>
                    <a:pt x="608484" y="279400"/>
                    <a:pt x="595149" y="287020"/>
                    <a:pt x="581179" y="293370"/>
                  </a:cubicBezTo>
                  <a:cubicBezTo>
                    <a:pt x="580544" y="290830"/>
                    <a:pt x="579909" y="289560"/>
                    <a:pt x="579909" y="289560"/>
                  </a:cubicBezTo>
                  <a:lnTo>
                    <a:pt x="578004" y="286385"/>
                  </a:lnTo>
                  <a:cubicBezTo>
                    <a:pt x="591339" y="280670"/>
                    <a:pt x="604039" y="273050"/>
                    <a:pt x="615469" y="264160"/>
                  </a:cubicBezTo>
                  <a:cubicBezTo>
                    <a:pt x="638329" y="246380"/>
                    <a:pt x="654839" y="224155"/>
                    <a:pt x="664364" y="198755"/>
                  </a:cubicBezTo>
                  <a:cubicBezTo>
                    <a:pt x="666904" y="198755"/>
                    <a:pt x="669444" y="198755"/>
                    <a:pt x="671984" y="198120"/>
                  </a:cubicBezTo>
                  <a:close/>
                  <a:moveTo>
                    <a:pt x="315114" y="196850"/>
                  </a:moveTo>
                  <a:cubicBezTo>
                    <a:pt x="316384" y="197485"/>
                    <a:pt x="318924" y="198755"/>
                    <a:pt x="323369" y="198755"/>
                  </a:cubicBezTo>
                  <a:cubicBezTo>
                    <a:pt x="332259" y="223520"/>
                    <a:pt x="348769" y="246380"/>
                    <a:pt x="372264" y="264795"/>
                  </a:cubicBezTo>
                  <a:cubicBezTo>
                    <a:pt x="384964" y="274320"/>
                    <a:pt x="398934" y="282575"/>
                    <a:pt x="414174" y="288925"/>
                  </a:cubicBezTo>
                  <a:cubicBezTo>
                    <a:pt x="413539" y="288925"/>
                    <a:pt x="413539" y="289560"/>
                    <a:pt x="413539" y="289560"/>
                  </a:cubicBezTo>
                  <a:cubicBezTo>
                    <a:pt x="412269" y="292100"/>
                    <a:pt x="411634" y="294005"/>
                    <a:pt x="411634" y="295910"/>
                  </a:cubicBezTo>
                  <a:cubicBezTo>
                    <a:pt x="395759" y="289560"/>
                    <a:pt x="381154" y="280670"/>
                    <a:pt x="367819" y="270510"/>
                  </a:cubicBezTo>
                  <a:cubicBezTo>
                    <a:pt x="342419" y="250825"/>
                    <a:pt x="324004" y="224790"/>
                    <a:pt x="315114" y="196850"/>
                  </a:cubicBezTo>
                  <a:close/>
                  <a:moveTo>
                    <a:pt x="643409" y="193675"/>
                  </a:moveTo>
                  <a:cubicBezTo>
                    <a:pt x="647854" y="196215"/>
                    <a:pt x="652299" y="198120"/>
                    <a:pt x="657379" y="198755"/>
                  </a:cubicBezTo>
                  <a:cubicBezTo>
                    <a:pt x="648489" y="221615"/>
                    <a:pt x="633249" y="242570"/>
                    <a:pt x="610389" y="259080"/>
                  </a:cubicBezTo>
                  <a:cubicBezTo>
                    <a:pt x="598959" y="267335"/>
                    <a:pt x="586894" y="274955"/>
                    <a:pt x="573559" y="280670"/>
                  </a:cubicBezTo>
                  <a:lnTo>
                    <a:pt x="558319" y="254635"/>
                  </a:lnTo>
                  <a:cubicBezTo>
                    <a:pt x="557684" y="253365"/>
                    <a:pt x="557684" y="252095"/>
                    <a:pt x="557684" y="250825"/>
                  </a:cubicBezTo>
                  <a:cubicBezTo>
                    <a:pt x="584354" y="240030"/>
                    <a:pt x="605309" y="222885"/>
                    <a:pt x="618009" y="201295"/>
                  </a:cubicBezTo>
                  <a:cubicBezTo>
                    <a:pt x="619279" y="201295"/>
                    <a:pt x="619914" y="201930"/>
                    <a:pt x="620549" y="201930"/>
                  </a:cubicBezTo>
                  <a:cubicBezTo>
                    <a:pt x="622454" y="202565"/>
                    <a:pt x="624359" y="203200"/>
                    <a:pt x="626264" y="203200"/>
                  </a:cubicBezTo>
                  <a:cubicBezTo>
                    <a:pt x="627534" y="203200"/>
                    <a:pt x="628169" y="203200"/>
                    <a:pt x="628804" y="203200"/>
                  </a:cubicBezTo>
                  <a:cubicBezTo>
                    <a:pt x="633884" y="203835"/>
                    <a:pt x="639599" y="202565"/>
                    <a:pt x="642139" y="197485"/>
                  </a:cubicBezTo>
                  <a:cubicBezTo>
                    <a:pt x="642774" y="196215"/>
                    <a:pt x="642774" y="194945"/>
                    <a:pt x="643409" y="193675"/>
                  </a:cubicBezTo>
                  <a:close/>
                  <a:moveTo>
                    <a:pt x="346229" y="192405"/>
                  </a:moveTo>
                  <a:cubicBezTo>
                    <a:pt x="347499" y="194310"/>
                    <a:pt x="349404" y="196215"/>
                    <a:pt x="349404" y="196215"/>
                  </a:cubicBezTo>
                  <a:cubicBezTo>
                    <a:pt x="351309" y="197485"/>
                    <a:pt x="353214" y="198755"/>
                    <a:pt x="355754" y="199390"/>
                  </a:cubicBezTo>
                  <a:cubicBezTo>
                    <a:pt x="357024" y="200025"/>
                    <a:pt x="358929" y="200025"/>
                    <a:pt x="360199" y="200025"/>
                  </a:cubicBezTo>
                  <a:cubicBezTo>
                    <a:pt x="363374" y="200025"/>
                    <a:pt x="367184" y="199390"/>
                    <a:pt x="370359" y="197485"/>
                  </a:cubicBezTo>
                  <a:cubicBezTo>
                    <a:pt x="383059" y="220980"/>
                    <a:pt x="405919" y="240665"/>
                    <a:pt x="435129" y="252095"/>
                  </a:cubicBezTo>
                  <a:cubicBezTo>
                    <a:pt x="435129" y="254000"/>
                    <a:pt x="433859" y="255270"/>
                    <a:pt x="433859" y="254635"/>
                  </a:cubicBezTo>
                  <a:cubicBezTo>
                    <a:pt x="428779" y="262890"/>
                    <a:pt x="421159" y="274955"/>
                    <a:pt x="416714" y="282575"/>
                  </a:cubicBezTo>
                  <a:cubicBezTo>
                    <a:pt x="401474" y="276860"/>
                    <a:pt x="388139" y="268605"/>
                    <a:pt x="375439" y="259080"/>
                  </a:cubicBezTo>
                  <a:cubicBezTo>
                    <a:pt x="353214" y="241935"/>
                    <a:pt x="337974" y="220980"/>
                    <a:pt x="329084" y="197485"/>
                  </a:cubicBezTo>
                  <a:cubicBezTo>
                    <a:pt x="329719" y="196850"/>
                    <a:pt x="330354" y="196850"/>
                    <a:pt x="330989" y="196850"/>
                  </a:cubicBezTo>
                  <a:cubicBezTo>
                    <a:pt x="335434" y="195580"/>
                    <a:pt x="339244" y="194945"/>
                    <a:pt x="346229" y="192405"/>
                  </a:cubicBezTo>
                  <a:close/>
                  <a:moveTo>
                    <a:pt x="628804" y="173355"/>
                  </a:moveTo>
                  <a:cubicBezTo>
                    <a:pt x="630074" y="175895"/>
                    <a:pt x="631344" y="177165"/>
                    <a:pt x="632614" y="179070"/>
                  </a:cubicBezTo>
                  <a:cubicBezTo>
                    <a:pt x="638964" y="188595"/>
                    <a:pt x="640869" y="191770"/>
                    <a:pt x="635789" y="195580"/>
                  </a:cubicBezTo>
                  <a:cubicBezTo>
                    <a:pt x="631344" y="199390"/>
                    <a:pt x="623724" y="198120"/>
                    <a:pt x="621184" y="196215"/>
                  </a:cubicBezTo>
                  <a:cubicBezTo>
                    <a:pt x="624359" y="189865"/>
                    <a:pt x="626899" y="182880"/>
                    <a:pt x="628804" y="175260"/>
                  </a:cubicBezTo>
                  <a:cubicBezTo>
                    <a:pt x="629439" y="174625"/>
                    <a:pt x="629439" y="174625"/>
                    <a:pt x="628804" y="173355"/>
                  </a:cubicBezTo>
                  <a:close/>
                  <a:moveTo>
                    <a:pt x="361468" y="170814"/>
                  </a:moveTo>
                  <a:cubicBezTo>
                    <a:pt x="362738" y="178434"/>
                    <a:pt x="364643" y="185419"/>
                    <a:pt x="367818" y="192404"/>
                  </a:cubicBezTo>
                  <a:cubicBezTo>
                    <a:pt x="367184" y="193039"/>
                    <a:pt x="365913" y="193674"/>
                    <a:pt x="365279" y="193674"/>
                  </a:cubicBezTo>
                  <a:cubicBezTo>
                    <a:pt x="361468" y="194309"/>
                    <a:pt x="350038" y="194309"/>
                    <a:pt x="352579" y="187324"/>
                  </a:cubicBezTo>
                  <a:cubicBezTo>
                    <a:pt x="354484" y="182879"/>
                    <a:pt x="357023" y="178434"/>
                    <a:pt x="359563" y="173989"/>
                  </a:cubicBezTo>
                  <a:cubicBezTo>
                    <a:pt x="360198" y="172719"/>
                    <a:pt x="360834" y="172084"/>
                    <a:pt x="361468" y="170814"/>
                  </a:cubicBezTo>
                  <a:close/>
                  <a:moveTo>
                    <a:pt x="497359" y="157479"/>
                  </a:moveTo>
                  <a:cubicBezTo>
                    <a:pt x="484024" y="158114"/>
                    <a:pt x="463069" y="163829"/>
                    <a:pt x="464339" y="190499"/>
                  </a:cubicBezTo>
                  <a:cubicBezTo>
                    <a:pt x="465609" y="215899"/>
                    <a:pt x="478944" y="222249"/>
                    <a:pt x="499264" y="222884"/>
                  </a:cubicBezTo>
                  <a:cubicBezTo>
                    <a:pt x="518314" y="223520"/>
                    <a:pt x="532284" y="215899"/>
                    <a:pt x="533554" y="189864"/>
                  </a:cubicBezTo>
                  <a:cubicBezTo>
                    <a:pt x="534189" y="158749"/>
                    <a:pt x="509424" y="157479"/>
                    <a:pt x="497359" y="157479"/>
                  </a:cubicBezTo>
                  <a:close/>
                  <a:moveTo>
                    <a:pt x="630073" y="149224"/>
                  </a:moveTo>
                  <a:cubicBezTo>
                    <a:pt x="633248" y="147954"/>
                    <a:pt x="637058" y="150494"/>
                    <a:pt x="638963" y="151764"/>
                  </a:cubicBezTo>
                  <a:cubicBezTo>
                    <a:pt x="640233" y="152399"/>
                    <a:pt x="654838" y="172084"/>
                    <a:pt x="661823" y="181609"/>
                  </a:cubicBezTo>
                  <a:cubicBezTo>
                    <a:pt x="663728" y="184149"/>
                    <a:pt x="664998" y="186054"/>
                    <a:pt x="665633" y="186689"/>
                  </a:cubicBezTo>
                  <a:cubicBezTo>
                    <a:pt x="666903" y="188594"/>
                    <a:pt x="667538" y="191134"/>
                    <a:pt x="665633" y="193039"/>
                  </a:cubicBezTo>
                  <a:cubicBezTo>
                    <a:pt x="664363" y="193674"/>
                    <a:pt x="661188" y="193674"/>
                    <a:pt x="659283" y="193674"/>
                  </a:cubicBezTo>
                  <a:cubicBezTo>
                    <a:pt x="655473" y="193039"/>
                    <a:pt x="648488" y="191769"/>
                    <a:pt x="645948" y="188594"/>
                  </a:cubicBezTo>
                  <a:cubicBezTo>
                    <a:pt x="645313" y="187959"/>
                    <a:pt x="643408" y="184149"/>
                    <a:pt x="639598" y="180339"/>
                  </a:cubicBezTo>
                  <a:cubicBezTo>
                    <a:pt x="636423" y="175259"/>
                    <a:pt x="631978" y="168909"/>
                    <a:pt x="630073" y="165099"/>
                  </a:cubicBezTo>
                  <a:cubicBezTo>
                    <a:pt x="630073" y="162559"/>
                    <a:pt x="630708" y="159384"/>
                    <a:pt x="630708" y="156844"/>
                  </a:cubicBezTo>
                  <a:cubicBezTo>
                    <a:pt x="630708" y="154304"/>
                    <a:pt x="630073" y="151764"/>
                    <a:pt x="630073" y="149224"/>
                  </a:cubicBezTo>
                  <a:close/>
                  <a:moveTo>
                    <a:pt x="359564" y="146050"/>
                  </a:moveTo>
                  <a:cubicBezTo>
                    <a:pt x="360199" y="146050"/>
                    <a:pt x="360199" y="146685"/>
                    <a:pt x="360834" y="146685"/>
                  </a:cubicBezTo>
                  <a:cubicBezTo>
                    <a:pt x="360834" y="147320"/>
                    <a:pt x="360834" y="147955"/>
                    <a:pt x="360834" y="147955"/>
                  </a:cubicBezTo>
                  <a:cubicBezTo>
                    <a:pt x="360199" y="150495"/>
                    <a:pt x="360199" y="153670"/>
                    <a:pt x="360199" y="156210"/>
                  </a:cubicBezTo>
                  <a:cubicBezTo>
                    <a:pt x="360199" y="156845"/>
                    <a:pt x="360199" y="157480"/>
                    <a:pt x="360199" y="158115"/>
                  </a:cubicBezTo>
                  <a:cubicBezTo>
                    <a:pt x="360199" y="158750"/>
                    <a:pt x="357659" y="162560"/>
                    <a:pt x="355119" y="167640"/>
                  </a:cubicBezTo>
                  <a:cubicBezTo>
                    <a:pt x="350674" y="175895"/>
                    <a:pt x="344324" y="186690"/>
                    <a:pt x="343689" y="187325"/>
                  </a:cubicBezTo>
                  <a:cubicBezTo>
                    <a:pt x="340514" y="188595"/>
                    <a:pt x="322099" y="192405"/>
                    <a:pt x="316384" y="189230"/>
                  </a:cubicBezTo>
                  <a:cubicBezTo>
                    <a:pt x="315114" y="188595"/>
                    <a:pt x="314479" y="187960"/>
                    <a:pt x="314479" y="186690"/>
                  </a:cubicBezTo>
                  <a:cubicBezTo>
                    <a:pt x="314479" y="182880"/>
                    <a:pt x="339244" y="158115"/>
                    <a:pt x="343689" y="153035"/>
                  </a:cubicBezTo>
                  <a:cubicBezTo>
                    <a:pt x="348769" y="147955"/>
                    <a:pt x="355119" y="145415"/>
                    <a:pt x="359564" y="146050"/>
                  </a:cubicBezTo>
                  <a:close/>
                  <a:moveTo>
                    <a:pt x="657379" y="140335"/>
                  </a:moveTo>
                  <a:cubicBezTo>
                    <a:pt x="658649" y="140970"/>
                    <a:pt x="675794" y="157480"/>
                    <a:pt x="688494" y="170180"/>
                  </a:cubicBezTo>
                  <a:cubicBezTo>
                    <a:pt x="695479" y="177800"/>
                    <a:pt x="701829" y="183515"/>
                    <a:pt x="703734" y="186055"/>
                  </a:cubicBezTo>
                  <a:cubicBezTo>
                    <a:pt x="707544" y="190500"/>
                    <a:pt x="700559" y="195580"/>
                    <a:pt x="695479" y="194945"/>
                  </a:cubicBezTo>
                  <a:cubicBezTo>
                    <a:pt x="692304" y="194945"/>
                    <a:pt x="683414" y="191135"/>
                    <a:pt x="678969" y="188595"/>
                  </a:cubicBezTo>
                  <a:cubicBezTo>
                    <a:pt x="678969" y="187960"/>
                    <a:pt x="678334" y="187960"/>
                    <a:pt x="678334" y="187960"/>
                  </a:cubicBezTo>
                  <a:cubicBezTo>
                    <a:pt x="677064" y="187325"/>
                    <a:pt x="677064" y="186690"/>
                    <a:pt x="676429" y="186690"/>
                  </a:cubicBezTo>
                  <a:cubicBezTo>
                    <a:pt x="675794" y="186055"/>
                    <a:pt x="674524" y="184785"/>
                    <a:pt x="672619" y="182245"/>
                  </a:cubicBezTo>
                  <a:cubicBezTo>
                    <a:pt x="664364" y="172720"/>
                    <a:pt x="647219" y="150495"/>
                    <a:pt x="646584" y="149860"/>
                  </a:cubicBezTo>
                  <a:cubicBezTo>
                    <a:pt x="644679" y="147955"/>
                    <a:pt x="643409" y="146050"/>
                    <a:pt x="643409" y="144780"/>
                  </a:cubicBezTo>
                  <a:cubicBezTo>
                    <a:pt x="644044" y="140335"/>
                    <a:pt x="654204" y="139065"/>
                    <a:pt x="657379" y="140335"/>
                  </a:cubicBezTo>
                  <a:close/>
                  <a:moveTo>
                    <a:pt x="326544" y="139064"/>
                  </a:moveTo>
                  <a:cubicBezTo>
                    <a:pt x="330354" y="139699"/>
                    <a:pt x="334164" y="140334"/>
                    <a:pt x="337974" y="140334"/>
                  </a:cubicBezTo>
                  <a:cubicBezTo>
                    <a:pt x="339879" y="140334"/>
                    <a:pt x="343689" y="139699"/>
                    <a:pt x="344959" y="140969"/>
                  </a:cubicBezTo>
                  <a:cubicBezTo>
                    <a:pt x="345594" y="141604"/>
                    <a:pt x="345594" y="141604"/>
                    <a:pt x="345594" y="142239"/>
                  </a:cubicBezTo>
                  <a:cubicBezTo>
                    <a:pt x="345594" y="143509"/>
                    <a:pt x="343689" y="145414"/>
                    <a:pt x="343054" y="146049"/>
                  </a:cubicBezTo>
                  <a:cubicBezTo>
                    <a:pt x="340514" y="147954"/>
                    <a:pt x="311939" y="177164"/>
                    <a:pt x="308764" y="179704"/>
                  </a:cubicBezTo>
                  <a:cubicBezTo>
                    <a:pt x="308129" y="179704"/>
                    <a:pt x="307494" y="180339"/>
                    <a:pt x="306859" y="180974"/>
                  </a:cubicBezTo>
                  <a:cubicBezTo>
                    <a:pt x="304319" y="183514"/>
                    <a:pt x="301144" y="184784"/>
                    <a:pt x="297334" y="186689"/>
                  </a:cubicBezTo>
                  <a:cubicBezTo>
                    <a:pt x="291619" y="189229"/>
                    <a:pt x="280189" y="193674"/>
                    <a:pt x="275109" y="188594"/>
                  </a:cubicBezTo>
                  <a:cubicBezTo>
                    <a:pt x="271299" y="184784"/>
                    <a:pt x="274474" y="182244"/>
                    <a:pt x="277014" y="179704"/>
                  </a:cubicBezTo>
                  <a:cubicBezTo>
                    <a:pt x="280824" y="177164"/>
                    <a:pt x="288444" y="170179"/>
                    <a:pt x="297334" y="162559"/>
                  </a:cubicBezTo>
                  <a:cubicBezTo>
                    <a:pt x="310669" y="151129"/>
                    <a:pt x="325274" y="139064"/>
                    <a:pt x="326544" y="139064"/>
                  </a:cubicBezTo>
                  <a:close/>
                  <a:moveTo>
                    <a:pt x="304954" y="130175"/>
                  </a:moveTo>
                  <a:cubicBezTo>
                    <a:pt x="308129" y="128905"/>
                    <a:pt x="322733" y="131445"/>
                    <a:pt x="320829" y="133350"/>
                  </a:cubicBezTo>
                  <a:cubicBezTo>
                    <a:pt x="320193" y="133985"/>
                    <a:pt x="308129" y="144145"/>
                    <a:pt x="295429" y="153670"/>
                  </a:cubicBezTo>
                  <a:cubicBezTo>
                    <a:pt x="285268" y="161925"/>
                    <a:pt x="274473" y="170815"/>
                    <a:pt x="269393" y="173355"/>
                  </a:cubicBezTo>
                  <a:cubicBezTo>
                    <a:pt x="257963" y="180340"/>
                    <a:pt x="235738" y="182880"/>
                    <a:pt x="233198" y="182245"/>
                  </a:cubicBezTo>
                  <a:cubicBezTo>
                    <a:pt x="230023" y="182245"/>
                    <a:pt x="228118" y="179070"/>
                    <a:pt x="227483" y="177800"/>
                  </a:cubicBezTo>
                  <a:cubicBezTo>
                    <a:pt x="225579" y="173990"/>
                    <a:pt x="228118" y="172720"/>
                    <a:pt x="233198" y="170180"/>
                  </a:cubicBezTo>
                  <a:cubicBezTo>
                    <a:pt x="233833" y="170180"/>
                    <a:pt x="276379" y="145415"/>
                    <a:pt x="296063" y="134620"/>
                  </a:cubicBezTo>
                  <a:cubicBezTo>
                    <a:pt x="300508" y="132080"/>
                    <a:pt x="303683" y="130175"/>
                    <a:pt x="304954" y="130175"/>
                  </a:cubicBezTo>
                  <a:close/>
                  <a:moveTo>
                    <a:pt x="671904" y="129381"/>
                  </a:moveTo>
                  <a:cubicBezTo>
                    <a:pt x="673094" y="128905"/>
                    <a:pt x="674523" y="129223"/>
                    <a:pt x="676428" y="130810"/>
                  </a:cubicBezTo>
                  <a:cubicBezTo>
                    <a:pt x="677063" y="131445"/>
                    <a:pt x="678968" y="132715"/>
                    <a:pt x="681508" y="134620"/>
                  </a:cubicBezTo>
                  <a:cubicBezTo>
                    <a:pt x="697383" y="146685"/>
                    <a:pt x="739928" y="178435"/>
                    <a:pt x="743103" y="180340"/>
                  </a:cubicBezTo>
                  <a:cubicBezTo>
                    <a:pt x="743738" y="180975"/>
                    <a:pt x="743738" y="183515"/>
                    <a:pt x="743103" y="184785"/>
                  </a:cubicBezTo>
                  <a:cubicBezTo>
                    <a:pt x="737388" y="193040"/>
                    <a:pt x="710083" y="180340"/>
                    <a:pt x="709448" y="179705"/>
                  </a:cubicBezTo>
                  <a:cubicBezTo>
                    <a:pt x="708178" y="179070"/>
                    <a:pt x="698018" y="169545"/>
                    <a:pt x="687858" y="160020"/>
                  </a:cubicBezTo>
                  <a:cubicBezTo>
                    <a:pt x="677063" y="150495"/>
                    <a:pt x="666903" y="140335"/>
                    <a:pt x="666268" y="139700"/>
                  </a:cubicBezTo>
                  <a:cubicBezTo>
                    <a:pt x="665633" y="138430"/>
                    <a:pt x="666268" y="137160"/>
                    <a:pt x="668808" y="132715"/>
                  </a:cubicBezTo>
                  <a:cubicBezTo>
                    <a:pt x="669761" y="131128"/>
                    <a:pt x="670713" y="129858"/>
                    <a:pt x="671904" y="129381"/>
                  </a:cubicBezTo>
                  <a:close/>
                  <a:moveTo>
                    <a:pt x="692304" y="121284"/>
                  </a:moveTo>
                  <a:cubicBezTo>
                    <a:pt x="696114" y="121919"/>
                    <a:pt x="706273" y="128269"/>
                    <a:pt x="709448" y="130174"/>
                  </a:cubicBezTo>
                  <a:cubicBezTo>
                    <a:pt x="715164" y="133349"/>
                    <a:pt x="720879" y="136524"/>
                    <a:pt x="726594" y="139699"/>
                  </a:cubicBezTo>
                  <a:cubicBezTo>
                    <a:pt x="741198" y="147319"/>
                    <a:pt x="755804" y="154939"/>
                    <a:pt x="771044" y="160654"/>
                  </a:cubicBezTo>
                  <a:cubicBezTo>
                    <a:pt x="776759" y="163194"/>
                    <a:pt x="783109" y="165099"/>
                    <a:pt x="788823" y="167004"/>
                  </a:cubicBezTo>
                  <a:cubicBezTo>
                    <a:pt x="791998" y="168274"/>
                    <a:pt x="790094" y="177799"/>
                    <a:pt x="783744" y="177799"/>
                  </a:cubicBezTo>
                  <a:cubicBezTo>
                    <a:pt x="778029" y="178434"/>
                    <a:pt x="760248" y="176529"/>
                    <a:pt x="752629" y="173354"/>
                  </a:cubicBezTo>
                  <a:cubicBezTo>
                    <a:pt x="745009" y="170814"/>
                    <a:pt x="738023" y="165734"/>
                    <a:pt x="731039" y="161289"/>
                  </a:cubicBezTo>
                  <a:cubicBezTo>
                    <a:pt x="724054" y="156844"/>
                    <a:pt x="686589" y="130809"/>
                    <a:pt x="685319" y="129539"/>
                  </a:cubicBezTo>
                  <a:cubicBezTo>
                    <a:pt x="681509" y="126364"/>
                    <a:pt x="681509" y="123824"/>
                    <a:pt x="685954" y="122554"/>
                  </a:cubicBezTo>
                  <a:cubicBezTo>
                    <a:pt x="687859" y="121919"/>
                    <a:pt x="689764" y="120649"/>
                    <a:pt x="692304" y="121284"/>
                  </a:cubicBezTo>
                  <a:close/>
                  <a:moveTo>
                    <a:pt x="621819" y="114934"/>
                  </a:moveTo>
                  <a:cubicBezTo>
                    <a:pt x="626264" y="114934"/>
                    <a:pt x="629439" y="117474"/>
                    <a:pt x="631979" y="121284"/>
                  </a:cubicBezTo>
                  <a:cubicBezTo>
                    <a:pt x="632614" y="121919"/>
                    <a:pt x="638329" y="130174"/>
                    <a:pt x="639599" y="133349"/>
                  </a:cubicBezTo>
                  <a:cubicBezTo>
                    <a:pt x="640234" y="133984"/>
                    <a:pt x="640234" y="135254"/>
                    <a:pt x="640234" y="135889"/>
                  </a:cubicBezTo>
                  <a:cubicBezTo>
                    <a:pt x="640234" y="135889"/>
                    <a:pt x="640234" y="136524"/>
                    <a:pt x="640234" y="136524"/>
                  </a:cubicBezTo>
                  <a:cubicBezTo>
                    <a:pt x="639599" y="138429"/>
                    <a:pt x="637694" y="139699"/>
                    <a:pt x="635789" y="140969"/>
                  </a:cubicBezTo>
                  <a:cubicBezTo>
                    <a:pt x="635154" y="140969"/>
                    <a:pt x="630074" y="142874"/>
                    <a:pt x="629439" y="144144"/>
                  </a:cubicBezTo>
                  <a:cubicBezTo>
                    <a:pt x="628169" y="133984"/>
                    <a:pt x="624359" y="125094"/>
                    <a:pt x="619914" y="116204"/>
                  </a:cubicBezTo>
                  <a:lnTo>
                    <a:pt x="619914" y="115569"/>
                  </a:lnTo>
                  <a:cubicBezTo>
                    <a:pt x="620549" y="114934"/>
                    <a:pt x="621819" y="114934"/>
                    <a:pt x="621819" y="114934"/>
                  </a:cubicBezTo>
                  <a:close/>
                  <a:moveTo>
                    <a:pt x="284634" y="114934"/>
                  </a:moveTo>
                  <a:cubicBezTo>
                    <a:pt x="289714" y="114934"/>
                    <a:pt x="298604" y="114934"/>
                    <a:pt x="299239" y="120649"/>
                  </a:cubicBezTo>
                  <a:cubicBezTo>
                    <a:pt x="299239" y="124459"/>
                    <a:pt x="279554" y="133349"/>
                    <a:pt x="275109" y="135889"/>
                  </a:cubicBezTo>
                  <a:cubicBezTo>
                    <a:pt x="265584" y="140969"/>
                    <a:pt x="228118" y="160654"/>
                    <a:pt x="218593" y="163829"/>
                  </a:cubicBezTo>
                  <a:cubicBezTo>
                    <a:pt x="209704" y="167004"/>
                    <a:pt x="189384" y="166369"/>
                    <a:pt x="182398" y="165099"/>
                  </a:cubicBezTo>
                  <a:cubicBezTo>
                    <a:pt x="180493" y="164464"/>
                    <a:pt x="179223" y="162559"/>
                    <a:pt x="178589" y="160654"/>
                  </a:cubicBezTo>
                  <a:cubicBezTo>
                    <a:pt x="177318" y="158114"/>
                    <a:pt x="177318" y="155574"/>
                    <a:pt x="178589" y="154939"/>
                  </a:cubicBezTo>
                  <a:cubicBezTo>
                    <a:pt x="181129" y="154304"/>
                    <a:pt x="280189" y="114934"/>
                    <a:pt x="284634" y="114934"/>
                  </a:cubicBezTo>
                  <a:close/>
                  <a:moveTo>
                    <a:pt x="364008" y="114299"/>
                  </a:moveTo>
                  <a:cubicBezTo>
                    <a:pt x="367183" y="113029"/>
                    <a:pt x="370993" y="112394"/>
                    <a:pt x="371628" y="114299"/>
                  </a:cubicBezTo>
                  <a:cubicBezTo>
                    <a:pt x="370358" y="116839"/>
                    <a:pt x="369088" y="119379"/>
                    <a:pt x="367818" y="121284"/>
                  </a:cubicBezTo>
                  <a:cubicBezTo>
                    <a:pt x="365278" y="126999"/>
                    <a:pt x="363373" y="133349"/>
                    <a:pt x="362103" y="139699"/>
                  </a:cubicBezTo>
                  <a:cubicBezTo>
                    <a:pt x="362103" y="140334"/>
                    <a:pt x="358293" y="139699"/>
                    <a:pt x="357658" y="139699"/>
                  </a:cubicBezTo>
                  <a:cubicBezTo>
                    <a:pt x="355118" y="139699"/>
                    <a:pt x="348768" y="138429"/>
                    <a:pt x="349403" y="134619"/>
                  </a:cubicBezTo>
                  <a:cubicBezTo>
                    <a:pt x="350038" y="132079"/>
                    <a:pt x="362103" y="116839"/>
                    <a:pt x="364008" y="114299"/>
                  </a:cubicBezTo>
                  <a:close/>
                  <a:moveTo>
                    <a:pt x="344959" y="108585"/>
                  </a:moveTo>
                  <a:cubicBezTo>
                    <a:pt x="346864" y="107315"/>
                    <a:pt x="357659" y="109220"/>
                    <a:pt x="357024" y="110490"/>
                  </a:cubicBezTo>
                  <a:cubicBezTo>
                    <a:pt x="355119" y="114300"/>
                    <a:pt x="344959" y="127635"/>
                    <a:pt x="343689" y="128905"/>
                  </a:cubicBezTo>
                  <a:cubicBezTo>
                    <a:pt x="340514" y="132715"/>
                    <a:pt x="334799" y="132715"/>
                    <a:pt x="330989" y="130175"/>
                  </a:cubicBezTo>
                  <a:cubicBezTo>
                    <a:pt x="326544" y="127635"/>
                    <a:pt x="331624" y="122555"/>
                    <a:pt x="334164" y="119380"/>
                  </a:cubicBezTo>
                  <a:cubicBezTo>
                    <a:pt x="337339" y="116205"/>
                    <a:pt x="343054" y="109855"/>
                    <a:pt x="344959" y="108585"/>
                  </a:cubicBezTo>
                  <a:close/>
                  <a:moveTo>
                    <a:pt x="639598" y="108584"/>
                  </a:moveTo>
                  <a:cubicBezTo>
                    <a:pt x="642139" y="107949"/>
                    <a:pt x="644043" y="108584"/>
                    <a:pt x="645948" y="109854"/>
                  </a:cubicBezTo>
                  <a:cubicBezTo>
                    <a:pt x="647854" y="111124"/>
                    <a:pt x="649123" y="112394"/>
                    <a:pt x="651029" y="114299"/>
                  </a:cubicBezTo>
                  <a:cubicBezTo>
                    <a:pt x="653568" y="116204"/>
                    <a:pt x="656109" y="118744"/>
                    <a:pt x="658648" y="121284"/>
                  </a:cubicBezTo>
                  <a:cubicBezTo>
                    <a:pt x="659284" y="121919"/>
                    <a:pt x="659918" y="122554"/>
                    <a:pt x="660554" y="123824"/>
                  </a:cubicBezTo>
                  <a:cubicBezTo>
                    <a:pt x="661823" y="125729"/>
                    <a:pt x="663093" y="126999"/>
                    <a:pt x="662459" y="128904"/>
                  </a:cubicBezTo>
                  <a:cubicBezTo>
                    <a:pt x="661823" y="130809"/>
                    <a:pt x="660554" y="132079"/>
                    <a:pt x="659284" y="132714"/>
                  </a:cubicBezTo>
                  <a:cubicBezTo>
                    <a:pt x="658014" y="133984"/>
                    <a:pt x="656109" y="133984"/>
                    <a:pt x="654839" y="133984"/>
                  </a:cubicBezTo>
                  <a:cubicBezTo>
                    <a:pt x="651029" y="133349"/>
                    <a:pt x="649123" y="130809"/>
                    <a:pt x="646584" y="128269"/>
                  </a:cubicBezTo>
                  <a:cubicBezTo>
                    <a:pt x="644679" y="125729"/>
                    <a:pt x="642139" y="123824"/>
                    <a:pt x="640234" y="121284"/>
                  </a:cubicBezTo>
                  <a:cubicBezTo>
                    <a:pt x="640234" y="120649"/>
                    <a:pt x="639598" y="120014"/>
                    <a:pt x="638964" y="119379"/>
                  </a:cubicBezTo>
                  <a:cubicBezTo>
                    <a:pt x="637059" y="117474"/>
                    <a:pt x="635154" y="114934"/>
                    <a:pt x="635789" y="112394"/>
                  </a:cubicBezTo>
                  <a:cubicBezTo>
                    <a:pt x="635789" y="110489"/>
                    <a:pt x="637693" y="108584"/>
                    <a:pt x="639598" y="108584"/>
                  </a:cubicBezTo>
                  <a:close/>
                  <a:moveTo>
                    <a:pt x="708179" y="107950"/>
                  </a:moveTo>
                  <a:cubicBezTo>
                    <a:pt x="711989" y="107315"/>
                    <a:pt x="741834" y="121920"/>
                    <a:pt x="802794" y="139700"/>
                  </a:cubicBezTo>
                  <a:cubicBezTo>
                    <a:pt x="819304" y="144780"/>
                    <a:pt x="834544" y="145415"/>
                    <a:pt x="835814" y="147955"/>
                  </a:cubicBezTo>
                  <a:cubicBezTo>
                    <a:pt x="837084" y="150495"/>
                    <a:pt x="834544" y="156845"/>
                    <a:pt x="832004" y="157480"/>
                  </a:cubicBezTo>
                  <a:cubicBezTo>
                    <a:pt x="826289" y="159385"/>
                    <a:pt x="797714" y="157480"/>
                    <a:pt x="789459" y="156210"/>
                  </a:cubicBezTo>
                  <a:cubicBezTo>
                    <a:pt x="779934" y="154940"/>
                    <a:pt x="772314" y="151765"/>
                    <a:pt x="763424" y="147955"/>
                  </a:cubicBezTo>
                  <a:cubicBezTo>
                    <a:pt x="755169" y="144145"/>
                    <a:pt x="746914" y="140335"/>
                    <a:pt x="738659" y="135890"/>
                  </a:cubicBezTo>
                  <a:cubicBezTo>
                    <a:pt x="732944" y="133350"/>
                    <a:pt x="697384" y="116205"/>
                    <a:pt x="697384" y="113665"/>
                  </a:cubicBezTo>
                  <a:cubicBezTo>
                    <a:pt x="697384" y="111760"/>
                    <a:pt x="704369" y="108585"/>
                    <a:pt x="708179" y="107950"/>
                  </a:cubicBezTo>
                  <a:close/>
                  <a:moveTo>
                    <a:pt x="327178" y="97789"/>
                  </a:moveTo>
                  <a:cubicBezTo>
                    <a:pt x="330353" y="95250"/>
                    <a:pt x="341783" y="99695"/>
                    <a:pt x="337338" y="105410"/>
                  </a:cubicBezTo>
                  <a:cubicBezTo>
                    <a:pt x="336703" y="106680"/>
                    <a:pt x="323368" y="118745"/>
                    <a:pt x="321463" y="120014"/>
                  </a:cubicBezTo>
                  <a:cubicBezTo>
                    <a:pt x="320193" y="120650"/>
                    <a:pt x="318288" y="121285"/>
                    <a:pt x="317018" y="121920"/>
                  </a:cubicBezTo>
                  <a:cubicBezTo>
                    <a:pt x="314478" y="122555"/>
                    <a:pt x="311938" y="122555"/>
                    <a:pt x="310033" y="121285"/>
                  </a:cubicBezTo>
                  <a:cubicBezTo>
                    <a:pt x="310033" y="121285"/>
                    <a:pt x="309398" y="120650"/>
                    <a:pt x="309398" y="120650"/>
                  </a:cubicBezTo>
                  <a:cubicBezTo>
                    <a:pt x="307493" y="119380"/>
                    <a:pt x="306223" y="116205"/>
                    <a:pt x="307493" y="114935"/>
                  </a:cubicBezTo>
                  <a:cubicBezTo>
                    <a:pt x="308128" y="113030"/>
                    <a:pt x="311938" y="109855"/>
                    <a:pt x="313208" y="108585"/>
                  </a:cubicBezTo>
                  <a:cubicBezTo>
                    <a:pt x="315748" y="106045"/>
                    <a:pt x="324638" y="99695"/>
                    <a:pt x="327178" y="97789"/>
                  </a:cubicBezTo>
                  <a:close/>
                  <a:moveTo>
                    <a:pt x="660553" y="97154"/>
                  </a:moveTo>
                  <a:cubicBezTo>
                    <a:pt x="663093" y="98424"/>
                    <a:pt x="671348" y="102869"/>
                    <a:pt x="675158" y="105409"/>
                  </a:cubicBezTo>
                  <a:cubicBezTo>
                    <a:pt x="675793" y="105409"/>
                    <a:pt x="675793" y="106044"/>
                    <a:pt x="676428" y="106044"/>
                  </a:cubicBezTo>
                  <a:cubicBezTo>
                    <a:pt x="677698" y="106679"/>
                    <a:pt x="682143" y="109219"/>
                    <a:pt x="682778" y="111124"/>
                  </a:cubicBezTo>
                  <a:cubicBezTo>
                    <a:pt x="684048" y="113664"/>
                    <a:pt x="683413" y="116204"/>
                    <a:pt x="681508" y="118109"/>
                  </a:cubicBezTo>
                  <a:cubicBezTo>
                    <a:pt x="681508" y="118109"/>
                    <a:pt x="680873" y="118744"/>
                    <a:pt x="680873" y="118744"/>
                  </a:cubicBezTo>
                  <a:cubicBezTo>
                    <a:pt x="680238" y="118744"/>
                    <a:pt x="680238" y="119379"/>
                    <a:pt x="679603" y="119379"/>
                  </a:cubicBezTo>
                  <a:cubicBezTo>
                    <a:pt x="677698" y="120014"/>
                    <a:pt x="675793" y="120014"/>
                    <a:pt x="673888" y="120014"/>
                  </a:cubicBezTo>
                  <a:cubicBezTo>
                    <a:pt x="672618" y="120014"/>
                    <a:pt x="670713" y="119379"/>
                    <a:pt x="668808" y="118744"/>
                  </a:cubicBezTo>
                  <a:cubicBezTo>
                    <a:pt x="666903" y="117474"/>
                    <a:pt x="652298" y="107314"/>
                    <a:pt x="651028" y="106044"/>
                  </a:cubicBezTo>
                  <a:cubicBezTo>
                    <a:pt x="645948" y="100964"/>
                    <a:pt x="656743" y="95249"/>
                    <a:pt x="660553" y="97154"/>
                  </a:cubicBezTo>
                  <a:close/>
                  <a:moveTo>
                    <a:pt x="273203" y="95646"/>
                  </a:moveTo>
                  <a:cubicBezTo>
                    <a:pt x="275108" y="96043"/>
                    <a:pt x="276695" y="97154"/>
                    <a:pt x="277013" y="99695"/>
                  </a:cubicBezTo>
                  <a:cubicBezTo>
                    <a:pt x="277648" y="102234"/>
                    <a:pt x="277648" y="106045"/>
                    <a:pt x="275743" y="107314"/>
                  </a:cubicBezTo>
                  <a:cubicBezTo>
                    <a:pt x="273838" y="109854"/>
                    <a:pt x="179223" y="141604"/>
                    <a:pt x="169698" y="144145"/>
                  </a:cubicBezTo>
                  <a:cubicBezTo>
                    <a:pt x="160173" y="146684"/>
                    <a:pt x="130963" y="142874"/>
                    <a:pt x="127153" y="141604"/>
                  </a:cubicBezTo>
                  <a:cubicBezTo>
                    <a:pt x="125248" y="140334"/>
                    <a:pt x="123343" y="135254"/>
                    <a:pt x="122708" y="133984"/>
                  </a:cubicBezTo>
                  <a:cubicBezTo>
                    <a:pt x="122073" y="132714"/>
                    <a:pt x="122073" y="132079"/>
                    <a:pt x="123343" y="131445"/>
                  </a:cubicBezTo>
                  <a:cubicBezTo>
                    <a:pt x="124613" y="131445"/>
                    <a:pt x="264313" y="97154"/>
                    <a:pt x="267488" y="95884"/>
                  </a:cubicBezTo>
                  <a:cubicBezTo>
                    <a:pt x="269075" y="95566"/>
                    <a:pt x="271298" y="95249"/>
                    <a:pt x="273203" y="95646"/>
                  </a:cubicBezTo>
                  <a:close/>
                  <a:moveTo>
                    <a:pt x="722148" y="91439"/>
                  </a:moveTo>
                  <a:cubicBezTo>
                    <a:pt x="723418" y="90804"/>
                    <a:pt x="724054" y="91439"/>
                    <a:pt x="724054" y="91439"/>
                  </a:cubicBezTo>
                  <a:cubicBezTo>
                    <a:pt x="736754" y="95249"/>
                    <a:pt x="750088" y="98424"/>
                    <a:pt x="762788" y="101599"/>
                  </a:cubicBezTo>
                  <a:cubicBezTo>
                    <a:pt x="775488" y="104774"/>
                    <a:pt x="787554" y="107949"/>
                    <a:pt x="800254" y="110489"/>
                  </a:cubicBezTo>
                  <a:cubicBezTo>
                    <a:pt x="826923" y="116204"/>
                    <a:pt x="853593" y="120649"/>
                    <a:pt x="880263" y="124459"/>
                  </a:cubicBezTo>
                  <a:cubicBezTo>
                    <a:pt x="884708" y="125094"/>
                    <a:pt x="877723" y="136524"/>
                    <a:pt x="874548" y="139064"/>
                  </a:cubicBezTo>
                  <a:cubicBezTo>
                    <a:pt x="873279" y="140969"/>
                    <a:pt x="868833" y="140334"/>
                    <a:pt x="862483" y="140334"/>
                  </a:cubicBezTo>
                  <a:cubicBezTo>
                    <a:pt x="839623" y="139699"/>
                    <a:pt x="799618" y="130809"/>
                    <a:pt x="782473" y="125729"/>
                  </a:cubicBezTo>
                  <a:cubicBezTo>
                    <a:pt x="759613" y="118744"/>
                    <a:pt x="711988" y="102234"/>
                    <a:pt x="710718" y="99059"/>
                  </a:cubicBezTo>
                  <a:cubicBezTo>
                    <a:pt x="710083" y="95884"/>
                    <a:pt x="718973" y="92709"/>
                    <a:pt x="722148" y="91439"/>
                  </a:cubicBezTo>
                  <a:close/>
                  <a:moveTo>
                    <a:pt x="495454" y="90170"/>
                  </a:moveTo>
                  <a:cubicBezTo>
                    <a:pt x="482754" y="90170"/>
                    <a:pt x="463704" y="94614"/>
                    <a:pt x="464974" y="120649"/>
                  </a:cubicBezTo>
                  <a:cubicBezTo>
                    <a:pt x="465609" y="144145"/>
                    <a:pt x="478309" y="149859"/>
                    <a:pt x="497359" y="150495"/>
                  </a:cubicBezTo>
                  <a:cubicBezTo>
                    <a:pt x="515139" y="150495"/>
                    <a:pt x="528474" y="143509"/>
                    <a:pt x="529109" y="120014"/>
                  </a:cubicBezTo>
                  <a:cubicBezTo>
                    <a:pt x="529744" y="91439"/>
                    <a:pt x="506884" y="90170"/>
                    <a:pt x="495454" y="90170"/>
                  </a:cubicBezTo>
                  <a:close/>
                  <a:moveTo>
                    <a:pt x="304319" y="84455"/>
                  </a:moveTo>
                  <a:cubicBezTo>
                    <a:pt x="308764" y="81280"/>
                    <a:pt x="313844" y="82550"/>
                    <a:pt x="316384" y="84455"/>
                  </a:cubicBezTo>
                  <a:cubicBezTo>
                    <a:pt x="318924" y="86360"/>
                    <a:pt x="320194" y="88900"/>
                    <a:pt x="318289" y="90805"/>
                  </a:cubicBezTo>
                  <a:cubicBezTo>
                    <a:pt x="317654" y="91440"/>
                    <a:pt x="310669" y="96520"/>
                    <a:pt x="305589" y="100330"/>
                  </a:cubicBezTo>
                  <a:cubicBezTo>
                    <a:pt x="302414" y="102870"/>
                    <a:pt x="299239" y="104775"/>
                    <a:pt x="298604" y="105410"/>
                  </a:cubicBezTo>
                  <a:cubicBezTo>
                    <a:pt x="294794" y="107950"/>
                    <a:pt x="289079" y="106680"/>
                    <a:pt x="287174" y="105410"/>
                  </a:cubicBezTo>
                  <a:cubicBezTo>
                    <a:pt x="287174" y="104775"/>
                    <a:pt x="286539" y="104775"/>
                    <a:pt x="285904" y="104775"/>
                  </a:cubicBezTo>
                  <a:cubicBezTo>
                    <a:pt x="283999" y="102870"/>
                    <a:pt x="283364" y="100330"/>
                    <a:pt x="284634" y="97790"/>
                  </a:cubicBezTo>
                  <a:cubicBezTo>
                    <a:pt x="285269" y="95885"/>
                    <a:pt x="286539" y="95250"/>
                    <a:pt x="287809" y="94615"/>
                  </a:cubicBezTo>
                  <a:cubicBezTo>
                    <a:pt x="289079" y="93345"/>
                    <a:pt x="290984" y="92710"/>
                    <a:pt x="292254" y="91440"/>
                  </a:cubicBezTo>
                  <a:cubicBezTo>
                    <a:pt x="294159" y="90170"/>
                    <a:pt x="296699" y="88900"/>
                    <a:pt x="298604" y="87630"/>
                  </a:cubicBezTo>
                  <a:cubicBezTo>
                    <a:pt x="300509" y="86360"/>
                    <a:pt x="302414" y="85725"/>
                    <a:pt x="304319" y="84455"/>
                  </a:cubicBezTo>
                  <a:close/>
                  <a:moveTo>
                    <a:pt x="676429" y="82550"/>
                  </a:moveTo>
                  <a:cubicBezTo>
                    <a:pt x="678969" y="82550"/>
                    <a:pt x="701194" y="93345"/>
                    <a:pt x="703099" y="95885"/>
                  </a:cubicBezTo>
                  <a:cubicBezTo>
                    <a:pt x="705004" y="98425"/>
                    <a:pt x="702464" y="101600"/>
                    <a:pt x="700559" y="102870"/>
                  </a:cubicBezTo>
                  <a:cubicBezTo>
                    <a:pt x="698019" y="104775"/>
                    <a:pt x="695479" y="105410"/>
                    <a:pt x="692304" y="104140"/>
                  </a:cubicBezTo>
                  <a:cubicBezTo>
                    <a:pt x="688494" y="104140"/>
                    <a:pt x="670079" y="93345"/>
                    <a:pt x="667539" y="91440"/>
                  </a:cubicBezTo>
                  <a:cubicBezTo>
                    <a:pt x="666904" y="90805"/>
                    <a:pt x="666904" y="90170"/>
                    <a:pt x="666904" y="88900"/>
                  </a:cubicBezTo>
                  <a:cubicBezTo>
                    <a:pt x="666904" y="88265"/>
                    <a:pt x="667539" y="86995"/>
                    <a:pt x="668174" y="86360"/>
                  </a:cubicBezTo>
                  <a:cubicBezTo>
                    <a:pt x="670079" y="83820"/>
                    <a:pt x="673889" y="82550"/>
                    <a:pt x="676429" y="82550"/>
                  </a:cubicBezTo>
                  <a:close/>
                  <a:moveTo>
                    <a:pt x="255424" y="81280"/>
                  </a:moveTo>
                  <a:cubicBezTo>
                    <a:pt x="258599" y="81280"/>
                    <a:pt x="261139" y="83820"/>
                    <a:pt x="261774" y="86360"/>
                  </a:cubicBezTo>
                  <a:cubicBezTo>
                    <a:pt x="262409" y="88265"/>
                    <a:pt x="262409" y="90170"/>
                    <a:pt x="261139" y="91440"/>
                  </a:cubicBezTo>
                  <a:cubicBezTo>
                    <a:pt x="260504" y="92075"/>
                    <a:pt x="253519" y="93345"/>
                    <a:pt x="252884" y="93345"/>
                  </a:cubicBezTo>
                  <a:cubicBezTo>
                    <a:pt x="240819" y="95885"/>
                    <a:pt x="122074" y="120650"/>
                    <a:pt x="115724" y="121920"/>
                  </a:cubicBezTo>
                  <a:cubicBezTo>
                    <a:pt x="115724" y="121920"/>
                    <a:pt x="115089" y="121920"/>
                    <a:pt x="115089" y="121920"/>
                  </a:cubicBezTo>
                  <a:cubicBezTo>
                    <a:pt x="111279" y="122555"/>
                    <a:pt x="90959" y="118745"/>
                    <a:pt x="87784" y="117475"/>
                  </a:cubicBezTo>
                  <a:cubicBezTo>
                    <a:pt x="85244" y="116840"/>
                    <a:pt x="85244" y="116205"/>
                    <a:pt x="84609" y="111125"/>
                  </a:cubicBezTo>
                  <a:cubicBezTo>
                    <a:pt x="83974" y="107950"/>
                    <a:pt x="83974" y="107315"/>
                    <a:pt x="89689" y="106680"/>
                  </a:cubicBezTo>
                  <a:lnTo>
                    <a:pt x="249074" y="81915"/>
                  </a:lnTo>
                  <a:cubicBezTo>
                    <a:pt x="250344" y="81915"/>
                    <a:pt x="254789" y="81280"/>
                    <a:pt x="255424" y="81280"/>
                  </a:cubicBezTo>
                  <a:close/>
                  <a:moveTo>
                    <a:pt x="492914" y="79374"/>
                  </a:moveTo>
                  <a:cubicBezTo>
                    <a:pt x="545619" y="78104"/>
                    <a:pt x="568479" y="99695"/>
                    <a:pt x="569114" y="119379"/>
                  </a:cubicBezTo>
                  <a:cubicBezTo>
                    <a:pt x="569749" y="137795"/>
                    <a:pt x="558319" y="144145"/>
                    <a:pt x="550699" y="149224"/>
                  </a:cubicBezTo>
                  <a:cubicBezTo>
                    <a:pt x="549429" y="150495"/>
                    <a:pt x="548794" y="151129"/>
                    <a:pt x="548794" y="151764"/>
                  </a:cubicBezTo>
                  <a:cubicBezTo>
                    <a:pt x="549429" y="153034"/>
                    <a:pt x="550064" y="153034"/>
                    <a:pt x="550699" y="153670"/>
                  </a:cubicBezTo>
                  <a:cubicBezTo>
                    <a:pt x="558319" y="158749"/>
                    <a:pt x="573559" y="170179"/>
                    <a:pt x="572924" y="188595"/>
                  </a:cubicBezTo>
                  <a:cubicBezTo>
                    <a:pt x="572924" y="218439"/>
                    <a:pt x="539269" y="233679"/>
                    <a:pt x="496089" y="233045"/>
                  </a:cubicBezTo>
                  <a:cubicBezTo>
                    <a:pt x="461799" y="231774"/>
                    <a:pt x="437034" y="220345"/>
                    <a:pt x="426874" y="212724"/>
                  </a:cubicBezTo>
                  <a:cubicBezTo>
                    <a:pt x="424334" y="210820"/>
                    <a:pt x="417984" y="205739"/>
                    <a:pt x="417984" y="204470"/>
                  </a:cubicBezTo>
                  <a:cubicBezTo>
                    <a:pt x="417984" y="202564"/>
                    <a:pt x="419889" y="201295"/>
                    <a:pt x="421159" y="200024"/>
                  </a:cubicBezTo>
                  <a:cubicBezTo>
                    <a:pt x="423699" y="197484"/>
                    <a:pt x="425604" y="195579"/>
                    <a:pt x="427509" y="193674"/>
                  </a:cubicBezTo>
                  <a:lnTo>
                    <a:pt x="427509" y="121920"/>
                  </a:lnTo>
                  <a:cubicBezTo>
                    <a:pt x="427509" y="121920"/>
                    <a:pt x="423699" y="117474"/>
                    <a:pt x="421159" y="114934"/>
                  </a:cubicBezTo>
                  <a:cubicBezTo>
                    <a:pt x="419254" y="113029"/>
                    <a:pt x="417984" y="111759"/>
                    <a:pt x="417984" y="110489"/>
                  </a:cubicBezTo>
                  <a:cubicBezTo>
                    <a:pt x="417349" y="108584"/>
                    <a:pt x="423064" y="103504"/>
                    <a:pt x="425604" y="101599"/>
                  </a:cubicBezTo>
                  <a:cubicBezTo>
                    <a:pt x="440209" y="88264"/>
                    <a:pt x="466244" y="80009"/>
                    <a:pt x="492914" y="79374"/>
                  </a:cubicBezTo>
                  <a:close/>
                  <a:moveTo>
                    <a:pt x="732944" y="74295"/>
                  </a:moveTo>
                  <a:cubicBezTo>
                    <a:pt x="743104" y="75565"/>
                    <a:pt x="837719" y="94615"/>
                    <a:pt x="918364" y="99695"/>
                  </a:cubicBezTo>
                  <a:cubicBezTo>
                    <a:pt x="918999" y="99695"/>
                    <a:pt x="918999" y="100330"/>
                    <a:pt x="918364" y="102235"/>
                  </a:cubicBezTo>
                  <a:cubicBezTo>
                    <a:pt x="918364" y="103505"/>
                    <a:pt x="916459" y="113030"/>
                    <a:pt x="913284" y="113665"/>
                  </a:cubicBezTo>
                  <a:cubicBezTo>
                    <a:pt x="909474" y="114300"/>
                    <a:pt x="894869" y="115570"/>
                    <a:pt x="884709" y="116205"/>
                  </a:cubicBezTo>
                  <a:cubicBezTo>
                    <a:pt x="880899" y="116205"/>
                    <a:pt x="871374" y="115570"/>
                    <a:pt x="866929" y="114935"/>
                  </a:cubicBezTo>
                  <a:cubicBezTo>
                    <a:pt x="858039" y="114300"/>
                    <a:pt x="849149" y="112395"/>
                    <a:pt x="840894" y="111125"/>
                  </a:cubicBezTo>
                  <a:cubicBezTo>
                    <a:pt x="825654" y="108585"/>
                    <a:pt x="810414" y="105410"/>
                    <a:pt x="795174" y="101600"/>
                  </a:cubicBezTo>
                  <a:cubicBezTo>
                    <a:pt x="783109" y="98425"/>
                    <a:pt x="770409" y="95885"/>
                    <a:pt x="758344" y="92710"/>
                  </a:cubicBezTo>
                  <a:cubicBezTo>
                    <a:pt x="750089" y="90805"/>
                    <a:pt x="727864" y="86360"/>
                    <a:pt x="726594" y="85725"/>
                  </a:cubicBezTo>
                  <a:cubicBezTo>
                    <a:pt x="725324" y="85090"/>
                    <a:pt x="724689" y="82550"/>
                    <a:pt x="724689" y="82550"/>
                  </a:cubicBezTo>
                  <a:cubicBezTo>
                    <a:pt x="724689" y="79375"/>
                    <a:pt x="727864" y="73660"/>
                    <a:pt x="732944" y="74295"/>
                  </a:cubicBezTo>
                  <a:close/>
                  <a:moveTo>
                    <a:pt x="693574" y="69215"/>
                  </a:moveTo>
                  <a:cubicBezTo>
                    <a:pt x="701829" y="71755"/>
                    <a:pt x="704369" y="72390"/>
                    <a:pt x="710084" y="74295"/>
                  </a:cubicBezTo>
                  <a:cubicBezTo>
                    <a:pt x="714529" y="75565"/>
                    <a:pt x="721514" y="78105"/>
                    <a:pt x="718974" y="82550"/>
                  </a:cubicBezTo>
                  <a:cubicBezTo>
                    <a:pt x="718339" y="83820"/>
                    <a:pt x="717704" y="85090"/>
                    <a:pt x="716434" y="85725"/>
                  </a:cubicBezTo>
                  <a:cubicBezTo>
                    <a:pt x="712624" y="88265"/>
                    <a:pt x="707544" y="86995"/>
                    <a:pt x="704369" y="86360"/>
                  </a:cubicBezTo>
                  <a:cubicBezTo>
                    <a:pt x="699924" y="84455"/>
                    <a:pt x="684684" y="78105"/>
                    <a:pt x="683414" y="76200"/>
                  </a:cubicBezTo>
                  <a:cubicBezTo>
                    <a:pt x="681509" y="73660"/>
                    <a:pt x="684049" y="71755"/>
                    <a:pt x="685954" y="70485"/>
                  </a:cubicBezTo>
                  <a:cubicBezTo>
                    <a:pt x="688494" y="68580"/>
                    <a:pt x="691034" y="68580"/>
                    <a:pt x="693574" y="69215"/>
                  </a:cubicBezTo>
                  <a:close/>
                  <a:moveTo>
                    <a:pt x="294793" y="66674"/>
                  </a:moveTo>
                  <a:cubicBezTo>
                    <a:pt x="298603" y="66039"/>
                    <a:pt x="306858" y="72389"/>
                    <a:pt x="302413" y="76834"/>
                  </a:cubicBezTo>
                  <a:cubicBezTo>
                    <a:pt x="301143" y="78104"/>
                    <a:pt x="281458" y="87629"/>
                    <a:pt x="280188" y="87629"/>
                  </a:cubicBezTo>
                  <a:cubicBezTo>
                    <a:pt x="278283" y="88264"/>
                    <a:pt x="277013" y="87629"/>
                    <a:pt x="275743" y="87629"/>
                  </a:cubicBezTo>
                  <a:cubicBezTo>
                    <a:pt x="274473" y="87629"/>
                    <a:pt x="272568" y="86359"/>
                    <a:pt x="271298" y="85724"/>
                  </a:cubicBezTo>
                  <a:cubicBezTo>
                    <a:pt x="270663" y="85089"/>
                    <a:pt x="270028" y="84454"/>
                    <a:pt x="270028" y="84454"/>
                  </a:cubicBezTo>
                  <a:cubicBezTo>
                    <a:pt x="268123" y="81914"/>
                    <a:pt x="267488" y="78104"/>
                    <a:pt x="269393" y="76199"/>
                  </a:cubicBezTo>
                  <a:cubicBezTo>
                    <a:pt x="271298" y="74294"/>
                    <a:pt x="288443" y="67944"/>
                    <a:pt x="294793" y="66674"/>
                  </a:cubicBezTo>
                  <a:close/>
                  <a:moveTo>
                    <a:pt x="242088" y="64134"/>
                  </a:moveTo>
                  <a:cubicBezTo>
                    <a:pt x="245263" y="64134"/>
                    <a:pt x="249073" y="64769"/>
                    <a:pt x="251613" y="66674"/>
                  </a:cubicBezTo>
                  <a:cubicBezTo>
                    <a:pt x="252248" y="67309"/>
                    <a:pt x="253518" y="67944"/>
                    <a:pt x="254153" y="68579"/>
                  </a:cubicBezTo>
                  <a:cubicBezTo>
                    <a:pt x="256058" y="70484"/>
                    <a:pt x="257963" y="73659"/>
                    <a:pt x="254788" y="74294"/>
                  </a:cubicBezTo>
                  <a:cubicBezTo>
                    <a:pt x="251613" y="74929"/>
                    <a:pt x="95403" y="95884"/>
                    <a:pt x="88418" y="95884"/>
                  </a:cubicBezTo>
                  <a:cubicBezTo>
                    <a:pt x="88418" y="95884"/>
                    <a:pt x="85243" y="95884"/>
                    <a:pt x="85243" y="95884"/>
                  </a:cubicBezTo>
                  <a:cubicBezTo>
                    <a:pt x="75718" y="95884"/>
                    <a:pt x="56033" y="89534"/>
                    <a:pt x="52223" y="88264"/>
                  </a:cubicBezTo>
                  <a:cubicBezTo>
                    <a:pt x="49683" y="87629"/>
                    <a:pt x="49048" y="86994"/>
                    <a:pt x="49683" y="83819"/>
                  </a:cubicBezTo>
                  <a:cubicBezTo>
                    <a:pt x="50318" y="81279"/>
                    <a:pt x="50953" y="78104"/>
                    <a:pt x="52858" y="78104"/>
                  </a:cubicBezTo>
                  <a:cubicBezTo>
                    <a:pt x="61748" y="77469"/>
                    <a:pt x="240818" y="64134"/>
                    <a:pt x="242088" y="64134"/>
                  </a:cubicBezTo>
                  <a:close/>
                  <a:moveTo>
                    <a:pt x="496089" y="63499"/>
                  </a:moveTo>
                  <a:cubicBezTo>
                    <a:pt x="429414" y="63499"/>
                    <a:pt x="374804" y="105409"/>
                    <a:pt x="374804" y="156209"/>
                  </a:cubicBezTo>
                  <a:cubicBezTo>
                    <a:pt x="374804" y="207644"/>
                    <a:pt x="428779" y="248919"/>
                    <a:pt x="496089" y="248919"/>
                  </a:cubicBezTo>
                  <a:cubicBezTo>
                    <a:pt x="548794" y="248919"/>
                    <a:pt x="593244" y="223519"/>
                    <a:pt x="610389" y="186689"/>
                  </a:cubicBezTo>
                  <a:cubicBezTo>
                    <a:pt x="612294" y="181609"/>
                    <a:pt x="614199" y="176529"/>
                    <a:pt x="615469" y="170814"/>
                  </a:cubicBezTo>
                  <a:cubicBezTo>
                    <a:pt x="616739" y="165734"/>
                    <a:pt x="617374" y="160654"/>
                    <a:pt x="617374" y="155574"/>
                  </a:cubicBezTo>
                  <a:cubicBezTo>
                    <a:pt x="617374" y="154939"/>
                    <a:pt x="617374" y="154304"/>
                    <a:pt x="617374" y="153669"/>
                  </a:cubicBezTo>
                  <a:cubicBezTo>
                    <a:pt x="617374" y="146684"/>
                    <a:pt x="616104" y="139699"/>
                    <a:pt x="613564" y="132714"/>
                  </a:cubicBezTo>
                  <a:cubicBezTo>
                    <a:pt x="600229" y="92709"/>
                    <a:pt x="552604" y="63499"/>
                    <a:pt x="496089" y="63499"/>
                  </a:cubicBezTo>
                  <a:close/>
                  <a:moveTo>
                    <a:pt x="740564" y="60959"/>
                  </a:moveTo>
                  <a:cubicBezTo>
                    <a:pt x="745644" y="60959"/>
                    <a:pt x="861214" y="69849"/>
                    <a:pt x="896139" y="71754"/>
                  </a:cubicBezTo>
                  <a:cubicBezTo>
                    <a:pt x="905029" y="72389"/>
                    <a:pt x="914554" y="72389"/>
                    <a:pt x="924079" y="73024"/>
                  </a:cubicBezTo>
                  <a:cubicBezTo>
                    <a:pt x="930429" y="73024"/>
                    <a:pt x="943129" y="72389"/>
                    <a:pt x="944399" y="72389"/>
                  </a:cubicBezTo>
                  <a:cubicBezTo>
                    <a:pt x="948208" y="72389"/>
                    <a:pt x="947574" y="74294"/>
                    <a:pt x="948208" y="76199"/>
                  </a:cubicBezTo>
                  <a:cubicBezTo>
                    <a:pt x="948208" y="79374"/>
                    <a:pt x="947574" y="81279"/>
                    <a:pt x="945033" y="82549"/>
                  </a:cubicBezTo>
                  <a:cubicBezTo>
                    <a:pt x="937414" y="86359"/>
                    <a:pt x="922808" y="90169"/>
                    <a:pt x="919633" y="90169"/>
                  </a:cubicBezTo>
                  <a:cubicBezTo>
                    <a:pt x="901854" y="90169"/>
                    <a:pt x="885979" y="87629"/>
                    <a:pt x="869469" y="86359"/>
                  </a:cubicBezTo>
                  <a:cubicBezTo>
                    <a:pt x="858674" y="85089"/>
                    <a:pt x="743104" y="68579"/>
                    <a:pt x="739294" y="67944"/>
                  </a:cubicBezTo>
                  <a:cubicBezTo>
                    <a:pt x="738659" y="67944"/>
                    <a:pt x="738024" y="67309"/>
                    <a:pt x="737389" y="66674"/>
                  </a:cubicBezTo>
                  <a:cubicBezTo>
                    <a:pt x="736119" y="64134"/>
                    <a:pt x="737389" y="60959"/>
                    <a:pt x="740564" y="60959"/>
                  </a:cubicBezTo>
                  <a:close/>
                  <a:moveTo>
                    <a:pt x="485929" y="57784"/>
                  </a:moveTo>
                  <a:cubicBezTo>
                    <a:pt x="487199" y="57784"/>
                    <a:pt x="487834" y="57784"/>
                    <a:pt x="488469" y="57784"/>
                  </a:cubicBezTo>
                  <a:cubicBezTo>
                    <a:pt x="490374" y="57784"/>
                    <a:pt x="492914" y="57784"/>
                    <a:pt x="495454" y="57784"/>
                  </a:cubicBezTo>
                  <a:cubicBezTo>
                    <a:pt x="497994" y="57784"/>
                    <a:pt x="500534" y="57784"/>
                    <a:pt x="503074" y="57784"/>
                  </a:cubicBezTo>
                  <a:cubicBezTo>
                    <a:pt x="504344" y="57784"/>
                    <a:pt x="504979" y="57784"/>
                    <a:pt x="505614" y="57784"/>
                  </a:cubicBezTo>
                  <a:cubicBezTo>
                    <a:pt x="507519" y="58419"/>
                    <a:pt x="508789" y="58419"/>
                    <a:pt x="510694" y="58419"/>
                  </a:cubicBezTo>
                  <a:cubicBezTo>
                    <a:pt x="511329" y="58419"/>
                    <a:pt x="512599" y="58419"/>
                    <a:pt x="513234" y="58419"/>
                  </a:cubicBezTo>
                  <a:cubicBezTo>
                    <a:pt x="514504" y="58419"/>
                    <a:pt x="516409" y="59054"/>
                    <a:pt x="517679" y="59054"/>
                  </a:cubicBezTo>
                  <a:cubicBezTo>
                    <a:pt x="518314" y="59689"/>
                    <a:pt x="519584" y="59689"/>
                    <a:pt x="520219" y="59689"/>
                  </a:cubicBezTo>
                  <a:cubicBezTo>
                    <a:pt x="522124" y="59689"/>
                    <a:pt x="524029" y="60324"/>
                    <a:pt x="525299" y="60324"/>
                  </a:cubicBezTo>
                  <a:cubicBezTo>
                    <a:pt x="525934" y="60959"/>
                    <a:pt x="526569" y="60959"/>
                    <a:pt x="527204" y="60959"/>
                  </a:cubicBezTo>
                  <a:cubicBezTo>
                    <a:pt x="529109" y="61594"/>
                    <a:pt x="531649" y="61594"/>
                    <a:pt x="533554" y="62229"/>
                  </a:cubicBezTo>
                  <a:cubicBezTo>
                    <a:pt x="534189" y="62229"/>
                    <a:pt x="534189" y="62229"/>
                    <a:pt x="534189" y="62229"/>
                  </a:cubicBezTo>
                  <a:cubicBezTo>
                    <a:pt x="536729" y="62864"/>
                    <a:pt x="539269" y="63499"/>
                    <a:pt x="541174" y="64134"/>
                  </a:cubicBezTo>
                  <a:cubicBezTo>
                    <a:pt x="541809" y="64134"/>
                    <a:pt x="542444" y="64769"/>
                    <a:pt x="543079" y="64769"/>
                  </a:cubicBezTo>
                  <a:cubicBezTo>
                    <a:pt x="544984" y="64769"/>
                    <a:pt x="546254" y="65404"/>
                    <a:pt x="548159" y="66039"/>
                  </a:cubicBezTo>
                  <a:cubicBezTo>
                    <a:pt x="548794" y="66039"/>
                    <a:pt x="549429" y="66674"/>
                    <a:pt x="550064" y="66674"/>
                  </a:cubicBezTo>
                  <a:cubicBezTo>
                    <a:pt x="551334" y="67309"/>
                    <a:pt x="553239" y="67944"/>
                    <a:pt x="554509" y="68579"/>
                  </a:cubicBezTo>
                  <a:cubicBezTo>
                    <a:pt x="555144" y="68579"/>
                    <a:pt x="555779" y="69214"/>
                    <a:pt x="556414" y="69214"/>
                  </a:cubicBezTo>
                  <a:cubicBezTo>
                    <a:pt x="557684" y="69849"/>
                    <a:pt x="559589" y="70484"/>
                    <a:pt x="560859" y="71119"/>
                  </a:cubicBezTo>
                  <a:cubicBezTo>
                    <a:pt x="560859" y="71119"/>
                    <a:pt x="561494" y="71754"/>
                    <a:pt x="562129" y="71754"/>
                  </a:cubicBezTo>
                  <a:cubicBezTo>
                    <a:pt x="564034" y="72389"/>
                    <a:pt x="565939" y="73024"/>
                    <a:pt x="567844" y="74294"/>
                  </a:cubicBezTo>
                  <a:cubicBezTo>
                    <a:pt x="569749" y="75564"/>
                    <a:pt x="571654" y="76199"/>
                    <a:pt x="573559" y="77469"/>
                  </a:cubicBezTo>
                  <a:cubicBezTo>
                    <a:pt x="573559" y="78104"/>
                    <a:pt x="574194" y="78104"/>
                    <a:pt x="574194" y="78104"/>
                  </a:cubicBezTo>
                  <a:cubicBezTo>
                    <a:pt x="576099" y="79374"/>
                    <a:pt x="578004" y="80009"/>
                    <a:pt x="579274" y="81279"/>
                  </a:cubicBezTo>
                  <a:cubicBezTo>
                    <a:pt x="579909" y="81279"/>
                    <a:pt x="579909" y="81914"/>
                    <a:pt x="580544" y="81914"/>
                  </a:cubicBezTo>
                  <a:cubicBezTo>
                    <a:pt x="581814" y="82549"/>
                    <a:pt x="583084" y="83819"/>
                    <a:pt x="584354" y="84454"/>
                  </a:cubicBezTo>
                  <a:cubicBezTo>
                    <a:pt x="584989" y="85089"/>
                    <a:pt x="584989" y="85724"/>
                    <a:pt x="585624" y="85724"/>
                  </a:cubicBezTo>
                  <a:cubicBezTo>
                    <a:pt x="586894" y="86994"/>
                    <a:pt x="588164" y="87629"/>
                    <a:pt x="589434" y="88899"/>
                  </a:cubicBezTo>
                  <a:cubicBezTo>
                    <a:pt x="590069" y="88899"/>
                    <a:pt x="590069" y="89534"/>
                    <a:pt x="590704" y="89534"/>
                  </a:cubicBezTo>
                  <a:cubicBezTo>
                    <a:pt x="591974" y="90804"/>
                    <a:pt x="593879" y="92074"/>
                    <a:pt x="595149" y="93344"/>
                  </a:cubicBezTo>
                  <a:cubicBezTo>
                    <a:pt x="596419" y="94614"/>
                    <a:pt x="598324" y="96519"/>
                    <a:pt x="599594" y="97789"/>
                  </a:cubicBezTo>
                  <a:cubicBezTo>
                    <a:pt x="604039" y="102869"/>
                    <a:pt x="608484" y="108584"/>
                    <a:pt x="612294" y="114299"/>
                  </a:cubicBezTo>
                  <a:cubicBezTo>
                    <a:pt x="612929" y="115569"/>
                    <a:pt x="613564" y="116204"/>
                    <a:pt x="614199" y="117474"/>
                  </a:cubicBezTo>
                  <a:cubicBezTo>
                    <a:pt x="614199" y="118109"/>
                    <a:pt x="614834" y="118109"/>
                    <a:pt x="614834" y="118744"/>
                  </a:cubicBezTo>
                  <a:cubicBezTo>
                    <a:pt x="615469" y="120014"/>
                    <a:pt x="616104" y="121284"/>
                    <a:pt x="616739" y="122554"/>
                  </a:cubicBezTo>
                  <a:cubicBezTo>
                    <a:pt x="616739" y="123189"/>
                    <a:pt x="617374" y="123189"/>
                    <a:pt x="617374" y="123824"/>
                  </a:cubicBezTo>
                  <a:cubicBezTo>
                    <a:pt x="618009" y="125094"/>
                    <a:pt x="618644" y="126364"/>
                    <a:pt x="619279" y="127634"/>
                  </a:cubicBezTo>
                  <a:cubicBezTo>
                    <a:pt x="619279" y="127634"/>
                    <a:pt x="619279" y="128269"/>
                    <a:pt x="619279" y="128269"/>
                  </a:cubicBezTo>
                  <a:cubicBezTo>
                    <a:pt x="623089" y="137159"/>
                    <a:pt x="624994" y="147319"/>
                    <a:pt x="624994" y="157479"/>
                  </a:cubicBezTo>
                  <a:cubicBezTo>
                    <a:pt x="624994" y="167639"/>
                    <a:pt x="623089" y="177164"/>
                    <a:pt x="619279" y="186689"/>
                  </a:cubicBezTo>
                  <a:cubicBezTo>
                    <a:pt x="618644" y="186689"/>
                    <a:pt x="618644" y="187324"/>
                    <a:pt x="618644" y="187324"/>
                  </a:cubicBezTo>
                  <a:cubicBezTo>
                    <a:pt x="618009" y="188594"/>
                    <a:pt x="617374" y="189864"/>
                    <a:pt x="616739" y="191134"/>
                  </a:cubicBezTo>
                  <a:cubicBezTo>
                    <a:pt x="616739" y="191769"/>
                    <a:pt x="616739" y="191769"/>
                    <a:pt x="616739" y="191769"/>
                  </a:cubicBezTo>
                  <a:cubicBezTo>
                    <a:pt x="616104" y="193039"/>
                    <a:pt x="615469" y="194309"/>
                    <a:pt x="614834" y="195579"/>
                  </a:cubicBezTo>
                  <a:cubicBezTo>
                    <a:pt x="614834" y="196214"/>
                    <a:pt x="614199" y="196214"/>
                    <a:pt x="614199" y="196849"/>
                  </a:cubicBezTo>
                  <a:cubicBezTo>
                    <a:pt x="614199" y="197484"/>
                    <a:pt x="613564" y="198754"/>
                    <a:pt x="612929" y="199389"/>
                  </a:cubicBezTo>
                  <a:cubicBezTo>
                    <a:pt x="612929" y="199389"/>
                    <a:pt x="612294" y="200024"/>
                    <a:pt x="612294" y="200659"/>
                  </a:cubicBezTo>
                  <a:cubicBezTo>
                    <a:pt x="611659" y="201294"/>
                    <a:pt x="611024" y="202564"/>
                    <a:pt x="610389" y="203199"/>
                  </a:cubicBezTo>
                  <a:cubicBezTo>
                    <a:pt x="610389" y="203834"/>
                    <a:pt x="609754" y="203834"/>
                    <a:pt x="609754" y="204469"/>
                  </a:cubicBezTo>
                  <a:cubicBezTo>
                    <a:pt x="609119" y="205739"/>
                    <a:pt x="607849" y="207009"/>
                    <a:pt x="607214" y="208279"/>
                  </a:cubicBezTo>
                  <a:cubicBezTo>
                    <a:pt x="606579" y="208914"/>
                    <a:pt x="605944" y="208914"/>
                    <a:pt x="605944" y="209549"/>
                  </a:cubicBezTo>
                  <a:cubicBezTo>
                    <a:pt x="605309" y="210184"/>
                    <a:pt x="604674" y="211454"/>
                    <a:pt x="604039" y="212089"/>
                  </a:cubicBezTo>
                  <a:cubicBezTo>
                    <a:pt x="603404" y="212089"/>
                    <a:pt x="603404" y="212724"/>
                    <a:pt x="602769" y="213359"/>
                  </a:cubicBezTo>
                  <a:cubicBezTo>
                    <a:pt x="602134" y="213994"/>
                    <a:pt x="601499" y="214629"/>
                    <a:pt x="600864" y="215264"/>
                  </a:cubicBezTo>
                  <a:cubicBezTo>
                    <a:pt x="600229" y="215899"/>
                    <a:pt x="600229" y="215899"/>
                    <a:pt x="599594" y="216534"/>
                  </a:cubicBezTo>
                  <a:cubicBezTo>
                    <a:pt x="598959" y="217169"/>
                    <a:pt x="597689" y="218439"/>
                    <a:pt x="597054" y="219074"/>
                  </a:cubicBezTo>
                  <a:cubicBezTo>
                    <a:pt x="597054" y="219709"/>
                    <a:pt x="596419" y="219709"/>
                    <a:pt x="595784" y="220344"/>
                  </a:cubicBezTo>
                  <a:cubicBezTo>
                    <a:pt x="594514" y="220979"/>
                    <a:pt x="593879" y="222249"/>
                    <a:pt x="592609" y="222884"/>
                  </a:cubicBezTo>
                  <a:cubicBezTo>
                    <a:pt x="591974" y="223519"/>
                    <a:pt x="591339" y="223519"/>
                    <a:pt x="590704" y="224154"/>
                  </a:cubicBezTo>
                  <a:cubicBezTo>
                    <a:pt x="590069" y="224789"/>
                    <a:pt x="589434" y="225424"/>
                    <a:pt x="588799" y="226059"/>
                  </a:cubicBezTo>
                  <a:cubicBezTo>
                    <a:pt x="588164" y="226694"/>
                    <a:pt x="587529" y="226694"/>
                    <a:pt x="586894" y="227329"/>
                  </a:cubicBezTo>
                  <a:cubicBezTo>
                    <a:pt x="585624" y="227964"/>
                    <a:pt x="584989" y="228599"/>
                    <a:pt x="584354" y="229234"/>
                  </a:cubicBezTo>
                  <a:cubicBezTo>
                    <a:pt x="583719" y="229869"/>
                    <a:pt x="583084" y="229869"/>
                    <a:pt x="582449" y="230504"/>
                  </a:cubicBezTo>
                  <a:cubicBezTo>
                    <a:pt x="581179" y="231139"/>
                    <a:pt x="579909" y="232409"/>
                    <a:pt x="578639" y="233044"/>
                  </a:cubicBezTo>
                  <a:cubicBezTo>
                    <a:pt x="578004" y="233679"/>
                    <a:pt x="577369" y="233679"/>
                    <a:pt x="576734" y="234314"/>
                  </a:cubicBezTo>
                  <a:cubicBezTo>
                    <a:pt x="576099" y="234314"/>
                    <a:pt x="574829" y="234949"/>
                    <a:pt x="574194" y="235584"/>
                  </a:cubicBezTo>
                  <a:cubicBezTo>
                    <a:pt x="573559" y="236219"/>
                    <a:pt x="572924" y="236219"/>
                    <a:pt x="572289" y="236854"/>
                  </a:cubicBezTo>
                  <a:cubicBezTo>
                    <a:pt x="571654" y="237489"/>
                    <a:pt x="570384" y="237489"/>
                    <a:pt x="569749" y="238124"/>
                  </a:cubicBezTo>
                  <a:cubicBezTo>
                    <a:pt x="568479" y="238759"/>
                    <a:pt x="567844" y="238759"/>
                    <a:pt x="567209" y="239394"/>
                  </a:cubicBezTo>
                  <a:cubicBezTo>
                    <a:pt x="566574" y="240029"/>
                    <a:pt x="565304" y="240029"/>
                    <a:pt x="564669" y="240664"/>
                  </a:cubicBezTo>
                  <a:cubicBezTo>
                    <a:pt x="563399" y="240664"/>
                    <a:pt x="562764" y="241299"/>
                    <a:pt x="561494" y="241934"/>
                  </a:cubicBezTo>
                  <a:cubicBezTo>
                    <a:pt x="560224" y="242569"/>
                    <a:pt x="559589" y="242569"/>
                    <a:pt x="558319" y="243204"/>
                  </a:cubicBezTo>
                  <a:cubicBezTo>
                    <a:pt x="557684" y="243839"/>
                    <a:pt x="556414" y="243839"/>
                    <a:pt x="555779" y="244474"/>
                  </a:cubicBezTo>
                  <a:cubicBezTo>
                    <a:pt x="555144" y="245109"/>
                    <a:pt x="553874" y="245109"/>
                    <a:pt x="553239" y="245744"/>
                  </a:cubicBezTo>
                  <a:cubicBezTo>
                    <a:pt x="552604" y="245744"/>
                    <a:pt x="551334" y="246379"/>
                    <a:pt x="550699" y="246379"/>
                  </a:cubicBezTo>
                  <a:cubicBezTo>
                    <a:pt x="550064" y="246379"/>
                    <a:pt x="548794" y="247014"/>
                    <a:pt x="548159" y="247014"/>
                  </a:cubicBezTo>
                  <a:cubicBezTo>
                    <a:pt x="547524" y="247014"/>
                    <a:pt x="546254" y="247649"/>
                    <a:pt x="545619" y="247649"/>
                  </a:cubicBezTo>
                  <a:cubicBezTo>
                    <a:pt x="543714" y="248284"/>
                    <a:pt x="542444" y="248284"/>
                    <a:pt x="540539" y="248919"/>
                  </a:cubicBezTo>
                  <a:cubicBezTo>
                    <a:pt x="539904" y="248919"/>
                    <a:pt x="538634" y="249554"/>
                    <a:pt x="537364" y="249554"/>
                  </a:cubicBezTo>
                  <a:cubicBezTo>
                    <a:pt x="536094" y="249554"/>
                    <a:pt x="535459" y="250189"/>
                    <a:pt x="534824" y="250189"/>
                  </a:cubicBezTo>
                  <a:cubicBezTo>
                    <a:pt x="533554" y="250189"/>
                    <a:pt x="532919" y="250824"/>
                    <a:pt x="531649" y="250824"/>
                  </a:cubicBezTo>
                  <a:cubicBezTo>
                    <a:pt x="531014" y="250824"/>
                    <a:pt x="529744" y="251459"/>
                    <a:pt x="529109" y="251459"/>
                  </a:cubicBezTo>
                  <a:cubicBezTo>
                    <a:pt x="527839" y="251459"/>
                    <a:pt x="527204" y="252094"/>
                    <a:pt x="525934" y="252094"/>
                  </a:cubicBezTo>
                  <a:cubicBezTo>
                    <a:pt x="525299" y="252094"/>
                    <a:pt x="524664" y="252729"/>
                    <a:pt x="523394" y="252729"/>
                  </a:cubicBezTo>
                  <a:cubicBezTo>
                    <a:pt x="522124" y="253364"/>
                    <a:pt x="521489" y="253364"/>
                    <a:pt x="520219" y="253364"/>
                  </a:cubicBezTo>
                  <a:cubicBezTo>
                    <a:pt x="518949" y="253999"/>
                    <a:pt x="518314" y="253999"/>
                    <a:pt x="517044" y="253999"/>
                  </a:cubicBezTo>
                  <a:cubicBezTo>
                    <a:pt x="516409" y="254634"/>
                    <a:pt x="515774" y="254634"/>
                    <a:pt x="514504" y="254634"/>
                  </a:cubicBezTo>
                  <a:cubicBezTo>
                    <a:pt x="513234" y="254634"/>
                    <a:pt x="511964" y="255269"/>
                    <a:pt x="509424" y="255904"/>
                  </a:cubicBezTo>
                  <a:cubicBezTo>
                    <a:pt x="508789" y="255904"/>
                    <a:pt x="507519" y="255904"/>
                    <a:pt x="506884" y="255904"/>
                  </a:cubicBezTo>
                  <a:cubicBezTo>
                    <a:pt x="505614" y="255904"/>
                    <a:pt x="504344" y="255904"/>
                    <a:pt x="503074" y="255904"/>
                  </a:cubicBezTo>
                  <a:cubicBezTo>
                    <a:pt x="502439" y="255904"/>
                    <a:pt x="501804" y="255904"/>
                    <a:pt x="501169" y="255904"/>
                  </a:cubicBezTo>
                  <a:cubicBezTo>
                    <a:pt x="499264" y="255904"/>
                    <a:pt x="496724" y="255904"/>
                    <a:pt x="494819" y="255904"/>
                  </a:cubicBezTo>
                  <a:cubicBezTo>
                    <a:pt x="492914" y="255904"/>
                    <a:pt x="490374" y="255904"/>
                    <a:pt x="488469" y="255904"/>
                  </a:cubicBezTo>
                  <a:cubicBezTo>
                    <a:pt x="487834" y="255904"/>
                    <a:pt x="486564" y="255904"/>
                    <a:pt x="485929" y="255904"/>
                  </a:cubicBezTo>
                  <a:cubicBezTo>
                    <a:pt x="484659" y="255904"/>
                    <a:pt x="483389" y="255904"/>
                    <a:pt x="482119" y="255904"/>
                  </a:cubicBezTo>
                  <a:cubicBezTo>
                    <a:pt x="481484" y="255904"/>
                    <a:pt x="480214" y="255904"/>
                    <a:pt x="478944" y="255904"/>
                  </a:cubicBezTo>
                  <a:cubicBezTo>
                    <a:pt x="478309" y="255904"/>
                    <a:pt x="477039" y="255904"/>
                    <a:pt x="476404" y="255904"/>
                  </a:cubicBezTo>
                  <a:cubicBezTo>
                    <a:pt x="475134" y="255904"/>
                    <a:pt x="473864" y="255269"/>
                    <a:pt x="472594" y="255269"/>
                  </a:cubicBezTo>
                  <a:cubicBezTo>
                    <a:pt x="471959" y="255269"/>
                    <a:pt x="471324" y="255269"/>
                    <a:pt x="470689" y="255269"/>
                  </a:cubicBezTo>
                  <a:cubicBezTo>
                    <a:pt x="469419" y="255269"/>
                    <a:pt x="467514" y="254634"/>
                    <a:pt x="466244" y="254634"/>
                  </a:cubicBezTo>
                  <a:cubicBezTo>
                    <a:pt x="465609" y="254634"/>
                    <a:pt x="465609" y="254634"/>
                    <a:pt x="464974" y="254634"/>
                  </a:cubicBezTo>
                  <a:cubicBezTo>
                    <a:pt x="463704" y="254634"/>
                    <a:pt x="461799" y="254634"/>
                    <a:pt x="460529" y="253999"/>
                  </a:cubicBezTo>
                  <a:cubicBezTo>
                    <a:pt x="460529" y="253999"/>
                    <a:pt x="459894" y="253999"/>
                    <a:pt x="459894" y="253999"/>
                  </a:cubicBezTo>
                  <a:cubicBezTo>
                    <a:pt x="457989" y="253364"/>
                    <a:pt x="456719" y="253364"/>
                    <a:pt x="454814" y="252729"/>
                  </a:cubicBezTo>
                  <a:cubicBezTo>
                    <a:pt x="454179" y="252729"/>
                    <a:pt x="454179" y="252729"/>
                    <a:pt x="454179" y="252729"/>
                  </a:cubicBezTo>
                  <a:cubicBezTo>
                    <a:pt x="452274" y="252729"/>
                    <a:pt x="451004" y="252094"/>
                    <a:pt x="449099" y="251459"/>
                  </a:cubicBezTo>
                  <a:cubicBezTo>
                    <a:pt x="443384" y="249554"/>
                    <a:pt x="437669" y="247649"/>
                    <a:pt x="431954" y="245109"/>
                  </a:cubicBezTo>
                  <a:cubicBezTo>
                    <a:pt x="426874" y="242569"/>
                    <a:pt x="421794" y="240029"/>
                    <a:pt x="416714" y="236854"/>
                  </a:cubicBezTo>
                  <a:cubicBezTo>
                    <a:pt x="416714" y="236219"/>
                    <a:pt x="416079" y="236219"/>
                    <a:pt x="416079" y="236219"/>
                  </a:cubicBezTo>
                  <a:cubicBezTo>
                    <a:pt x="414809" y="235584"/>
                    <a:pt x="414174" y="234949"/>
                    <a:pt x="412904" y="234314"/>
                  </a:cubicBezTo>
                  <a:cubicBezTo>
                    <a:pt x="409729" y="231774"/>
                    <a:pt x="406554" y="229869"/>
                    <a:pt x="403379" y="227329"/>
                  </a:cubicBezTo>
                  <a:cubicBezTo>
                    <a:pt x="402744" y="227329"/>
                    <a:pt x="402744" y="226694"/>
                    <a:pt x="402109" y="226694"/>
                  </a:cubicBezTo>
                  <a:cubicBezTo>
                    <a:pt x="401474" y="226059"/>
                    <a:pt x="400204" y="225424"/>
                    <a:pt x="399569" y="224789"/>
                  </a:cubicBezTo>
                  <a:cubicBezTo>
                    <a:pt x="398934" y="224154"/>
                    <a:pt x="398934" y="224154"/>
                    <a:pt x="398299" y="223519"/>
                  </a:cubicBezTo>
                  <a:cubicBezTo>
                    <a:pt x="395759" y="220979"/>
                    <a:pt x="393854" y="219074"/>
                    <a:pt x="391314" y="216534"/>
                  </a:cubicBezTo>
                  <a:cubicBezTo>
                    <a:pt x="390679" y="216534"/>
                    <a:pt x="390679" y="215899"/>
                    <a:pt x="390044" y="215264"/>
                  </a:cubicBezTo>
                  <a:cubicBezTo>
                    <a:pt x="389409" y="214629"/>
                    <a:pt x="388774" y="213994"/>
                    <a:pt x="388139" y="213359"/>
                  </a:cubicBezTo>
                  <a:cubicBezTo>
                    <a:pt x="387504" y="212724"/>
                    <a:pt x="387504" y="212089"/>
                    <a:pt x="386869" y="211454"/>
                  </a:cubicBezTo>
                  <a:cubicBezTo>
                    <a:pt x="386869" y="210819"/>
                    <a:pt x="386234" y="210184"/>
                    <a:pt x="385599" y="209549"/>
                  </a:cubicBezTo>
                  <a:cubicBezTo>
                    <a:pt x="384964" y="208279"/>
                    <a:pt x="384329" y="207644"/>
                    <a:pt x="383694" y="207009"/>
                  </a:cubicBezTo>
                  <a:cubicBezTo>
                    <a:pt x="383059" y="206374"/>
                    <a:pt x="382424" y="205104"/>
                    <a:pt x="381789" y="204469"/>
                  </a:cubicBezTo>
                  <a:cubicBezTo>
                    <a:pt x="381154" y="203834"/>
                    <a:pt x="380519" y="202564"/>
                    <a:pt x="379884" y="201929"/>
                  </a:cubicBezTo>
                  <a:cubicBezTo>
                    <a:pt x="379249" y="201294"/>
                    <a:pt x="379249" y="200659"/>
                    <a:pt x="378614" y="200024"/>
                  </a:cubicBezTo>
                  <a:cubicBezTo>
                    <a:pt x="377979" y="198754"/>
                    <a:pt x="377979" y="198119"/>
                    <a:pt x="377344" y="197484"/>
                  </a:cubicBezTo>
                  <a:cubicBezTo>
                    <a:pt x="377344" y="196849"/>
                    <a:pt x="376709" y="196214"/>
                    <a:pt x="376709" y="195579"/>
                  </a:cubicBezTo>
                  <a:cubicBezTo>
                    <a:pt x="376074" y="194944"/>
                    <a:pt x="376074" y="193674"/>
                    <a:pt x="375439" y="193039"/>
                  </a:cubicBezTo>
                  <a:cubicBezTo>
                    <a:pt x="375439" y="192404"/>
                    <a:pt x="374804" y="192404"/>
                    <a:pt x="374804" y="191769"/>
                  </a:cubicBezTo>
                  <a:cubicBezTo>
                    <a:pt x="374169" y="190499"/>
                    <a:pt x="373534" y="189229"/>
                    <a:pt x="372899" y="187959"/>
                  </a:cubicBezTo>
                  <a:cubicBezTo>
                    <a:pt x="372899" y="187959"/>
                    <a:pt x="372899" y="187324"/>
                    <a:pt x="372899" y="187324"/>
                  </a:cubicBezTo>
                  <a:cubicBezTo>
                    <a:pt x="372264" y="184784"/>
                    <a:pt x="370994" y="182244"/>
                    <a:pt x="370359" y="179704"/>
                  </a:cubicBezTo>
                  <a:cubicBezTo>
                    <a:pt x="368454" y="172719"/>
                    <a:pt x="367184" y="165734"/>
                    <a:pt x="367184" y="158114"/>
                  </a:cubicBezTo>
                  <a:cubicBezTo>
                    <a:pt x="367184" y="149859"/>
                    <a:pt x="368454" y="141604"/>
                    <a:pt x="370994" y="133349"/>
                  </a:cubicBezTo>
                  <a:cubicBezTo>
                    <a:pt x="371629" y="132079"/>
                    <a:pt x="371629" y="131444"/>
                    <a:pt x="372264" y="130174"/>
                  </a:cubicBezTo>
                  <a:cubicBezTo>
                    <a:pt x="372899" y="128904"/>
                    <a:pt x="372899" y="128269"/>
                    <a:pt x="373534" y="126999"/>
                  </a:cubicBezTo>
                  <a:cubicBezTo>
                    <a:pt x="373534" y="126999"/>
                    <a:pt x="373534" y="126364"/>
                    <a:pt x="373534" y="126364"/>
                  </a:cubicBezTo>
                  <a:cubicBezTo>
                    <a:pt x="373534" y="125729"/>
                    <a:pt x="373534" y="125729"/>
                    <a:pt x="373534" y="125729"/>
                  </a:cubicBezTo>
                  <a:cubicBezTo>
                    <a:pt x="373534" y="124459"/>
                    <a:pt x="374169" y="123824"/>
                    <a:pt x="374804" y="122554"/>
                  </a:cubicBezTo>
                  <a:cubicBezTo>
                    <a:pt x="376709" y="119379"/>
                    <a:pt x="378614" y="116204"/>
                    <a:pt x="380519" y="113029"/>
                  </a:cubicBezTo>
                  <a:cubicBezTo>
                    <a:pt x="381789" y="111124"/>
                    <a:pt x="382424" y="109854"/>
                    <a:pt x="383694" y="108584"/>
                  </a:cubicBezTo>
                  <a:cubicBezTo>
                    <a:pt x="384964" y="107314"/>
                    <a:pt x="385599" y="106044"/>
                    <a:pt x="386869" y="104774"/>
                  </a:cubicBezTo>
                  <a:cubicBezTo>
                    <a:pt x="387504" y="103504"/>
                    <a:pt x="388774" y="102234"/>
                    <a:pt x="390044" y="100964"/>
                  </a:cubicBezTo>
                  <a:cubicBezTo>
                    <a:pt x="398299" y="92074"/>
                    <a:pt x="407824" y="84454"/>
                    <a:pt x="419254" y="78104"/>
                  </a:cubicBezTo>
                  <a:cubicBezTo>
                    <a:pt x="421159" y="76834"/>
                    <a:pt x="423064" y="75564"/>
                    <a:pt x="424969" y="74929"/>
                  </a:cubicBezTo>
                  <a:cubicBezTo>
                    <a:pt x="424969" y="74294"/>
                    <a:pt x="425604" y="74294"/>
                    <a:pt x="425604" y="74294"/>
                  </a:cubicBezTo>
                  <a:cubicBezTo>
                    <a:pt x="427509" y="73024"/>
                    <a:pt x="428779" y="72389"/>
                    <a:pt x="430684" y="71754"/>
                  </a:cubicBezTo>
                  <a:cubicBezTo>
                    <a:pt x="431319" y="71119"/>
                    <a:pt x="431319" y="71119"/>
                    <a:pt x="431954" y="71119"/>
                  </a:cubicBezTo>
                  <a:cubicBezTo>
                    <a:pt x="433224" y="70484"/>
                    <a:pt x="435129" y="69849"/>
                    <a:pt x="437034" y="69214"/>
                  </a:cubicBezTo>
                  <a:cubicBezTo>
                    <a:pt x="437034" y="68579"/>
                    <a:pt x="437669" y="68579"/>
                    <a:pt x="437669" y="68579"/>
                  </a:cubicBezTo>
                  <a:cubicBezTo>
                    <a:pt x="444019" y="66674"/>
                    <a:pt x="450369" y="64769"/>
                    <a:pt x="457354" y="62864"/>
                  </a:cubicBezTo>
                  <a:cubicBezTo>
                    <a:pt x="457989" y="62229"/>
                    <a:pt x="458624" y="62229"/>
                    <a:pt x="459259" y="62229"/>
                  </a:cubicBezTo>
                  <a:cubicBezTo>
                    <a:pt x="461164" y="61594"/>
                    <a:pt x="462434" y="60959"/>
                    <a:pt x="464339" y="60959"/>
                  </a:cubicBezTo>
                  <a:cubicBezTo>
                    <a:pt x="465609" y="60324"/>
                    <a:pt x="466244" y="60324"/>
                    <a:pt x="466879" y="60324"/>
                  </a:cubicBezTo>
                  <a:cubicBezTo>
                    <a:pt x="468149" y="60324"/>
                    <a:pt x="470054" y="59689"/>
                    <a:pt x="471324" y="59689"/>
                  </a:cubicBezTo>
                  <a:cubicBezTo>
                    <a:pt x="471959" y="59054"/>
                    <a:pt x="473229" y="59054"/>
                    <a:pt x="473864" y="59054"/>
                  </a:cubicBezTo>
                  <a:cubicBezTo>
                    <a:pt x="475134" y="58419"/>
                    <a:pt x="477039" y="58419"/>
                    <a:pt x="478309" y="58419"/>
                  </a:cubicBezTo>
                  <a:cubicBezTo>
                    <a:pt x="478944" y="58419"/>
                    <a:pt x="480214" y="58419"/>
                    <a:pt x="480849" y="58419"/>
                  </a:cubicBezTo>
                  <a:cubicBezTo>
                    <a:pt x="482754" y="57784"/>
                    <a:pt x="484024" y="57784"/>
                    <a:pt x="485929" y="57784"/>
                  </a:cubicBezTo>
                  <a:close/>
                  <a:moveTo>
                    <a:pt x="697383" y="51435"/>
                  </a:moveTo>
                  <a:cubicBezTo>
                    <a:pt x="699923" y="51435"/>
                    <a:pt x="706908" y="52705"/>
                    <a:pt x="713893" y="53975"/>
                  </a:cubicBezTo>
                  <a:cubicBezTo>
                    <a:pt x="720878" y="55245"/>
                    <a:pt x="725958" y="56515"/>
                    <a:pt x="727228" y="57150"/>
                  </a:cubicBezTo>
                  <a:cubicBezTo>
                    <a:pt x="729768" y="58420"/>
                    <a:pt x="730403" y="60960"/>
                    <a:pt x="729133" y="64135"/>
                  </a:cubicBezTo>
                  <a:cubicBezTo>
                    <a:pt x="727863" y="66675"/>
                    <a:pt x="724688" y="67945"/>
                    <a:pt x="721513" y="67310"/>
                  </a:cubicBezTo>
                  <a:cubicBezTo>
                    <a:pt x="717068" y="66675"/>
                    <a:pt x="713893" y="66675"/>
                    <a:pt x="710083" y="65405"/>
                  </a:cubicBezTo>
                  <a:cubicBezTo>
                    <a:pt x="706908" y="64135"/>
                    <a:pt x="695478" y="61595"/>
                    <a:pt x="693573" y="60325"/>
                  </a:cubicBezTo>
                  <a:cubicBezTo>
                    <a:pt x="692303" y="59055"/>
                    <a:pt x="692303" y="56515"/>
                    <a:pt x="692938" y="54610"/>
                  </a:cubicBezTo>
                  <a:cubicBezTo>
                    <a:pt x="693573" y="52070"/>
                    <a:pt x="695478" y="50800"/>
                    <a:pt x="697383" y="51435"/>
                  </a:cubicBezTo>
                  <a:close/>
                  <a:moveTo>
                    <a:pt x="286538" y="50800"/>
                  </a:moveTo>
                  <a:cubicBezTo>
                    <a:pt x="289078" y="50800"/>
                    <a:pt x="290983" y="50800"/>
                    <a:pt x="292253" y="52705"/>
                  </a:cubicBezTo>
                  <a:cubicBezTo>
                    <a:pt x="293523" y="54610"/>
                    <a:pt x="294793" y="56515"/>
                    <a:pt x="292888" y="58420"/>
                  </a:cubicBezTo>
                  <a:cubicBezTo>
                    <a:pt x="291618" y="59690"/>
                    <a:pt x="274473" y="64770"/>
                    <a:pt x="268123" y="66675"/>
                  </a:cubicBezTo>
                  <a:cubicBezTo>
                    <a:pt x="263678" y="67310"/>
                    <a:pt x="257328" y="64770"/>
                    <a:pt x="256058" y="63500"/>
                  </a:cubicBezTo>
                  <a:cubicBezTo>
                    <a:pt x="255423" y="62865"/>
                    <a:pt x="255423" y="61595"/>
                    <a:pt x="255423" y="60325"/>
                  </a:cubicBezTo>
                  <a:cubicBezTo>
                    <a:pt x="256058" y="57785"/>
                    <a:pt x="258598" y="56515"/>
                    <a:pt x="261138" y="55880"/>
                  </a:cubicBezTo>
                  <a:cubicBezTo>
                    <a:pt x="263043" y="55245"/>
                    <a:pt x="284633" y="50800"/>
                    <a:pt x="286538" y="50800"/>
                  </a:cubicBezTo>
                  <a:close/>
                  <a:moveTo>
                    <a:pt x="29363" y="46989"/>
                  </a:moveTo>
                  <a:cubicBezTo>
                    <a:pt x="30633" y="46989"/>
                    <a:pt x="232563" y="48259"/>
                    <a:pt x="246534" y="48894"/>
                  </a:cubicBezTo>
                  <a:cubicBezTo>
                    <a:pt x="247168" y="48894"/>
                    <a:pt x="247168" y="49529"/>
                    <a:pt x="247804" y="49529"/>
                  </a:cubicBezTo>
                  <a:cubicBezTo>
                    <a:pt x="248438" y="50164"/>
                    <a:pt x="249073" y="50799"/>
                    <a:pt x="249709" y="51434"/>
                  </a:cubicBezTo>
                  <a:cubicBezTo>
                    <a:pt x="249709" y="52704"/>
                    <a:pt x="249709" y="53339"/>
                    <a:pt x="249709" y="54609"/>
                  </a:cubicBezTo>
                  <a:cubicBezTo>
                    <a:pt x="249709" y="55879"/>
                    <a:pt x="249073" y="58419"/>
                    <a:pt x="247804" y="59054"/>
                  </a:cubicBezTo>
                  <a:cubicBezTo>
                    <a:pt x="245898" y="60324"/>
                    <a:pt x="58573" y="67309"/>
                    <a:pt x="52859" y="67309"/>
                  </a:cubicBezTo>
                  <a:cubicBezTo>
                    <a:pt x="47143" y="67309"/>
                    <a:pt x="27458" y="59689"/>
                    <a:pt x="24283" y="58419"/>
                  </a:cubicBezTo>
                  <a:cubicBezTo>
                    <a:pt x="21743" y="57149"/>
                    <a:pt x="23013" y="54609"/>
                    <a:pt x="24918" y="51434"/>
                  </a:cubicBezTo>
                  <a:cubicBezTo>
                    <a:pt x="26188" y="49529"/>
                    <a:pt x="28093" y="46989"/>
                    <a:pt x="29363" y="46989"/>
                  </a:cubicBezTo>
                  <a:close/>
                  <a:moveTo>
                    <a:pt x="968529" y="45720"/>
                  </a:moveTo>
                  <a:cubicBezTo>
                    <a:pt x="970433" y="45720"/>
                    <a:pt x="971704" y="47625"/>
                    <a:pt x="972973" y="50800"/>
                  </a:cubicBezTo>
                  <a:cubicBezTo>
                    <a:pt x="974879" y="54610"/>
                    <a:pt x="974244" y="55880"/>
                    <a:pt x="972973" y="56515"/>
                  </a:cubicBezTo>
                  <a:cubicBezTo>
                    <a:pt x="971704" y="57150"/>
                    <a:pt x="951383" y="64135"/>
                    <a:pt x="942494" y="64135"/>
                  </a:cubicBezTo>
                  <a:cubicBezTo>
                    <a:pt x="895504" y="63500"/>
                    <a:pt x="850418" y="60325"/>
                    <a:pt x="804698" y="57150"/>
                  </a:cubicBezTo>
                  <a:cubicBezTo>
                    <a:pt x="798983" y="57150"/>
                    <a:pt x="792633" y="56515"/>
                    <a:pt x="786283" y="55880"/>
                  </a:cubicBezTo>
                  <a:cubicBezTo>
                    <a:pt x="777393" y="55245"/>
                    <a:pt x="753263" y="53340"/>
                    <a:pt x="750088" y="53340"/>
                  </a:cubicBezTo>
                  <a:cubicBezTo>
                    <a:pt x="748818" y="53340"/>
                    <a:pt x="739929" y="53340"/>
                    <a:pt x="741833" y="50165"/>
                  </a:cubicBezTo>
                  <a:cubicBezTo>
                    <a:pt x="743104" y="48260"/>
                    <a:pt x="748818" y="48260"/>
                    <a:pt x="750723" y="48260"/>
                  </a:cubicBezTo>
                  <a:cubicBezTo>
                    <a:pt x="753898" y="48260"/>
                    <a:pt x="757708" y="48260"/>
                    <a:pt x="761518" y="48260"/>
                  </a:cubicBezTo>
                  <a:cubicBezTo>
                    <a:pt x="766598" y="48260"/>
                    <a:pt x="889788" y="48260"/>
                    <a:pt x="890423" y="48260"/>
                  </a:cubicBezTo>
                  <a:cubicBezTo>
                    <a:pt x="903123" y="48260"/>
                    <a:pt x="965354" y="45720"/>
                    <a:pt x="968529" y="45720"/>
                  </a:cubicBezTo>
                  <a:close/>
                  <a:moveTo>
                    <a:pt x="646583" y="40005"/>
                  </a:moveTo>
                  <a:cubicBezTo>
                    <a:pt x="650393" y="40005"/>
                    <a:pt x="654203" y="40005"/>
                    <a:pt x="658648" y="40005"/>
                  </a:cubicBezTo>
                  <a:cubicBezTo>
                    <a:pt x="661188" y="40005"/>
                    <a:pt x="663093" y="40005"/>
                    <a:pt x="664998" y="40005"/>
                  </a:cubicBezTo>
                  <a:lnTo>
                    <a:pt x="683413" y="40005"/>
                  </a:lnTo>
                  <a:cubicBezTo>
                    <a:pt x="685318" y="40005"/>
                    <a:pt x="687858" y="40005"/>
                    <a:pt x="690398" y="40005"/>
                  </a:cubicBezTo>
                  <a:cubicBezTo>
                    <a:pt x="692303" y="40640"/>
                    <a:pt x="693573" y="40640"/>
                    <a:pt x="692938" y="43815"/>
                  </a:cubicBezTo>
                  <a:cubicBezTo>
                    <a:pt x="693573" y="45720"/>
                    <a:pt x="691668" y="47625"/>
                    <a:pt x="687223" y="48260"/>
                  </a:cubicBezTo>
                  <a:cubicBezTo>
                    <a:pt x="684683" y="47625"/>
                    <a:pt x="678333" y="41910"/>
                    <a:pt x="675793" y="46990"/>
                  </a:cubicBezTo>
                  <a:cubicBezTo>
                    <a:pt x="673888" y="50800"/>
                    <a:pt x="686588" y="52705"/>
                    <a:pt x="685953" y="56515"/>
                  </a:cubicBezTo>
                  <a:cubicBezTo>
                    <a:pt x="685953" y="59690"/>
                    <a:pt x="684683" y="60325"/>
                    <a:pt x="681508" y="60325"/>
                  </a:cubicBezTo>
                  <a:cubicBezTo>
                    <a:pt x="680238" y="60325"/>
                    <a:pt x="677063" y="58420"/>
                    <a:pt x="675793" y="57785"/>
                  </a:cubicBezTo>
                  <a:cubicBezTo>
                    <a:pt x="672618" y="56515"/>
                    <a:pt x="665633" y="50800"/>
                    <a:pt x="663093" y="55245"/>
                  </a:cubicBezTo>
                  <a:cubicBezTo>
                    <a:pt x="660553" y="59690"/>
                    <a:pt x="678333" y="65405"/>
                    <a:pt x="677698" y="69215"/>
                  </a:cubicBezTo>
                  <a:cubicBezTo>
                    <a:pt x="677063" y="72390"/>
                    <a:pt x="673888" y="74930"/>
                    <a:pt x="671348" y="74295"/>
                  </a:cubicBezTo>
                  <a:cubicBezTo>
                    <a:pt x="668808" y="73660"/>
                    <a:pt x="661823" y="66040"/>
                    <a:pt x="656108" y="64770"/>
                  </a:cubicBezTo>
                  <a:cubicBezTo>
                    <a:pt x="654838" y="64770"/>
                    <a:pt x="653568" y="64770"/>
                    <a:pt x="652298" y="66040"/>
                  </a:cubicBezTo>
                  <a:cubicBezTo>
                    <a:pt x="647218" y="70485"/>
                    <a:pt x="665633" y="78740"/>
                    <a:pt x="664998" y="81915"/>
                  </a:cubicBezTo>
                  <a:cubicBezTo>
                    <a:pt x="663728" y="86360"/>
                    <a:pt x="659283" y="88265"/>
                    <a:pt x="653568" y="83185"/>
                  </a:cubicBezTo>
                  <a:cubicBezTo>
                    <a:pt x="650393" y="80645"/>
                    <a:pt x="645313" y="75565"/>
                    <a:pt x="642773" y="79375"/>
                  </a:cubicBezTo>
                  <a:cubicBezTo>
                    <a:pt x="638963" y="83820"/>
                    <a:pt x="649123" y="90170"/>
                    <a:pt x="649758" y="91440"/>
                  </a:cubicBezTo>
                  <a:cubicBezTo>
                    <a:pt x="652298" y="95250"/>
                    <a:pt x="647218" y="99695"/>
                    <a:pt x="644043" y="99060"/>
                  </a:cubicBezTo>
                  <a:cubicBezTo>
                    <a:pt x="641503" y="99060"/>
                    <a:pt x="637058" y="87630"/>
                    <a:pt x="632613" y="91440"/>
                  </a:cubicBezTo>
                  <a:cubicBezTo>
                    <a:pt x="629438" y="93980"/>
                    <a:pt x="637058" y="101600"/>
                    <a:pt x="636423" y="104140"/>
                  </a:cubicBezTo>
                  <a:cubicBezTo>
                    <a:pt x="635788" y="106680"/>
                    <a:pt x="629438" y="110490"/>
                    <a:pt x="626263" y="107950"/>
                  </a:cubicBezTo>
                  <a:cubicBezTo>
                    <a:pt x="624993" y="106680"/>
                    <a:pt x="624993" y="104775"/>
                    <a:pt x="625628" y="101600"/>
                  </a:cubicBezTo>
                  <a:cubicBezTo>
                    <a:pt x="626263" y="99695"/>
                    <a:pt x="626263" y="97790"/>
                    <a:pt x="626263" y="95250"/>
                  </a:cubicBezTo>
                  <a:lnTo>
                    <a:pt x="626263" y="94615"/>
                  </a:lnTo>
                  <a:lnTo>
                    <a:pt x="626263" y="93980"/>
                  </a:lnTo>
                  <a:cubicBezTo>
                    <a:pt x="625628" y="86995"/>
                    <a:pt x="622453" y="81280"/>
                    <a:pt x="619278" y="76200"/>
                  </a:cubicBezTo>
                  <a:lnTo>
                    <a:pt x="618643" y="74930"/>
                  </a:lnTo>
                  <a:lnTo>
                    <a:pt x="618643" y="74295"/>
                  </a:lnTo>
                  <a:cubicBezTo>
                    <a:pt x="616103" y="70485"/>
                    <a:pt x="614198" y="66675"/>
                    <a:pt x="612293" y="62865"/>
                  </a:cubicBezTo>
                  <a:cubicBezTo>
                    <a:pt x="611023" y="59690"/>
                    <a:pt x="609118" y="55880"/>
                    <a:pt x="609753" y="53340"/>
                  </a:cubicBezTo>
                  <a:cubicBezTo>
                    <a:pt x="611658" y="45085"/>
                    <a:pt x="624358" y="40640"/>
                    <a:pt x="646583" y="40005"/>
                  </a:cubicBezTo>
                  <a:close/>
                  <a:moveTo>
                    <a:pt x="296698" y="40005"/>
                  </a:moveTo>
                  <a:cubicBezTo>
                    <a:pt x="297334" y="40005"/>
                    <a:pt x="297969" y="40005"/>
                    <a:pt x="298604" y="40005"/>
                  </a:cubicBezTo>
                  <a:cubicBezTo>
                    <a:pt x="302414" y="40005"/>
                    <a:pt x="306859" y="40005"/>
                    <a:pt x="310669" y="40005"/>
                  </a:cubicBezTo>
                  <a:cubicBezTo>
                    <a:pt x="314479" y="40005"/>
                    <a:pt x="318923" y="40005"/>
                    <a:pt x="322734" y="40005"/>
                  </a:cubicBezTo>
                  <a:cubicBezTo>
                    <a:pt x="326544" y="40005"/>
                    <a:pt x="329719" y="40005"/>
                    <a:pt x="332894" y="40005"/>
                  </a:cubicBezTo>
                  <a:cubicBezTo>
                    <a:pt x="337339" y="40005"/>
                    <a:pt x="341148" y="40005"/>
                    <a:pt x="344959" y="40005"/>
                  </a:cubicBezTo>
                  <a:cubicBezTo>
                    <a:pt x="367819" y="40640"/>
                    <a:pt x="379884" y="45085"/>
                    <a:pt x="381789" y="53340"/>
                  </a:cubicBezTo>
                  <a:cubicBezTo>
                    <a:pt x="382423" y="55880"/>
                    <a:pt x="380519" y="59690"/>
                    <a:pt x="379248" y="62865"/>
                  </a:cubicBezTo>
                  <a:cubicBezTo>
                    <a:pt x="377344" y="66675"/>
                    <a:pt x="374804" y="70485"/>
                    <a:pt x="372898" y="74295"/>
                  </a:cubicBezTo>
                  <a:lnTo>
                    <a:pt x="372898" y="74930"/>
                  </a:lnTo>
                  <a:lnTo>
                    <a:pt x="372264" y="76200"/>
                  </a:lnTo>
                  <a:cubicBezTo>
                    <a:pt x="369723" y="81280"/>
                    <a:pt x="366548" y="86995"/>
                    <a:pt x="365279" y="93980"/>
                  </a:cubicBezTo>
                  <a:cubicBezTo>
                    <a:pt x="365279" y="97155"/>
                    <a:pt x="365279" y="99695"/>
                    <a:pt x="364644" y="102870"/>
                  </a:cubicBezTo>
                  <a:cubicBezTo>
                    <a:pt x="364644" y="104140"/>
                    <a:pt x="364644" y="104775"/>
                    <a:pt x="364009" y="106045"/>
                  </a:cubicBezTo>
                  <a:cubicBezTo>
                    <a:pt x="362104" y="107950"/>
                    <a:pt x="360198" y="107950"/>
                    <a:pt x="357659" y="107315"/>
                  </a:cubicBezTo>
                  <a:cubicBezTo>
                    <a:pt x="357023" y="107315"/>
                    <a:pt x="356389" y="107315"/>
                    <a:pt x="355754" y="106680"/>
                  </a:cubicBezTo>
                  <a:cubicBezTo>
                    <a:pt x="355119" y="106045"/>
                    <a:pt x="353848" y="104775"/>
                    <a:pt x="353848" y="104140"/>
                  </a:cubicBezTo>
                  <a:cubicBezTo>
                    <a:pt x="353214" y="99060"/>
                    <a:pt x="361469" y="92710"/>
                    <a:pt x="357023" y="90170"/>
                  </a:cubicBezTo>
                  <a:cubicBezTo>
                    <a:pt x="352579" y="88265"/>
                    <a:pt x="350039" y="96520"/>
                    <a:pt x="348134" y="98425"/>
                  </a:cubicBezTo>
                  <a:cubicBezTo>
                    <a:pt x="347498" y="99060"/>
                    <a:pt x="346864" y="99695"/>
                    <a:pt x="345594" y="99695"/>
                  </a:cubicBezTo>
                  <a:cubicBezTo>
                    <a:pt x="342419" y="99695"/>
                    <a:pt x="339244" y="97790"/>
                    <a:pt x="341148" y="93980"/>
                  </a:cubicBezTo>
                  <a:cubicBezTo>
                    <a:pt x="341784" y="92075"/>
                    <a:pt x="343689" y="90805"/>
                    <a:pt x="344959" y="89535"/>
                  </a:cubicBezTo>
                  <a:cubicBezTo>
                    <a:pt x="346864" y="87630"/>
                    <a:pt x="349404" y="85725"/>
                    <a:pt x="350673" y="83820"/>
                  </a:cubicBezTo>
                  <a:cubicBezTo>
                    <a:pt x="351944" y="82550"/>
                    <a:pt x="351944" y="80645"/>
                    <a:pt x="351309" y="78740"/>
                  </a:cubicBezTo>
                  <a:cubicBezTo>
                    <a:pt x="350673" y="77470"/>
                    <a:pt x="349404" y="77470"/>
                    <a:pt x="348134" y="76835"/>
                  </a:cubicBezTo>
                  <a:cubicBezTo>
                    <a:pt x="343689" y="74930"/>
                    <a:pt x="335434" y="88265"/>
                    <a:pt x="332894" y="89535"/>
                  </a:cubicBezTo>
                  <a:cubicBezTo>
                    <a:pt x="332259" y="90170"/>
                    <a:pt x="331623" y="90170"/>
                    <a:pt x="330989" y="90170"/>
                  </a:cubicBezTo>
                  <a:cubicBezTo>
                    <a:pt x="328448" y="90170"/>
                    <a:pt x="325909" y="87630"/>
                    <a:pt x="325909" y="85090"/>
                  </a:cubicBezTo>
                  <a:cubicBezTo>
                    <a:pt x="325909" y="81915"/>
                    <a:pt x="329084" y="79375"/>
                    <a:pt x="330989" y="77470"/>
                  </a:cubicBezTo>
                  <a:cubicBezTo>
                    <a:pt x="332259" y="76835"/>
                    <a:pt x="333529" y="75565"/>
                    <a:pt x="334798" y="74295"/>
                  </a:cubicBezTo>
                  <a:cubicBezTo>
                    <a:pt x="336704" y="73025"/>
                    <a:pt x="338609" y="71120"/>
                    <a:pt x="340514" y="69850"/>
                  </a:cubicBezTo>
                  <a:cubicBezTo>
                    <a:pt x="341784" y="68580"/>
                    <a:pt x="342419" y="66675"/>
                    <a:pt x="341784" y="65405"/>
                  </a:cubicBezTo>
                  <a:cubicBezTo>
                    <a:pt x="341148" y="64135"/>
                    <a:pt x="339879" y="62865"/>
                    <a:pt x="338609" y="62865"/>
                  </a:cubicBezTo>
                  <a:cubicBezTo>
                    <a:pt x="337973" y="62230"/>
                    <a:pt x="336704" y="62865"/>
                    <a:pt x="335434" y="62865"/>
                  </a:cubicBezTo>
                  <a:cubicBezTo>
                    <a:pt x="333529" y="63500"/>
                    <a:pt x="331623" y="64770"/>
                    <a:pt x="329719" y="67310"/>
                  </a:cubicBezTo>
                  <a:cubicBezTo>
                    <a:pt x="324004" y="74295"/>
                    <a:pt x="315114" y="81280"/>
                    <a:pt x="311939" y="73660"/>
                  </a:cubicBezTo>
                  <a:cubicBezTo>
                    <a:pt x="311304" y="73025"/>
                    <a:pt x="312573" y="69215"/>
                    <a:pt x="313209" y="68580"/>
                  </a:cubicBezTo>
                  <a:cubicBezTo>
                    <a:pt x="315114" y="66040"/>
                    <a:pt x="330354" y="59055"/>
                    <a:pt x="327179" y="53975"/>
                  </a:cubicBezTo>
                  <a:cubicBezTo>
                    <a:pt x="323369" y="48260"/>
                    <a:pt x="313844" y="57150"/>
                    <a:pt x="310669" y="58420"/>
                  </a:cubicBezTo>
                  <a:cubicBezTo>
                    <a:pt x="310034" y="59055"/>
                    <a:pt x="303684" y="64770"/>
                    <a:pt x="300509" y="58420"/>
                  </a:cubicBezTo>
                  <a:cubicBezTo>
                    <a:pt x="297969" y="53340"/>
                    <a:pt x="313209" y="50800"/>
                    <a:pt x="310034" y="46355"/>
                  </a:cubicBezTo>
                  <a:cubicBezTo>
                    <a:pt x="306859" y="42545"/>
                    <a:pt x="301779" y="48260"/>
                    <a:pt x="297334" y="48260"/>
                  </a:cubicBezTo>
                  <a:cubicBezTo>
                    <a:pt x="293523" y="48260"/>
                    <a:pt x="292889" y="45085"/>
                    <a:pt x="293523" y="42545"/>
                  </a:cubicBezTo>
                  <a:cubicBezTo>
                    <a:pt x="293523" y="40640"/>
                    <a:pt x="294794" y="40005"/>
                    <a:pt x="296698" y="40005"/>
                  </a:cubicBezTo>
                  <a:close/>
                  <a:moveTo>
                    <a:pt x="720799" y="37465"/>
                  </a:moveTo>
                  <a:cubicBezTo>
                    <a:pt x="726911" y="37306"/>
                    <a:pt x="732626" y="37465"/>
                    <a:pt x="734848" y="37465"/>
                  </a:cubicBezTo>
                  <a:cubicBezTo>
                    <a:pt x="738658" y="37465"/>
                    <a:pt x="736118" y="43815"/>
                    <a:pt x="734213" y="46355"/>
                  </a:cubicBezTo>
                  <a:cubicBezTo>
                    <a:pt x="731673" y="49530"/>
                    <a:pt x="707543" y="45085"/>
                    <a:pt x="703098" y="43815"/>
                  </a:cubicBezTo>
                  <a:cubicBezTo>
                    <a:pt x="701828" y="43180"/>
                    <a:pt x="701193" y="42545"/>
                    <a:pt x="701193" y="41910"/>
                  </a:cubicBezTo>
                  <a:cubicBezTo>
                    <a:pt x="701193" y="40640"/>
                    <a:pt x="702463" y="40005"/>
                    <a:pt x="704368" y="39370"/>
                  </a:cubicBezTo>
                  <a:cubicBezTo>
                    <a:pt x="708178" y="38100"/>
                    <a:pt x="714687" y="37624"/>
                    <a:pt x="720799" y="37465"/>
                  </a:cubicBezTo>
                  <a:close/>
                  <a:moveTo>
                    <a:pt x="253519" y="37464"/>
                  </a:moveTo>
                  <a:cubicBezTo>
                    <a:pt x="259869" y="37464"/>
                    <a:pt x="263044" y="38099"/>
                    <a:pt x="269394" y="38099"/>
                  </a:cubicBezTo>
                  <a:cubicBezTo>
                    <a:pt x="280824" y="38099"/>
                    <a:pt x="286539" y="36829"/>
                    <a:pt x="287174" y="41909"/>
                  </a:cubicBezTo>
                  <a:cubicBezTo>
                    <a:pt x="287174" y="44449"/>
                    <a:pt x="282094" y="44449"/>
                    <a:pt x="270029" y="46354"/>
                  </a:cubicBezTo>
                  <a:cubicBezTo>
                    <a:pt x="262409" y="47624"/>
                    <a:pt x="256059" y="48894"/>
                    <a:pt x="254154" y="46354"/>
                  </a:cubicBezTo>
                  <a:cubicBezTo>
                    <a:pt x="252249" y="44449"/>
                    <a:pt x="249709" y="37464"/>
                    <a:pt x="253519" y="37464"/>
                  </a:cubicBezTo>
                  <a:close/>
                  <a:moveTo>
                    <a:pt x="494819" y="13970"/>
                  </a:moveTo>
                  <a:cubicBezTo>
                    <a:pt x="520219" y="13970"/>
                    <a:pt x="545619" y="19050"/>
                    <a:pt x="568479" y="27940"/>
                  </a:cubicBezTo>
                  <a:cubicBezTo>
                    <a:pt x="567844" y="29210"/>
                    <a:pt x="567209" y="31115"/>
                    <a:pt x="567209" y="33020"/>
                  </a:cubicBezTo>
                  <a:cubicBezTo>
                    <a:pt x="566574" y="41275"/>
                    <a:pt x="572289" y="47625"/>
                    <a:pt x="576099" y="52070"/>
                  </a:cubicBezTo>
                  <a:lnTo>
                    <a:pt x="576734" y="53340"/>
                  </a:lnTo>
                  <a:cubicBezTo>
                    <a:pt x="579909" y="57150"/>
                    <a:pt x="583719" y="60960"/>
                    <a:pt x="586894" y="64135"/>
                  </a:cubicBezTo>
                  <a:cubicBezTo>
                    <a:pt x="588799" y="66040"/>
                    <a:pt x="591339" y="68580"/>
                    <a:pt x="593244" y="70485"/>
                  </a:cubicBezTo>
                  <a:cubicBezTo>
                    <a:pt x="593879" y="70485"/>
                    <a:pt x="593879" y="71120"/>
                    <a:pt x="594514" y="71755"/>
                  </a:cubicBezTo>
                  <a:cubicBezTo>
                    <a:pt x="599594" y="76835"/>
                    <a:pt x="608484" y="86360"/>
                    <a:pt x="605944" y="92075"/>
                  </a:cubicBezTo>
                  <a:cubicBezTo>
                    <a:pt x="605309" y="92075"/>
                    <a:pt x="605309" y="92710"/>
                    <a:pt x="605309" y="92710"/>
                  </a:cubicBezTo>
                  <a:cubicBezTo>
                    <a:pt x="605309" y="93345"/>
                    <a:pt x="604674" y="93345"/>
                    <a:pt x="604674" y="93980"/>
                  </a:cubicBezTo>
                  <a:cubicBezTo>
                    <a:pt x="579909" y="67945"/>
                    <a:pt x="540539" y="50800"/>
                    <a:pt x="496089" y="50800"/>
                  </a:cubicBezTo>
                  <a:cubicBezTo>
                    <a:pt x="452274" y="50800"/>
                    <a:pt x="412904" y="67310"/>
                    <a:pt x="388139" y="93345"/>
                  </a:cubicBezTo>
                  <a:cubicBezTo>
                    <a:pt x="388139" y="92710"/>
                    <a:pt x="387504" y="92710"/>
                    <a:pt x="387504" y="92075"/>
                  </a:cubicBezTo>
                  <a:cubicBezTo>
                    <a:pt x="386869" y="92075"/>
                    <a:pt x="386869" y="91440"/>
                    <a:pt x="386869" y="91440"/>
                  </a:cubicBezTo>
                  <a:cubicBezTo>
                    <a:pt x="384329" y="85725"/>
                    <a:pt x="393219" y="76200"/>
                    <a:pt x="398299" y="71120"/>
                  </a:cubicBezTo>
                  <a:cubicBezTo>
                    <a:pt x="398934" y="70485"/>
                    <a:pt x="398934" y="70485"/>
                    <a:pt x="399569" y="69850"/>
                  </a:cubicBezTo>
                  <a:cubicBezTo>
                    <a:pt x="401474" y="67945"/>
                    <a:pt x="403379" y="65405"/>
                    <a:pt x="405919" y="63500"/>
                  </a:cubicBezTo>
                  <a:cubicBezTo>
                    <a:pt x="409094" y="59690"/>
                    <a:pt x="412904" y="56515"/>
                    <a:pt x="416079" y="52705"/>
                  </a:cubicBezTo>
                  <a:lnTo>
                    <a:pt x="417984" y="52070"/>
                  </a:lnTo>
                  <a:cubicBezTo>
                    <a:pt x="421794" y="47625"/>
                    <a:pt x="427509" y="41275"/>
                    <a:pt x="426874" y="33020"/>
                  </a:cubicBezTo>
                  <a:cubicBezTo>
                    <a:pt x="426874" y="30480"/>
                    <a:pt x="426239" y="27940"/>
                    <a:pt x="424969" y="26035"/>
                  </a:cubicBezTo>
                  <a:cubicBezTo>
                    <a:pt x="446559" y="18415"/>
                    <a:pt x="470689" y="13970"/>
                    <a:pt x="494819" y="13970"/>
                  </a:cubicBezTo>
                  <a:close/>
                  <a:moveTo>
                    <a:pt x="353848" y="12700"/>
                  </a:moveTo>
                  <a:cubicBezTo>
                    <a:pt x="366548" y="12065"/>
                    <a:pt x="379248" y="13335"/>
                    <a:pt x="391948" y="15875"/>
                  </a:cubicBezTo>
                  <a:cubicBezTo>
                    <a:pt x="397663" y="17145"/>
                    <a:pt x="403378" y="18415"/>
                    <a:pt x="408458" y="20955"/>
                  </a:cubicBezTo>
                  <a:cubicBezTo>
                    <a:pt x="413538" y="23495"/>
                    <a:pt x="419888" y="26035"/>
                    <a:pt x="420523" y="33020"/>
                  </a:cubicBezTo>
                  <a:cubicBezTo>
                    <a:pt x="420523" y="39370"/>
                    <a:pt x="416078" y="44450"/>
                    <a:pt x="412268" y="48895"/>
                  </a:cubicBezTo>
                  <a:cubicBezTo>
                    <a:pt x="407188" y="54610"/>
                    <a:pt x="401473" y="59690"/>
                    <a:pt x="395758" y="65405"/>
                  </a:cubicBezTo>
                  <a:cubicBezTo>
                    <a:pt x="389408" y="71755"/>
                    <a:pt x="376073" y="84455"/>
                    <a:pt x="381788" y="94615"/>
                  </a:cubicBezTo>
                  <a:cubicBezTo>
                    <a:pt x="381788" y="94615"/>
                    <a:pt x="383058" y="96520"/>
                    <a:pt x="383693" y="97790"/>
                  </a:cubicBezTo>
                  <a:cubicBezTo>
                    <a:pt x="380518" y="101600"/>
                    <a:pt x="377978" y="104775"/>
                    <a:pt x="375438" y="108585"/>
                  </a:cubicBezTo>
                  <a:cubicBezTo>
                    <a:pt x="374168" y="106680"/>
                    <a:pt x="373533" y="104775"/>
                    <a:pt x="372898" y="103505"/>
                  </a:cubicBezTo>
                  <a:cubicBezTo>
                    <a:pt x="371628" y="100330"/>
                    <a:pt x="371628" y="97790"/>
                    <a:pt x="371628" y="94615"/>
                  </a:cubicBezTo>
                  <a:cubicBezTo>
                    <a:pt x="372263" y="88265"/>
                    <a:pt x="375438" y="83185"/>
                    <a:pt x="378613" y="77470"/>
                  </a:cubicBezTo>
                  <a:cubicBezTo>
                    <a:pt x="380518" y="73025"/>
                    <a:pt x="383058" y="69215"/>
                    <a:pt x="384963" y="64770"/>
                  </a:cubicBezTo>
                  <a:cubicBezTo>
                    <a:pt x="386233" y="60960"/>
                    <a:pt x="388773" y="55880"/>
                    <a:pt x="387503" y="51435"/>
                  </a:cubicBezTo>
                  <a:cubicBezTo>
                    <a:pt x="383693" y="35560"/>
                    <a:pt x="357658" y="33655"/>
                    <a:pt x="344958" y="33655"/>
                  </a:cubicBezTo>
                  <a:cubicBezTo>
                    <a:pt x="341148" y="33655"/>
                    <a:pt x="336703" y="33655"/>
                    <a:pt x="332893" y="33655"/>
                  </a:cubicBezTo>
                  <a:cubicBezTo>
                    <a:pt x="329083" y="33655"/>
                    <a:pt x="325908" y="33655"/>
                    <a:pt x="322733" y="33655"/>
                  </a:cubicBezTo>
                  <a:lnTo>
                    <a:pt x="322098" y="33655"/>
                  </a:lnTo>
                  <a:cubicBezTo>
                    <a:pt x="318288" y="33655"/>
                    <a:pt x="313843" y="33655"/>
                    <a:pt x="310033" y="33655"/>
                  </a:cubicBezTo>
                  <a:cubicBezTo>
                    <a:pt x="306858" y="33655"/>
                    <a:pt x="303048" y="33655"/>
                    <a:pt x="299873" y="33655"/>
                  </a:cubicBezTo>
                  <a:cubicBezTo>
                    <a:pt x="296698" y="33655"/>
                    <a:pt x="292888" y="33655"/>
                    <a:pt x="289713" y="33655"/>
                  </a:cubicBezTo>
                  <a:cubicBezTo>
                    <a:pt x="289713" y="33655"/>
                    <a:pt x="289078" y="33655"/>
                    <a:pt x="289078" y="33655"/>
                  </a:cubicBezTo>
                  <a:cubicBezTo>
                    <a:pt x="280823" y="33655"/>
                    <a:pt x="244628" y="30480"/>
                    <a:pt x="235738" y="29845"/>
                  </a:cubicBezTo>
                  <a:cubicBezTo>
                    <a:pt x="235738" y="29845"/>
                    <a:pt x="235103" y="29845"/>
                    <a:pt x="235103" y="29845"/>
                  </a:cubicBezTo>
                  <a:cubicBezTo>
                    <a:pt x="233833" y="29845"/>
                    <a:pt x="232563" y="29845"/>
                    <a:pt x="232563" y="29845"/>
                  </a:cubicBezTo>
                  <a:cubicBezTo>
                    <a:pt x="208433" y="27305"/>
                    <a:pt x="184938" y="24130"/>
                    <a:pt x="160808" y="23495"/>
                  </a:cubicBezTo>
                  <a:cubicBezTo>
                    <a:pt x="159538" y="23495"/>
                    <a:pt x="158903" y="23495"/>
                    <a:pt x="158268" y="23495"/>
                  </a:cubicBezTo>
                  <a:cubicBezTo>
                    <a:pt x="140488" y="23495"/>
                    <a:pt x="123343" y="23495"/>
                    <a:pt x="105563" y="25400"/>
                  </a:cubicBezTo>
                  <a:cubicBezTo>
                    <a:pt x="104293" y="25400"/>
                    <a:pt x="103023" y="26035"/>
                    <a:pt x="101753" y="26035"/>
                  </a:cubicBezTo>
                  <a:cubicBezTo>
                    <a:pt x="103658" y="29845"/>
                    <a:pt x="108103" y="29845"/>
                    <a:pt x="111913" y="29845"/>
                  </a:cubicBezTo>
                  <a:cubicBezTo>
                    <a:pt x="116993" y="29210"/>
                    <a:pt x="163348" y="28575"/>
                    <a:pt x="181128" y="30480"/>
                  </a:cubicBezTo>
                  <a:cubicBezTo>
                    <a:pt x="200813" y="32385"/>
                    <a:pt x="220498" y="34925"/>
                    <a:pt x="239548" y="38735"/>
                  </a:cubicBezTo>
                  <a:cubicBezTo>
                    <a:pt x="240818" y="38735"/>
                    <a:pt x="242088" y="38735"/>
                    <a:pt x="243358" y="39370"/>
                  </a:cubicBezTo>
                  <a:cubicBezTo>
                    <a:pt x="243993" y="40005"/>
                    <a:pt x="243993" y="40005"/>
                    <a:pt x="244628" y="40005"/>
                  </a:cubicBezTo>
                  <a:cubicBezTo>
                    <a:pt x="245263" y="40005"/>
                    <a:pt x="245898" y="40640"/>
                    <a:pt x="245898" y="41910"/>
                  </a:cubicBezTo>
                  <a:cubicBezTo>
                    <a:pt x="245898" y="43815"/>
                    <a:pt x="207798" y="40640"/>
                    <a:pt x="171603" y="40005"/>
                  </a:cubicBezTo>
                  <a:cubicBezTo>
                    <a:pt x="135408" y="38735"/>
                    <a:pt x="64288" y="38735"/>
                    <a:pt x="39523" y="38735"/>
                  </a:cubicBezTo>
                  <a:cubicBezTo>
                    <a:pt x="31903" y="38735"/>
                    <a:pt x="29998" y="37465"/>
                    <a:pt x="23013" y="34925"/>
                  </a:cubicBezTo>
                  <a:cubicBezTo>
                    <a:pt x="21743" y="34925"/>
                    <a:pt x="788" y="24130"/>
                    <a:pt x="153" y="23495"/>
                  </a:cubicBezTo>
                  <a:cubicBezTo>
                    <a:pt x="-1117" y="22860"/>
                    <a:pt x="5868" y="15875"/>
                    <a:pt x="7773" y="14605"/>
                  </a:cubicBezTo>
                  <a:cubicBezTo>
                    <a:pt x="8408" y="13970"/>
                    <a:pt x="9043" y="13970"/>
                    <a:pt x="9678" y="13970"/>
                  </a:cubicBezTo>
                  <a:cubicBezTo>
                    <a:pt x="10948" y="13335"/>
                    <a:pt x="12853" y="13335"/>
                    <a:pt x="14123" y="13335"/>
                  </a:cubicBezTo>
                  <a:lnTo>
                    <a:pt x="31268" y="15240"/>
                  </a:lnTo>
                  <a:cubicBezTo>
                    <a:pt x="42698" y="16510"/>
                    <a:pt x="52858" y="16510"/>
                    <a:pt x="64288" y="17145"/>
                  </a:cubicBezTo>
                  <a:cubicBezTo>
                    <a:pt x="86513" y="18415"/>
                    <a:pt x="108103" y="15875"/>
                    <a:pt x="130328" y="14605"/>
                  </a:cubicBezTo>
                  <a:cubicBezTo>
                    <a:pt x="133503" y="13970"/>
                    <a:pt x="136043" y="13970"/>
                    <a:pt x="138583" y="13970"/>
                  </a:cubicBezTo>
                  <a:cubicBezTo>
                    <a:pt x="144933" y="13335"/>
                    <a:pt x="188748" y="12700"/>
                    <a:pt x="202718" y="13970"/>
                  </a:cubicBezTo>
                  <a:cubicBezTo>
                    <a:pt x="212243" y="14605"/>
                    <a:pt x="221133" y="15240"/>
                    <a:pt x="230023" y="15875"/>
                  </a:cubicBezTo>
                  <a:cubicBezTo>
                    <a:pt x="231928" y="15875"/>
                    <a:pt x="233198" y="15875"/>
                    <a:pt x="234468" y="15875"/>
                  </a:cubicBezTo>
                  <a:cubicBezTo>
                    <a:pt x="248438" y="17145"/>
                    <a:pt x="262408" y="17780"/>
                    <a:pt x="276378" y="17780"/>
                  </a:cubicBezTo>
                  <a:cubicBezTo>
                    <a:pt x="290983" y="17780"/>
                    <a:pt x="304953" y="17145"/>
                    <a:pt x="318923" y="15240"/>
                  </a:cubicBezTo>
                  <a:cubicBezTo>
                    <a:pt x="330988" y="13970"/>
                    <a:pt x="342418" y="12700"/>
                    <a:pt x="353848" y="12700"/>
                  </a:cubicBezTo>
                  <a:close/>
                  <a:moveTo>
                    <a:pt x="637693" y="12064"/>
                  </a:moveTo>
                  <a:cubicBezTo>
                    <a:pt x="649758" y="12064"/>
                    <a:pt x="661188" y="13334"/>
                    <a:pt x="672618" y="14604"/>
                  </a:cubicBezTo>
                  <a:cubicBezTo>
                    <a:pt x="686588" y="16509"/>
                    <a:pt x="701193" y="17144"/>
                    <a:pt x="715163" y="17144"/>
                  </a:cubicBezTo>
                  <a:cubicBezTo>
                    <a:pt x="729133" y="16509"/>
                    <a:pt x="743103" y="15874"/>
                    <a:pt x="757073" y="15239"/>
                  </a:cubicBezTo>
                  <a:cubicBezTo>
                    <a:pt x="758978" y="15239"/>
                    <a:pt x="760248" y="15239"/>
                    <a:pt x="761518" y="15239"/>
                  </a:cubicBezTo>
                  <a:cubicBezTo>
                    <a:pt x="770408" y="14604"/>
                    <a:pt x="779298" y="13969"/>
                    <a:pt x="788823" y="13334"/>
                  </a:cubicBezTo>
                  <a:cubicBezTo>
                    <a:pt x="803428" y="12699"/>
                    <a:pt x="846608" y="12699"/>
                    <a:pt x="852958" y="13334"/>
                  </a:cubicBezTo>
                  <a:cubicBezTo>
                    <a:pt x="856133" y="13969"/>
                    <a:pt x="858673" y="13969"/>
                    <a:pt x="861213" y="13969"/>
                  </a:cubicBezTo>
                  <a:cubicBezTo>
                    <a:pt x="883438" y="15239"/>
                    <a:pt x="905028" y="17779"/>
                    <a:pt x="927253" y="16509"/>
                  </a:cubicBezTo>
                  <a:cubicBezTo>
                    <a:pt x="938683" y="15874"/>
                    <a:pt x="948843" y="15239"/>
                    <a:pt x="960273" y="14604"/>
                  </a:cubicBezTo>
                  <a:lnTo>
                    <a:pt x="977418" y="12699"/>
                  </a:lnTo>
                  <a:cubicBezTo>
                    <a:pt x="979323" y="12699"/>
                    <a:pt x="980593" y="13334"/>
                    <a:pt x="981863" y="13334"/>
                  </a:cubicBezTo>
                  <a:cubicBezTo>
                    <a:pt x="982498" y="13334"/>
                    <a:pt x="983133" y="13969"/>
                    <a:pt x="983768" y="13969"/>
                  </a:cubicBezTo>
                  <a:cubicBezTo>
                    <a:pt x="985673" y="15239"/>
                    <a:pt x="992658" y="22224"/>
                    <a:pt x="990753" y="22224"/>
                  </a:cubicBezTo>
                  <a:cubicBezTo>
                    <a:pt x="989483" y="22859"/>
                    <a:pt x="969163" y="33019"/>
                    <a:pt x="967893" y="33654"/>
                  </a:cubicBezTo>
                  <a:cubicBezTo>
                    <a:pt x="961543" y="36194"/>
                    <a:pt x="959003" y="38099"/>
                    <a:pt x="952018" y="38099"/>
                  </a:cubicBezTo>
                  <a:cubicBezTo>
                    <a:pt x="927253" y="38099"/>
                    <a:pt x="856133" y="38734"/>
                    <a:pt x="819938" y="39369"/>
                  </a:cubicBezTo>
                  <a:cubicBezTo>
                    <a:pt x="783743" y="40639"/>
                    <a:pt x="745643" y="43179"/>
                    <a:pt x="745643" y="41274"/>
                  </a:cubicBezTo>
                  <a:cubicBezTo>
                    <a:pt x="745008" y="40639"/>
                    <a:pt x="746278" y="40004"/>
                    <a:pt x="746913" y="39369"/>
                  </a:cubicBezTo>
                  <a:cubicBezTo>
                    <a:pt x="747548" y="38734"/>
                    <a:pt x="747548" y="38734"/>
                    <a:pt x="748183" y="38734"/>
                  </a:cubicBezTo>
                  <a:cubicBezTo>
                    <a:pt x="749453" y="38734"/>
                    <a:pt x="750723" y="38099"/>
                    <a:pt x="751993" y="38099"/>
                  </a:cubicBezTo>
                  <a:cubicBezTo>
                    <a:pt x="771678" y="34289"/>
                    <a:pt x="790728" y="31749"/>
                    <a:pt x="810413" y="29844"/>
                  </a:cubicBezTo>
                  <a:cubicBezTo>
                    <a:pt x="828193" y="28574"/>
                    <a:pt x="874548" y="29209"/>
                    <a:pt x="879628" y="29209"/>
                  </a:cubicBezTo>
                  <a:cubicBezTo>
                    <a:pt x="883438" y="29209"/>
                    <a:pt x="887883" y="29209"/>
                    <a:pt x="889788" y="25399"/>
                  </a:cubicBezTo>
                  <a:cubicBezTo>
                    <a:pt x="888518" y="24764"/>
                    <a:pt x="887248" y="24764"/>
                    <a:pt x="885978" y="24764"/>
                  </a:cubicBezTo>
                  <a:cubicBezTo>
                    <a:pt x="868833" y="22859"/>
                    <a:pt x="851053" y="22859"/>
                    <a:pt x="833273" y="22859"/>
                  </a:cubicBezTo>
                  <a:cubicBezTo>
                    <a:pt x="832003" y="22859"/>
                    <a:pt x="831368" y="22859"/>
                    <a:pt x="830733" y="22859"/>
                  </a:cubicBezTo>
                  <a:cubicBezTo>
                    <a:pt x="806603" y="23494"/>
                    <a:pt x="783108" y="26669"/>
                    <a:pt x="758978" y="29209"/>
                  </a:cubicBezTo>
                  <a:cubicBezTo>
                    <a:pt x="758978" y="29209"/>
                    <a:pt x="757708" y="29209"/>
                    <a:pt x="756438" y="29209"/>
                  </a:cubicBezTo>
                  <a:cubicBezTo>
                    <a:pt x="756438" y="29209"/>
                    <a:pt x="755803" y="29209"/>
                    <a:pt x="755803" y="29209"/>
                  </a:cubicBezTo>
                  <a:cubicBezTo>
                    <a:pt x="746278" y="29844"/>
                    <a:pt x="710718" y="33019"/>
                    <a:pt x="702463" y="33019"/>
                  </a:cubicBezTo>
                  <a:cubicBezTo>
                    <a:pt x="702463" y="33019"/>
                    <a:pt x="701828" y="33019"/>
                    <a:pt x="701828" y="33019"/>
                  </a:cubicBezTo>
                  <a:cubicBezTo>
                    <a:pt x="698653" y="33019"/>
                    <a:pt x="694843" y="33019"/>
                    <a:pt x="691668" y="33019"/>
                  </a:cubicBezTo>
                  <a:cubicBezTo>
                    <a:pt x="688493" y="33019"/>
                    <a:pt x="684683" y="33019"/>
                    <a:pt x="681508" y="33019"/>
                  </a:cubicBezTo>
                  <a:cubicBezTo>
                    <a:pt x="677698" y="33019"/>
                    <a:pt x="673253" y="33019"/>
                    <a:pt x="669443" y="33019"/>
                  </a:cubicBezTo>
                  <a:cubicBezTo>
                    <a:pt x="669443" y="33019"/>
                    <a:pt x="668808" y="33019"/>
                    <a:pt x="668808" y="33019"/>
                  </a:cubicBezTo>
                  <a:cubicBezTo>
                    <a:pt x="664998" y="33019"/>
                    <a:pt x="661823" y="33019"/>
                    <a:pt x="658648" y="33019"/>
                  </a:cubicBezTo>
                  <a:cubicBezTo>
                    <a:pt x="654838" y="33019"/>
                    <a:pt x="650393" y="33019"/>
                    <a:pt x="646583" y="33019"/>
                  </a:cubicBezTo>
                  <a:cubicBezTo>
                    <a:pt x="633883" y="33019"/>
                    <a:pt x="607848" y="34289"/>
                    <a:pt x="604038" y="50799"/>
                  </a:cubicBezTo>
                  <a:cubicBezTo>
                    <a:pt x="602768" y="55244"/>
                    <a:pt x="604673" y="60324"/>
                    <a:pt x="606578" y="64134"/>
                  </a:cubicBezTo>
                  <a:cubicBezTo>
                    <a:pt x="608483" y="68579"/>
                    <a:pt x="610388" y="72389"/>
                    <a:pt x="612928" y="76834"/>
                  </a:cubicBezTo>
                  <a:cubicBezTo>
                    <a:pt x="615468" y="82549"/>
                    <a:pt x="618643" y="87629"/>
                    <a:pt x="619913" y="93979"/>
                  </a:cubicBezTo>
                  <a:cubicBezTo>
                    <a:pt x="620548" y="97154"/>
                    <a:pt x="619913" y="99694"/>
                    <a:pt x="618643" y="102869"/>
                  </a:cubicBezTo>
                  <a:cubicBezTo>
                    <a:pt x="618008" y="104774"/>
                    <a:pt x="616738" y="106679"/>
                    <a:pt x="616103" y="108584"/>
                  </a:cubicBezTo>
                  <a:cubicBezTo>
                    <a:pt x="613563" y="104774"/>
                    <a:pt x="611023" y="100964"/>
                    <a:pt x="607848" y="97789"/>
                  </a:cubicBezTo>
                  <a:cubicBezTo>
                    <a:pt x="608483" y="97154"/>
                    <a:pt x="610388" y="94614"/>
                    <a:pt x="610388" y="94614"/>
                  </a:cubicBezTo>
                  <a:cubicBezTo>
                    <a:pt x="615468" y="84454"/>
                    <a:pt x="602768" y="71754"/>
                    <a:pt x="596418" y="65404"/>
                  </a:cubicBezTo>
                  <a:cubicBezTo>
                    <a:pt x="591338" y="59689"/>
                    <a:pt x="584988" y="54609"/>
                    <a:pt x="579908" y="48894"/>
                  </a:cubicBezTo>
                  <a:cubicBezTo>
                    <a:pt x="576098" y="44449"/>
                    <a:pt x="571018" y="39369"/>
                    <a:pt x="571653" y="33019"/>
                  </a:cubicBezTo>
                  <a:cubicBezTo>
                    <a:pt x="571653" y="26669"/>
                    <a:pt x="578638" y="23494"/>
                    <a:pt x="583718" y="20954"/>
                  </a:cubicBezTo>
                  <a:cubicBezTo>
                    <a:pt x="583718" y="20319"/>
                    <a:pt x="584353" y="20319"/>
                    <a:pt x="584353" y="20319"/>
                  </a:cubicBezTo>
                  <a:cubicBezTo>
                    <a:pt x="584988" y="19684"/>
                    <a:pt x="586258" y="19684"/>
                    <a:pt x="586893" y="19049"/>
                  </a:cubicBezTo>
                  <a:cubicBezTo>
                    <a:pt x="586893" y="18414"/>
                    <a:pt x="587528" y="18414"/>
                    <a:pt x="587528" y="18414"/>
                  </a:cubicBezTo>
                  <a:cubicBezTo>
                    <a:pt x="591338" y="17144"/>
                    <a:pt x="595783" y="15874"/>
                    <a:pt x="599593" y="15239"/>
                  </a:cubicBezTo>
                  <a:cubicBezTo>
                    <a:pt x="612293" y="12699"/>
                    <a:pt x="624993" y="12064"/>
                    <a:pt x="637693" y="12064"/>
                  </a:cubicBezTo>
                  <a:close/>
                  <a:moveTo>
                    <a:pt x="493549" y="0"/>
                  </a:moveTo>
                  <a:cubicBezTo>
                    <a:pt x="523394" y="0"/>
                    <a:pt x="551969" y="6350"/>
                    <a:pt x="578004" y="17145"/>
                  </a:cubicBezTo>
                  <a:cubicBezTo>
                    <a:pt x="575464" y="18415"/>
                    <a:pt x="572924" y="20320"/>
                    <a:pt x="571019" y="22225"/>
                  </a:cubicBezTo>
                  <a:cubicBezTo>
                    <a:pt x="546889" y="12700"/>
                    <a:pt x="520854" y="7620"/>
                    <a:pt x="493549" y="7620"/>
                  </a:cubicBezTo>
                  <a:cubicBezTo>
                    <a:pt x="467514" y="7620"/>
                    <a:pt x="442749" y="12065"/>
                    <a:pt x="419254" y="20320"/>
                  </a:cubicBezTo>
                  <a:cubicBezTo>
                    <a:pt x="416714" y="18415"/>
                    <a:pt x="414174" y="17145"/>
                    <a:pt x="411634" y="15875"/>
                  </a:cubicBezTo>
                  <a:cubicBezTo>
                    <a:pt x="437034" y="5715"/>
                    <a:pt x="463704" y="0"/>
                    <a:pt x="493549" y="0"/>
                  </a:cubicBezTo>
                  <a:close/>
                </a:path>
              </a:pathLst>
            </a:custGeom>
            <a:solidFill>
              <a:srgbClr val="FFFFFF"/>
            </a:solidFill>
            <a:ln w="6350" cap="flat">
              <a:noFill/>
              <a:prstDash val="solid"/>
              <a:miter/>
            </a:ln>
          </p:spPr>
          <p:txBody>
            <a:bodyPr wrap="square" rtlCol="0" anchor="ctr">
              <a:noAutofit/>
            </a:bodyPr>
            <a:lstStyle/>
            <a:p>
              <a:endParaRPr lang="en-GB"/>
            </a:p>
          </p:txBody>
        </p:sp>
      </p:grpSp>
      <p:sp>
        <p:nvSpPr>
          <p:cNvPr id="28" name="Audi">
            <a:extLst>
              <a:ext uri="{FF2B5EF4-FFF2-40B4-BE49-F238E27FC236}">
                <a16:creationId xmlns:a16="http://schemas.microsoft.com/office/drawing/2014/main" id="{F8EAF0DD-6CCA-87EB-E6A3-BBC8D694090D}"/>
              </a:ext>
            </a:extLst>
          </p:cNvPr>
          <p:cNvSpPr/>
          <p:nvPr userDrawn="1"/>
        </p:nvSpPr>
        <p:spPr>
          <a:xfrm>
            <a:off x="2448560" y="3166745"/>
            <a:ext cx="943610" cy="524510"/>
          </a:xfrm>
          <a:custGeom>
            <a:avLst/>
            <a:gdLst>
              <a:gd name="connsiteX0" fmla="*/ 324484 w 943610"/>
              <a:gd name="connsiteY0" fmla="*/ 467360 h 524510"/>
              <a:gd name="connsiteX1" fmla="*/ 302259 w 943610"/>
              <a:gd name="connsiteY1" fmla="*/ 487680 h 524510"/>
              <a:gd name="connsiteX2" fmla="*/ 324484 w 943610"/>
              <a:gd name="connsiteY2" fmla="*/ 508635 h 524510"/>
              <a:gd name="connsiteX3" fmla="*/ 348615 w 943610"/>
              <a:gd name="connsiteY3" fmla="*/ 502920 h 524510"/>
              <a:gd name="connsiteX4" fmla="*/ 348615 w 943610"/>
              <a:gd name="connsiteY4" fmla="*/ 473075 h 524510"/>
              <a:gd name="connsiteX5" fmla="*/ 324484 w 943610"/>
              <a:gd name="connsiteY5" fmla="*/ 467360 h 524510"/>
              <a:gd name="connsiteX6" fmla="*/ 396239 w 943610"/>
              <a:gd name="connsiteY6" fmla="*/ 452755 h 524510"/>
              <a:gd name="connsiteX7" fmla="*/ 417829 w 943610"/>
              <a:gd name="connsiteY7" fmla="*/ 452755 h 524510"/>
              <a:gd name="connsiteX8" fmla="*/ 417829 w 943610"/>
              <a:gd name="connsiteY8" fmla="*/ 522605 h 524510"/>
              <a:gd name="connsiteX9" fmla="*/ 396239 w 943610"/>
              <a:gd name="connsiteY9" fmla="*/ 522605 h 524510"/>
              <a:gd name="connsiteX10" fmla="*/ 176530 w 943610"/>
              <a:gd name="connsiteY10" fmla="*/ 452755 h 524510"/>
              <a:gd name="connsiteX11" fmla="*/ 198120 w 943610"/>
              <a:gd name="connsiteY11" fmla="*/ 452755 h 524510"/>
              <a:gd name="connsiteX12" fmla="*/ 198120 w 943610"/>
              <a:gd name="connsiteY12" fmla="*/ 490855 h 524510"/>
              <a:gd name="connsiteX13" fmla="*/ 216535 w 943610"/>
              <a:gd name="connsiteY13" fmla="*/ 508000 h 524510"/>
              <a:gd name="connsiteX14" fmla="*/ 238760 w 943610"/>
              <a:gd name="connsiteY14" fmla="*/ 502285 h 524510"/>
              <a:gd name="connsiteX15" fmla="*/ 238760 w 943610"/>
              <a:gd name="connsiteY15" fmla="*/ 452755 h 524510"/>
              <a:gd name="connsiteX16" fmla="*/ 260350 w 943610"/>
              <a:gd name="connsiteY16" fmla="*/ 452755 h 524510"/>
              <a:gd name="connsiteX17" fmla="*/ 260350 w 943610"/>
              <a:gd name="connsiteY17" fmla="*/ 522605 h 524510"/>
              <a:gd name="connsiteX18" fmla="*/ 241935 w 943610"/>
              <a:gd name="connsiteY18" fmla="*/ 522605 h 524510"/>
              <a:gd name="connsiteX19" fmla="*/ 239395 w 943610"/>
              <a:gd name="connsiteY19" fmla="*/ 515620 h 524510"/>
              <a:gd name="connsiteX20" fmla="*/ 210820 w 943610"/>
              <a:gd name="connsiteY20" fmla="*/ 524510 h 524510"/>
              <a:gd name="connsiteX21" fmla="*/ 176530 w 943610"/>
              <a:gd name="connsiteY21" fmla="*/ 493395 h 524510"/>
              <a:gd name="connsiteX22" fmla="*/ 101599 w 943610"/>
              <a:gd name="connsiteY22" fmla="*/ 445770 h 524510"/>
              <a:gd name="connsiteX23" fmla="*/ 81279 w 943610"/>
              <a:gd name="connsiteY23" fmla="*/ 485775 h 524510"/>
              <a:gd name="connsiteX24" fmla="*/ 121284 w 943610"/>
              <a:gd name="connsiteY24" fmla="*/ 485775 h 524510"/>
              <a:gd name="connsiteX25" fmla="*/ 396239 w 943610"/>
              <a:gd name="connsiteY25" fmla="*/ 424180 h 524510"/>
              <a:gd name="connsiteX26" fmla="*/ 417829 w 943610"/>
              <a:gd name="connsiteY26" fmla="*/ 424180 h 524510"/>
              <a:gd name="connsiteX27" fmla="*/ 417829 w 943610"/>
              <a:gd name="connsiteY27" fmla="*/ 442595 h 524510"/>
              <a:gd name="connsiteX28" fmla="*/ 396239 w 943610"/>
              <a:gd name="connsiteY28" fmla="*/ 442595 h 524510"/>
              <a:gd name="connsiteX29" fmla="*/ 348615 w 943610"/>
              <a:gd name="connsiteY29" fmla="*/ 424180 h 524510"/>
              <a:gd name="connsiteX30" fmla="*/ 370205 w 943610"/>
              <a:gd name="connsiteY30" fmla="*/ 424180 h 524510"/>
              <a:gd name="connsiteX31" fmla="*/ 370205 w 943610"/>
              <a:gd name="connsiteY31" fmla="*/ 522605 h 524510"/>
              <a:gd name="connsiteX32" fmla="*/ 351790 w 943610"/>
              <a:gd name="connsiteY32" fmla="*/ 522605 h 524510"/>
              <a:gd name="connsiteX33" fmla="*/ 350520 w 943610"/>
              <a:gd name="connsiteY33" fmla="*/ 514985 h 524510"/>
              <a:gd name="connsiteX34" fmla="*/ 321309 w 943610"/>
              <a:gd name="connsiteY34" fmla="*/ 524510 h 524510"/>
              <a:gd name="connsiteX35" fmla="*/ 280670 w 943610"/>
              <a:gd name="connsiteY35" fmla="*/ 487680 h 524510"/>
              <a:gd name="connsiteX36" fmla="*/ 321945 w 943610"/>
              <a:gd name="connsiteY36" fmla="*/ 450850 h 524510"/>
              <a:gd name="connsiteX37" fmla="*/ 348615 w 943610"/>
              <a:gd name="connsiteY37" fmla="*/ 457200 h 524510"/>
              <a:gd name="connsiteX38" fmla="*/ 90169 w 943610"/>
              <a:gd name="connsiteY38" fmla="*/ 424180 h 524510"/>
              <a:gd name="connsiteX39" fmla="*/ 113029 w 943610"/>
              <a:gd name="connsiteY39" fmla="*/ 424180 h 524510"/>
              <a:gd name="connsiteX40" fmla="*/ 164464 w 943610"/>
              <a:gd name="connsiteY40" fmla="*/ 522605 h 524510"/>
              <a:gd name="connsiteX41" fmla="*/ 139699 w 943610"/>
              <a:gd name="connsiteY41" fmla="*/ 522605 h 524510"/>
              <a:gd name="connsiteX42" fmla="*/ 128904 w 943610"/>
              <a:gd name="connsiteY42" fmla="*/ 502285 h 524510"/>
              <a:gd name="connsiteX43" fmla="*/ 72389 w 943610"/>
              <a:gd name="connsiteY43" fmla="*/ 502285 h 524510"/>
              <a:gd name="connsiteX44" fmla="*/ 62229 w 943610"/>
              <a:gd name="connsiteY44" fmla="*/ 522605 h 524510"/>
              <a:gd name="connsiteX45" fmla="*/ 38099 w 943610"/>
              <a:gd name="connsiteY45" fmla="*/ 522605 h 524510"/>
              <a:gd name="connsiteX46" fmla="*/ 677545 w 943610"/>
              <a:gd name="connsiteY46" fmla="*/ 90170 h 524510"/>
              <a:gd name="connsiteX47" fmla="*/ 654050 w 943610"/>
              <a:gd name="connsiteY47" fmla="*/ 163195 h 524510"/>
              <a:gd name="connsiteX48" fmla="*/ 677545 w 943610"/>
              <a:gd name="connsiteY48" fmla="*/ 236220 h 524510"/>
              <a:gd name="connsiteX49" fmla="*/ 701040 w 943610"/>
              <a:gd name="connsiteY49" fmla="*/ 163195 h 524510"/>
              <a:gd name="connsiteX50" fmla="*/ 677545 w 943610"/>
              <a:gd name="connsiteY50" fmla="*/ 90170 h 524510"/>
              <a:gd name="connsiteX51" fmla="*/ 472440 w 943610"/>
              <a:gd name="connsiteY51" fmla="*/ 90170 h 524510"/>
              <a:gd name="connsiteX52" fmla="*/ 448945 w 943610"/>
              <a:gd name="connsiteY52" fmla="*/ 163195 h 524510"/>
              <a:gd name="connsiteX53" fmla="*/ 472440 w 943610"/>
              <a:gd name="connsiteY53" fmla="*/ 236220 h 524510"/>
              <a:gd name="connsiteX54" fmla="*/ 495935 w 943610"/>
              <a:gd name="connsiteY54" fmla="*/ 163195 h 524510"/>
              <a:gd name="connsiteX55" fmla="*/ 472440 w 943610"/>
              <a:gd name="connsiteY55" fmla="*/ 90170 h 524510"/>
              <a:gd name="connsiteX56" fmla="*/ 267335 w 943610"/>
              <a:gd name="connsiteY56" fmla="*/ 90170 h 524510"/>
              <a:gd name="connsiteX57" fmla="*/ 243840 w 943610"/>
              <a:gd name="connsiteY57" fmla="*/ 163195 h 524510"/>
              <a:gd name="connsiteX58" fmla="*/ 267335 w 943610"/>
              <a:gd name="connsiteY58" fmla="*/ 236220 h 524510"/>
              <a:gd name="connsiteX59" fmla="*/ 290830 w 943610"/>
              <a:gd name="connsiteY59" fmla="*/ 163195 h 524510"/>
              <a:gd name="connsiteX60" fmla="*/ 267335 w 943610"/>
              <a:gd name="connsiteY60" fmla="*/ 90170 h 524510"/>
              <a:gd name="connsiteX61" fmla="*/ 575310 w 943610"/>
              <a:gd name="connsiteY61" fmla="*/ 37465 h 524510"/>
              <a:gd name="connsiteX62" fmla="*/ 498475 w 943610"/>
              <a:gd name="connsiteY62" fmla="*/ 63500 h 524510"/>
              <a:gd name="connsiteX63" fmla="*/ 532765 w 943610"/>
              <a:gd name="connsiteY63" fmla="*/ 163195 h 524510"/>
              <a:gd name="connsiteX64" fmla="*/ 498475 w 943610"/>
              <a:gd name="connsiteY64" fmla="*/ 262890 h 524510"/>
              <a:gd name="connsiteX65" fmla="*/ 575310 w 943610"/>
              <a:gd name="connsiteY65" fmla="*/ 288925 h 524510"/>
              <a:gd name="connsiteX66" fmla="*/ 652145 w 943610"/>
              <a:gd name="connsiteY66" fmla="*/ 262890 h 524510"/>
              <a:gd name="connsiteX67" fmla="*/ 617855 w 943610"/>
              <a:gd name="connsiteY67" fmla="*/ 163195 h 524510"/>
              <a:gd name="connsiteX68" fmla="*/ 652145 w 943610"/>
              <a:gd name="connsiteY68" fmla="*/ 63500 h 524510"/>
              <a:gd name="connsiteX69" fmla="*/ 575310 w 943610"/>
              <a:gd name="connsiteY69" fmla="*/ 37465 h 524510"/>
              <a:gd name="connsiteX70" fmla="*/ 369570 w 943610"/>
              <a:gd name="connsiteY70" fmla="*/ 37465 h 524510"/>
              <a:gd name="connsiteX71" fmla="*/ 292735 w 943610"/>
              <a:gd name="connsiteY71" fmla="*/ 63500 h 524510"/>
              <a:gd name="connsiteX72" fmla="*/ 327025 w 943610"/>
              <a:gd name="connsiteY72" fmla="*/ 163195 h 524510"/>
              <a:gd name="connsiteX73" fmla="*/ 292735 w 943610"/>
              <a:gd name="connsiteY73" fmla="*/ 262890 h 524510"/>
              <a:gd name="connsiteX74" fmla="*/ 369570 w 943610"/>
              <a:gd name="connsiteY74" fmla="*/ 288925 h 524510"/>
              <a:gd name="connsiteX75" fmla="*/ 446405 w 943610"/>
              <a:gd name="connsiteY75" fmla="*/ 262890 h 524510"/>
              <a:gd name="connsiteX76" fmla="*/ 412115 w 943610"/>
              <a:gd name="connsiteY76" fmla="*/ 163195 h 524510"/>
              <a:gd name="connsiteX77" fmla="*/ 446405 w 943610"/>
              <a:gd name="connsiteY77" fmla="*/ 63500 h 524510"/>
              <a:gd name="connsiteX78" fmla="*/ 369570 w 943610"/>
              <a:gd name="connsiteY78" fmla="*/ 37465 h 524510"/>
              <a:gd name="connsiteX79" fmla="*/ 780415 w 943610"/>
              <a:gd name="connsiteY79" fmla="*/ 36830 h 524510"/>
              <a:gd name="connsiteX80" fmla="*/ 703580 w 943610"/>
              <a:gd name="connsiteY80" fmla="*/ 62865 h 524510"/>
              <a:gd name="connsiteX81" fmla="*/ 737870 w 943610"/>
              <a:gd name="connsiteY81" fmla="*/ 162560 h 524510"/>
              <a:gd name="connsiteX82" fmla="*/ 703580 w 943610"/>
              <a:gd name="connsiteY82" fmla="*/ 262255 h 524510"/>
              <a:gd name="connsiteX83" fmla="*/ 780415 w 943610"/>
              <a:gd name="connsiteY83" fmla="*/ 288290 h 524510"/>
              <a:gd name="connsiteX84" fmla="*/ 906780 w 943610"/>
              <a:gd name="connsiteY84" fmla="*/ 163195 h 524510"/>
              <a:gd name="connsiteX85" fmla="*/ 780415 w 943610"/>
              <a:gd name="connsiteY85" fmla="*/ 36830 h 524510"/>
              <a:gd name="connsiteX86" fmla="*/ 165100 w 943610"/>
              <a:gd name="connsiteY86" fmla="*/ 36195 h 524510"/>
              <a:gd name="connsiteX87" fmla="*/ 38735 w 943610"/>
              <a:gd name="connsiteY87" fmla="*/ 162560 h 524510"/>
              <a:gd name="connsiteX88" fmla="*/ 165100 w 943610"/>
              <a:gd name="connsiteY88" fmla="*/ 287655 h 524510"/>
              <a:gd name="connsiteX89" fmla="*/ 241935 w 943610"/>
              <a:gd name="connsiteY89" fmla="*/ 261620 h 524510"/>
              <a:gd name="connsiteX90" fmla="*/ 207645 w 943610"/>
              <a:gd name="connsiteY90" fmla="*/ 161925 h 524510"/>
              <a:gd name="connsiteX91" fmla="*/ 241935 w 943610"/>
              <a:gd name="connsiteY91" fmla="*/ 62230 h 524510"/>
              <a:gd name="connsiteX92" fmla="*/ 165100 w 943610"/>
              <a:gd name="connsiteY92" fmla="*/ 36195 h 524510"/>
              <a:gd name="connsiteX93" fmla="*/ 163195 w 943610"/>
              <a:gd name="connsiteY93" fmla="*/ 0 h 524510"/>
              <a:gd name="connsiteX94" fmla="*/ 266065 w 943610"/>
              <a:gd name="connsiteY94" fmla="*/ 36195 h 524510"/>
              <a:gd name="connsiteX95" fmla="*/ 368935 w 943610"/>
              <a:gd name="connsiteY95" fmla="*/ 0 h 524510"/>
              <a:gd name="connsiteX96" fmla="*/ 471805 w 943610"/>
              <a:gd name="connsiteY96" fmla="*/ 36195 h 524510"/>
              <a:gd name="connsiteX97" fmla="*/ 574675 w 943610"/>
              <a:gd name="connsiteY97" fmla="*/ 0 h 524510"/>
              <a:gd name="connsiteX98" fmla="*/ 677545 w 943610"/>
              <a:gd name="connsiteY98" fmla="*/ 36195 h 524510"/>
              <a:gd name="connsiteX99" fmla="*/ 780415 w 943610"/>
              <a:gd name="connsiteY99" fmla="*/ 0 h 524510"/>
              <a:gd name="connsiteX100" fmla="*/ 943610 w 943610"/>
              <a:gd name="connsiteY100" fmla="*/ 163195 h 524510"/>
              <a:gd name="connsiteX101" fmla="*/ 780415 w 943610"/>
              <a:gd name="connsiteY101" fmla="*/ 326390 h 524510"/>
              <a:gd name="connsiteX102" fmla="*/ 677545 w 943610"/>
              <a:gd name="connsiteY102" fmla="*/ 290195 h 524510"/>
              <a:gd name="connsiteX103" fmla="*/ 574675 w 943610"/>
              <a:gd name="connsiteY103" fmla="*/ 326390 h 524510"/>
              <a:gd name="connsiteX104" fmla="*/ 471805 w 943610"/>
              <a:gd name="connsiteY104" fmla="*/ 290195 h 524510"/>
              <a:gd name="connsiteX105" fmla="*/ 368935 w 943610"/>
              <a:gd name="connsiteY105" fmla="*/ 326390 h 524510"/>
              <a:gd name="connsiteX106" fmla="*/ 266065 w 943610"/>
              <a:gd name="connsiteY106" fmla="*/ 290195 h 524510"/>
              <a:gd name="connsiteX107" fmla="*/ 163195 w 943610"/>
              <a:gd name="connsiteY107" fmla="*/ 326390 h 524510"/>
              <a:gd name="connsiteX108" fmla="*/ 0 w 943610"/>
              <a:gd name="connsiteY108" fmla="*/ 163195 h 524510"/>
              <a:gd name="connsiteX109" fmla="*/ 163195 w 943610"/>
              <a:gd name="connsiteY109" fmla="*/ 0 h 52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943610" h="524510">
                <a:moveTo>
                  <a:pt x="324484" y="467360"/>
                </a:moveTo>
                <a:cubicBezTo>
                  <a:pt x="309880" y="467360"/>
                  <a:pt x="302259" y="474980"/>
                  <a:pt x="302259" y="487680"/>
                </a:cubicBezTo>
                <a:cubicBezTo>
                  <a:pt x="302259" y="500380"/>
                  <a:pt x="309880" y="508635"/>
                  <a:pt x="324484" y="508635"/>
                </a:cubicBezTo>
                <a:cubicBezTo>
                  <a:pt x="334645" y="508635"/>
                  <a:pt x="340995" y="506730"/>
                  <a:pt x="348615" y="502920"/>
                </a:cubicBezTo>
                <a:lnTo>
                  <a:pt x="348615" y="473075"/>
                </a:lnTo>
                <a:cubicBezTo>
                  <a:pt x="340995" y="469265"/>
                  <a:pt x="334645" y="467360"/>
                  <a:pt x="324484" y="467360"/>
                </a:cubicBezTo>
                <a:close/>
                <a:moveTo>
                  <a:pt x="396239" y="452755"/>
                </a:moveTo>
                <a:lnTo>
                  <a:pt x="417829" y="452755"/>
                </a:lnTo>
                <a:lnTo>
                  <a:pt x="417829" y="522605"/>
                </a:lnTo>
                <a:lnTo>
                  <a:pt x="396239" y="522605"/>
                </a:lnTo>
                <a:close/>
                <a:moveTo>
                  <a:pt x="176530" y="452755"/>
                </a:moveTo>
                <a:lnTo>
                  <a:pt x="198120" y="452755"/>
                </a:lnTo>
                <a:lnTo>
                  <a:pt x="198120" y="490855"/>
                </a:lnTo>
                <a:cubicBezTo>
                  <a:pt x="198120" y="502285"/>
                  <a:pt x="203200" y="508000"/>
                  <a:pt x="216535" y="508000"/>
                </a:cubicBezTo>
                <a:cubicBezTo>
                  <a:pt x="225425" y="508000"/>
                  <a:pt x="231775" y="505460"/>
                  <a:pt x="238760" y="502285"/>
                </a:cubicBezTo>
                <a:lnTo>
                  <a:pt x="238760" y="452755"/>
                </a:lnTo>
                <a:lnTo>
                  <a:pt x="260350" y="452755"/>
                </a:lnTo>
                <a:lnTo>
                  <a:pt x="260350" y="522605"/>
                </a:lnTo>
                <a:lnTo>
                  <a:pt x="241935" y="522605"/>
                </a:lnTo>
                <a:lnTo>
                  <a:pt x="239395" y="515620"/>
                </a:lnTo>
                <a:cubicBezTo>
                  <a:pt x="233045" y="520700"/>
                  <a:pt x="221615" y="524510"/>
                  <a:pt x="210820" y="524510"/>
                </a:cubicBezTo>
                <a:cubicBezTo>
                  <a:pt x="193040" y="524510"/>
                  <a:pt x="176530" y="518795"/>
                  <a:pt x="176530" y="493395"/>
                </a:cubicBezTo>
                <a:close/>
                <a:moveTo>
                  <a:pt x="101599" y="445770"/>
                </a:moveTo>
                <a:lnTo>
                  <a:pt x="81279" y="485775"/>
                </a:lnTo>
                <a:lnTo>
                  <a:pt x="121284" y="485775"/>
                </a:lnTo>
                <a:close/>
                <a:moveTo>
                  <a:pt x="396239" y="424180"/>
                </a:moveTo>
                <a:lnTo>
                  <a:pt x="417829" y="424180"/>
                </a:lnTo>
                <a:lnTo>
                  <a:pt x="417829" y="442595"/>
                </a:lnTo>
                <a:lnTo>
                  <a:pt x="396239" y="442595"/>
                </a:lnTo>
                <a:close/>
                <a:moveTo>
                  <a:pt x="348615" y="424180"/>
                </a:moveTo>
                <a:lnTo>
                  <a:pt x="370205" y="424180"/>
                </a:lnTo>
                <a:lnTo>
                  <a:pt x="370205" y="522605"/>
                </a:lnTo>
                <a:lnTo>
                  <a:pt x="351790" y="522605"/>
                </a:lnTo>
                <a:lnTo>
                  <a:pt x="350520" y="514985"/>
                </a:lnTo>
                <a:cubicBezTo>
                  <a:pt x="344170" y="520700"/>
                  <a:pt x="332740" y="524510"/>
                  <a:pt x="321309" y="524510"/>
                </a:cubicBezTo>
                <a:cubicBezTo>
                  <a:pt x="294640" y="524510"/>
                  <a:pt x="280670" y="511175"/>
                  <a:pt x="280670" y="487680"/>
                </a:cubicBezTo>
                <a:cubicBezTo>
                  <a:pt x="280670" y="464820"/>
                  <a:pt x="295275" y="450850"/>
                  <a:pt x="321945" y="450850"/>
                </a:cubicBezTo>
                <a:cubicBezTo>
                  <a:pt x="332105" y="450850"/>
                  <a:pt x="342900" y="453390"/>
                  <a:pt x="348615" y="457200"/>
                </a:cubicBezTo>
                <a:close/>
                <a:moveTo>
                  <a:pt x="90169" y="424180"/>
                </a:moveTo>
                <a:lnTo>
                  <a:pt x="113029" y="424180"/>
                </a:lnTo>
                <a:lnTo>
                  <a:pt x="164464" y="522605"/>
                </a:lnTo>
                <a:lnTo>
                  <a:pt x="139699" y="522605"/>
                </a:lnTo>
                <a:lnTo>
                  <a:pt x="128904" y="502285"/>
                </a:lnTo>
                <a:lnTo>
                  <a:pt x="72389" y="502285"/>
                </a:lnTo>
                <a:lnTo>
                  <a:pt x="62229" y="522605"/>
                </a:lnTo>
                <a:lnTo>
                  <a:pt x="38099" y="522605"/>
                </a:lnTo>
                <a:close/>
                <a:moveTo>
                  <a:pt x="677545" y="90170"/>
                </a:moveTo>
                <a:cubicBezTo>
                  <a:pt x="662940" y="110490"/>
                  <a:pt x="654050" y="135890"/>
                  <a:pt x="654050" y="163195"/>
                </a:cubicBezTo>
                <a:cubicBezTo>
                  <a:pt x="654050" y="190500"/>
                  <a:pt x="662940" y="215265"/>
                  <a:pt x="677545" y="236220"/>
                </a:cubicBezTo>
                <a:cubicBezTo>
                  <a:pt x="692785" y="215265"/>
                  <a:pt x="701040" y="190500"/>
                  <a:pt x="701040" y="163195"/>
                </a:cubicBezTo>
                <a:cubicBezTo>
                  <a:pt x="701040" y="135890"/>
                  <a:pt x="692150" y="111125"/>
                  <a:pt x="677545" y="90170"/>
                </a:cubicBezTo>
                <a:close/>
                <a:moveTo>
                  <a:pt x="472440" y="90170"/>
                </a:moveTo>
                <a:cubicBezTo>
                  <a:pt x="457835" y="110490"/>
                  <a:pt x="448945" y="135890"/>
                  <a:pt x="448945" y="163195"/>
                </a:cubicBezTo>
                <a:cubicBezTo>
                  <a:pt x="448945" y="190500"/>
                  <a:pt x="457835" y="215265"/>
                  <a:pt x="472440" y="236220"/>
                </a:cubicBezTo>
                <a:cubicBezTo>
                  <a:pt x="487045" y="215265"/>
                  <a:pt x="495935" y="190500"/>
                  <a:pt x="495935" y="163195"/>
                </a:cubicBezTo>
                <a:cubicBezTo>
                  <a:pt x="495935" y="135890"/>
                  <a:pt x="487045" y="111125"/>
                  <a:pt x="472440" y="90170"/>
                </a:cubicBezTo>
                <a:close/>
                <a:moveTo>
                  <a:pt x="267335" y="90170"/>
                </a:moveTo>
                <a:cubicBezTo>
                  <a:pt x="252730" y="110490"/>
                  <a:pt x="243840" y="135890"/>
                  <a:pt x="243840" y="163195"/>
                </a:cubicBezTo>
                <a:cubicBezTo>
                  <a:pt x="243840" y="190500"/>
                  <a:pt x="252730" y="215265"/>
                  <a:pt x="267335" y="236220"/>
                </a:cubicBezTo>
                <a:cubicBezTo>
                  <a:pt x="281940" y="215265"/>
                  <a:pt x="290830" y="190500"/>
                  <a:pt x="290830" y="163195"/>
                </a:cubicBezTo>
                <a:cubicBezTo>
                  <a:pt x="290830" y="135890"/>
                  <a:pt x="281940" y="111125"/>
                  <a:pt x="267335" y="90170"/>
                </a:cubicBezTo>
                <a:close/>
                <a:moveTo>
                  <a:pt x="575310" y="37465"/>
                </a:moveTo>
                <a:cubicBezTo>
                  <a:pt x="546735" y="37465"/>
                  <a:pt x="520065" y="46990"/>
                  <a:pt x="498475" y="63500"/>
                </a:cubicBezTo>
                <a:cubicBezTo>
                  <a:pt x="520065" y="90805"/>
                  <a:pt x="532765" y="125730"/>
                  <a:pt x="532765" y="163195"/>
                </a:cubicBezTo>
                <a:cubicBezTo>
                  <a:pt x="532765" y="200660"/>
                  <a:pt x="520065" y="234950"/>
                  <a:pt x="498475" y="262890"/>
                </a:cubicBezTo>
                <a:cubicBezTo>
                  <a:pt x="519430" y="278765"/>
                  <a:pt x="546100" y="288290"/>
                  <a:pt x="575310" y="288925"/>
                </a:cubicBezTo>
                <a:cubicBezTo>
                  <a:pt x="603885" y="288925"/>
                  <a:pt x="630555" y="279400"/>
                  <a:pt x="652145" y="262890"/>
                </a:cubicBezTo>
                <a:cubicBezTo>
                  <a:pt x="630555" y="235585"/>
                  <a:pt x="617855" y="200660"/>
                  <a:pt x="617855" y="163195"/>
                </a:cubicBezTo>
                <a:cubicBezTo>
                  <a:pt x="617855" y="125730"/>
                  <a:pt x="630555" y="91440"/>
                  <a:pt x="652145" y="63500"/>
                </a:cubicBezTo>
                <a:cubicBezTo>
                  <a:pt x="631190" y="46990"/>
                  <a:pt x="604520" y="37465"/>
                  <a:pt x="575310" y="37465"/>
                </a:cubicBezTo>
                <a:close/>
                <a:moveTo>
                  <a:pt x="369570" y="37465"/>
                </a:moveTo>
                <a:cubicBezTo>
                  <a:pt x="340995" y="37465"/>
                  <a:pt x="314325" y="46990"/>
                  <a:pt x="292735" y="63500"/>
                </a:cubicBezTo>
                <a:cubicBezTo>
                  <a:pt x="314325" y="90805"/>
                  <a:pt x="327025" y="125730"/>
                  <a:pt x="327025" y="163195"/>
                </a:cubicBezTo>
                <a:cubicBezTo>
                  <a:pt x="327025" y="200660"/>
                  <a:pt x="314325" y="234950"/>
                  <a:pt x="292735" y="262890"/>
                </a:cubicBezTo>
                <a:cubicBezTo>
                  <a:pt x="314325" y="278765"/>
                  <a:pt x="340995" y="288290"/>
                  <a:pt x="369570" y="288925"/>
                </a:cubicBezTo>
                <a:cubicBezTo>
                  <a:pt x="398145" y="288925"/>
                  <a:pt x="424815" y="279400"/>
                  <a:pt x="446405" y="262890"/>
                </a:cubicBezTo>
                <a:cubicBezTo>
                  <a:pt x="424815" y="235585"/>
                  <a:pt x="412115" y="200660"/>
                  <a:pt x="412115" y="163195"/>
                </a:cubicBezTo>
                <a:cubicBezTo>
                  <a:pt x="412115" y="125730"/>
                  <a:pt x="424815" y="91440"/>
                  <a:pt x="446405" y="63500"/>
                </a:cubicBezTo>
                <a:cubicBezTo>
                  <a:pt x="425450" y="46990"/>
                  <a:pt x="398780" y="37465"/>
                  <a:pt x="369570" y="37465"/>
                </a:cubicBezTo>
                <a:close/>
                <a:moveTo>
                  <a:pt x="780415" y="36830"/>
                </a:moveTo>
                <a:cubicBezTo>
                  <a:pt x="751840" y="36830"/>
                  <a:pt x="725170" y="46355"/>
                  <a:pt x="703580" y="62865"/>
                </a:cubicBezTo>
                <a:cubicBezTo>
                  <a:pt x="725170" y="90170"/>
                  <a:pt x="737870" y="125095"/>
                  <a:pt x="737870" y="162560"/>
                </a:cubicBezTo>
                <a:cubicBezTo>
                  <a:pt x="737870" y="200025"/>
                  <a:pt x="725170" y="234315"/>
                  <a:pt x="703580" y="262255"/>
                </a:cubicBezTo>
                <a:cubicBezTo>
                  <a:pt x="724535" y="278765"/>
                  <a:pt x="751205" y="288290"/>
                  <a:pt x="780415" y="288290"/>
                </a:cubicBezTo>
                <a:cubicBezTo>
                  <a:pt x="850265" y="288290"/>
                  <a:pt x="906780" y="232410"/>
                  <a:pt x="906780" y="163195"/>
                </a:cubicBezTo>
                <a:cubicBezTo>
                  <a:pt x="906780" y="93345"/>
                  <a:pt x="850265" y="36830"/>
                  <a:pt x="780415" y="36830"/>
                </a:cubicBezTo>
                <a:close/>
                <a:moveTo>
                  <a:pt x="165100" y="36195"/>
                </a:moveTo>
                <a:cubicBezTo>
                  <a:pt x="95250" y="36195"/>
                  <a:pt x="38735" y="92710"/>
                  <a:pt x="38735" y="162560"/>
                </a:cubicBezTo>
                <a:cubicBezTo>
                  <a:pt x="38735" y="232410"/>
                  <a:pt x="94615" y="288290"/>
                  <a:pt x="165100" y="287655"/>
                </a:cubicBezTo>
                <a:cubicBezTo>
                  <a:pt x="193675" y="287655"/>
                  <a:pt x="220345" y="278130"/>
                  <a:pt x="241935" y="261620"/>
                </a:cubicBezTo>
                <a:cubicBezTo>
                  <a:pt x="220345" y="234315"/>
                  <a:pt x="207645" y="199390"/>
                  <a:pt x="207645" y="161925"/>
                </a:cubicBezTo>
                <a:cubicBezTo>
                  <a:pt x="207645" y="124460"/>
                  <a:pt x="220345" y="90170"/>
                  <a:pt x="241935" y="62230"/>
                </a:cubicBezTo>
                <a:cubicBezTo>
                  <a:pt x="220980" y="45720"/>
                  <a:pt x="194310" y="36195"/>
                  <a:pt x="165100" y="36195"/>
                </a:cubicBezTo>
                <a:close/>
                <a:moveTo>
                  <a:pt x="163195" y="0"/>
                </a:moveTo>
                <a:cubicBezTo>
                  <a:pt x="201930" y="0"/>
                  <a:pt x="238125" y="13335"/>
                  <a:pt x="266065" y="36195"/>
                </a:cubicBezTo>
                <a:cubicBezTo>
                  <a:pt x="294005" y="13970"/>
                  <a:pt x="330200" y="0"/>
                  <a:pt x="368935" y="0"/>
                </a:cubicBezTo>
                <a:cubicBezTo>
                  <a:pt x="408305" y="0"/>
                  <a:pt x="443865" y="13335"/>
                  <a:pt x="471805" y="36195"/>
                </a:cubicBezTo>
                <a:cubicBezTo>
                  <a:pt x="499745" y="13970"/>
                  <a:pt x="535940" y="0"/>
                  <a:pt x="574675" y="0"/>
                </a:cubicBezTo>
                <a:cubicBezTo>
                  <a:pt x="614045" y="0"/>
                  <a:pt x="649605" y="13335"/>
                  <a:pt x="677545" y="36195"/>
                </a:cubicBezTo>
                <a:cubicBezTo>
                  <a:pt x="705485" y="13970"/>
                  <a:pt x="741680" y="0"/>
                  <a:pt x="780415" y="0"/>
                </a:cubicBezTo>
                <a:cubicBezTo>
                  <a:pt x="870585" y="0"/>
                  <a:pt x="943610" y="72390"/>
                  <a:pt x="943610" y="163195"/>
                </a:cubicBezTo>
                <a:cubicBezTo>
                  <a:pt x="943610" y="253365"/>
                  <a:pt x="870585" y="326390"/>
                  <a:pt x="780415" y="326390"/>
                </a:cubicBezTo>
                <a:cubicBezTo>
                  <a:pt x="741045" y="326390"/>
                  <a:pt x="705485" y="313055"/>
                  <a:pt x="677545" y="290195"/>
                </a:cubicBezTo>
                <a:cubicBezTo>
                  <a:pt x="649605" y="312420"/>
                  <a:pt x="613410" y="326390"/>
                  <a:pt x="574675" y="326390"/>
                </a:cubicBezTo>
                <a:cubicBezTo>
                  <a:pt x="535305" y="326390"/>
                  <a:pt x="499745" y="313055"/>
                  <a:pt x="471805" y="290195"/>
                </a:cubicBezTo>
                <a:cubicBezTo>
                  <a:pt x="443865" y="312420"/>
                  <a:pt x="407670" y="326390"/>
                  <a:pt x="368935" y="326390"/>
                </a:cubicBezTo>
                <a:cubicBezTo>
                  <a:pt x="329565" y="326390"/>
                  <a:pt x="294005" y="313055"/>
                  <a:pt x="266065" y="290195"/>
                </a:cubicBezTo>
                <a:cubicBezTo>
                  <a:pt x="238125" y="312420"/>
                  <a:pt x="201930" y="326390"/>
                  <a:pt x="163195" y="326390"/>
                </a:cubicBezTo>
                <a:cubicBezTo>
                  <a:pt x="73025" y="326390"/>
                  <a:pt x="0" y="253365"/>
                  <a:pt x="0" y="163195"/>
                </a:cubicBezTo>
                <a:cubicBezTo>
                  <a:pt x="0" y="73025"/>
                  <a:pt x="73025" y="0"/>
                  <a:pt x="163195"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22" name="CUPRA">
            <a:extLst>
              <a:ext uri="{FF2B5EF4-FFF2-40B4-BE49-F238E27FC236}">
                <a16:creationId xmlns:a16="http://schemas.microsoft.com/office/drawing/2014/main" id="{EF9FEAD9-7BC5-2388-B402-7BED7D3A622B}"/>
              </a:ext>
            </a:extLst>
          </p:cNvPr>
          <p:cNvSpPr/>
          <p:nvPr userDrawn="1"/>
        </p:nvSpPr>
        <p:spPr>
          <a:xfrm>
            <a:off x="8830815" y="1951944"/>
            <a:ext cx="876583" cy="575151"/>
          </a:xfrm>
          <a:custGeom>
            <a:avLst/>
            <a:gdLst>
              <a:gd name="connsiteX0" fmla="*/ 383541 w 876583"/>
              <a:gd name="connsiteY0" fmla="*/ 510540 h 575151"/>
              <a:gd name="connsiteX1" fmla="*/ 384176 w 876583"/>
              <a:gd name="connsiteY1" fmla="*/ 529590 h 575151"/>
              <a:gd name="connsiteX2" fmla="*/ 490856 w 876583"/>
              <a:gd name="connsiteY2" fmla="*/ 528955 h 575151"/>
              <a:gd name="connsiteX3" fmla="*/ 494031 w 876583"/>
              <a:gd name="connsiteY3" fmla="*/ 510540 h 575151"/>
              <a:gd name="connsiteX4" fmla="*/ 383541 w 876583"/>
              <a:gd name="connsiteY4" fmla="*/ 510540 h 575151"/>
              <a:gd name="connsiteX5" fmla="*/ 566420 w 876583"/>
              <a:gd name="connsiteY5" fmla="*/ 509905 h 575151"/>
              <a:gd name="connsiteX6" fmla="*/ 566420 w 876583"/>
              <a:gd name="connsiteY6" fmla="*/ 530225 h 575151"/>
              <a:gd name="connsiteX7" fmla="*/ 669291 w 876583"/>
              <a:gd name="connsiteY7" fmla="*/ 530225 h 575151"/>
              <a:gd name="connsiteX8" fmla="*/ 673101 w 876583"/>
              <a:gd name="connsiteY8" fmla="*/ 527685 h 575151"/>
              <a:gd name="connsiteX9" fmla="*/ 669291 w 876583"/>
              <a:gd name="connsiteY9" fmla="*/ 510540 h 575151"/>
              <a:gd name="connsiteX10" fmla="*/ 566420 w 876583"/>
              <a:gd name="connsiteY10" fmla="*/ 509905 h 575151"/>
              <a:gd name="connsiteX11" fmla="*/ 745491 w 876583"/>
              <a:gd name="connsiteY11" fmla="*/ 509269 h 575151"/>
              <a:gd name="connsiteX12" fmla="*/ 745491 w 876583"/>
              <a:gd name="connsiteY12" fmla="*/ 528319 h 575151"/>
              <a:gd name="connsiteX13" fmla="*/ 851536 w 876583"/>
              <a:gd name="connsiteY13" fmla="*/ 528319 h 575151"/>
              <a:gd name="connsiteX14" fmla="*/ 851536 w 876583"/>
              <a:gd name="connsiteY14" fmla="*/ 509269 h 575151"/>
              <a:gd name="connsiteX15" fmla="*/ 745491 w 876583"/>
              <a:gd name="connsiteY15" fmla="*/ 509269 h 575151"/>
              <a:gd name="connsiteX16" fmla="*/ 539751 w 876583"/>
              <a:gd name="connsiteY16" fmla="*/ 492125 h 575151"/>
              <a:gd name="connsiteX17" fmla="*/ 671831 w 876583"/>
              <a:gd name="connsiteY17" fmla="*/ 492125 h 575151"/>
              <a:gd name="connsiteX18" fmla="*/ 694691 w 876583"/>
              <a:gd name="connsiteY18" fmla="*/ 506730 h 575151"/>
              <a:gd name="connsiteX19" fmla="*/ 694691 w 876583"/>
              <a:gd name="connsiteY19" fmla="*/ 534670 h 575151"/>
              <a:gd name="connsiteX20" fmla="*/ 680086 w 876583"/>
              <a:gd name="connsiteY20" fmla="*/ 549910 h 575151"/>
              <a:gd name="connsiteX21" fmla="*/ 696595 w 876583"/>
              <a:gd name="connsiteY21" fmla="*/ 574040 h 575151"/>
              <a:gd name="connsiteX22" fmla="*/ 662941 w 876583"/>
              <a:gd name="connsiteY22" fmla="*/ 567690 h 575151"/>
              <a:gd name="connsiteX23" fmla="*/ 652145 w 876583"/>
              <a:gd name="connsiteY23" fmla="*/ 549910 h 575151"/>
              <a:gd name="connsiteX24" fmla="*/ 564516 w 876583"/>
              <a:gd name="connsiteY24" fmla="*/ 549910 h 575151"/>
              <a:gd name="connsiteX25" fmla="*/ 564516 w 876583"/>
              <a:gd name="connsiteY25" fmla="*/ 574040 h 575151"/>
              <a:gd name="connsiteX26" fmla="*/ 538481 w 876583"/>
              <a:gd name="connsiteY26" fmla="*/ 574040 h 575151"/>
              <a:gd name="connsiteX27" fmla="*/ 539751 w 876583"/>
              <a:gd name="connsiteY27" fmla="*/ 492125 h 575151"/>
              <a:gd name="connsiteX28" fmla="*/ 358141 w 876583"/>
              <a:gd name="connsiteY28" fmla="*/ 492125 h 575151"/>
              <a:gd name="connsiteX29" fmla="*/ 495936 w 876583"/>
              <a:gd name="connsiteY29" fmla="*/ 492125 h 575151"/>
              <a:gd name="connsiteX30" fmla="*/ 516891 w 876583"/>
              <a:gd name="connsiteY30" fmla="*/ 506095 h 575151"/>
              <a:gd name="connsiteX31" fmla="*/ 516891 w 876583"/>
              <a:gd name="connsiteY31" fmla="*/ 534035 h 575151"/>
              <a:gd name="connsiteX32" fmla="*/ 495936 w 876583"/>
              <a:gd name="connsiteY32" fmla="*/ 549910 h 575151"/>
              <a:gd name="connsiteX33" fmla="*/ 383541 w 876583"/>
              <a:gd name="connsiteY33" fmla="*/ 549910 h 575151"/>
              <a:gd name="connsiteX34" fmla="*/ 383541 w 876583"/>
              <a:gd name="connsiteY34" fmla="*/ 574675 h 575151"/>
              <a:gd name="connsiteX35" fmla="*/ 358141 w 876583"/>
              <a:gd name="connsiteY35" fmla="*/ 574675 h 575151"/>
              <a:gd name="connsiteX36" fmla="*/ 358141 w 876583"/>
              <a:gd name="connsiteY36" fmla="*/ 492125 h 575151"/>
              <a:gd name="connsiteX37" fmla="*/ 23495 w 876583"/>
              <a:gd name="connsiteY37" fmla="*/ 492125 h 575151"/>
              <a:gd name="connsiteX38" fmla="*/ 156845 w 876583"/>
              <a:gd name="connsiteY38" fmla="*/ 492125 h 575151"/>
              <a:gd name="connsiteX39" fmla="*/ 156845 w 876583"/>
              <a:gd name="connsiteY39" fmla="*/ 514985 h 575151"/>
              <a:gd name="connsiteX40" fmla="*/ 26035 w 876583"/>
              <a:gd name="connsiteY40" fmla="*/ 514985 h 575151"/>
              <a:gd name="connsiteX41" fmla="*/ 22860 w 876583"/>
              <a:gd name="connsiteY41" fmla="*/ 517525 h 575151"/>
              <a:gd name="connsiteX42" fmla="*/ 22860 w 876583"/>
              <a:gd name="connsiteY42" fmla="*/ 549910 h 575151"/>
              <a:gd name="connsiteX43" fmla="*/ 34925 w 876583"/>
              <a:gd name="connsiteY43" fmla="*/ 551815 h 575151"/>
              <a:gd name="connsiteX44" fmla="*/ 156845 w 876583"/>
              <a:gd name="connsiteY44" fmla="*/ 551815 h 575151"/>
              <a:gd name="connsiteX45" fmla="*/ 156845 w 876583"/>
              <a:gd name="connsiteY45" fmla="*/ 573405 h 575151"/>
              <a:gd name="connsiteX46" fmla="*/ 28575 w 876583"/>
              <a:gd name="connsiteY46" fmla="*/ 574040 h 575151"/>
              <a:gd name="connsiteX47" fmla="*/ 1270 w 876583"/>
              <a:gd name="connsiteY47" fmla="*/ 561340 h 575151"/>
              <a:gd name="connsiteX48" fmla="*/ 0 w 876583"/>
              <a:gd name="connsiteY48" fmla="*/ 531495 h 575151"/>
              <a:gd name="connsiteX49" fmla="*/ 1905 w 876583"/>
              <a:gd name="connsiteY49" fmla="*/ 504825 h 575151"/>
              <a:gd name="connsiteX50" fmla="*/ 23495 w 876583"/>
              <a:gd name="connsiteY50" fmla="*/ 492125 h 575151"/>
              <a:gd name="connsiteX51" fmla="*/ 179070 w 876583"/>
              <a:gd name="connsiteY51" fmla="*/ 491490 h 575151"/>
              <a:gd name="connsiteX52" fmla="*/ 207010 w 876583"/>
              <a:gd name="connsiteY52" fmla="*/ 491490 h 575151"/>
              <a:gd name="connsiteX53" fmla="*/ 207645 w 876583"/>
              <a:gd name="connsiteY53" fmla="*/ 551180 h 575151"/>
              <a:gd name="connsiteX54" fmla="*/ 310515 w 876583"/>
              <a:gd name="connsiteY54" fmla="*/ 551180 h 575151"/>
              <a:gd name="connsiteX55" fmla="*/ 311150 w 876583"/>
              <a:gd name="connsiteY55" fmla="*/ 491490 h 575151"/>
              <a:gd name="connsiteX56" fmla="*/ 339090 w 876583"/>
              <a:gd name="connsiteY56" fmla="*/ 491490 h 575151"/>
              <a:gd name="connsiteX57" fmla="*/ 339090 w 876583"/>
              <a:gd name="connsiteY57" fmla="*/ 553720 h 575151"/>
              <a:gd name="connsiteX58" fmla="*/ 317500 w 876583"/>
              <a:gd name="connsiteY58" fmla="*/ 574040 h 575151"/>
              <a:gd name="connsiteX59" fmla="*/ 220980 w 876583"/>
              <a:gd name="connsiteY59" fmla="*/ 574040 h 575151"/>
              <a:gd name="connsiteX60" fmla="*/ 193040 w 876583"/>
              <a:gd name="connsiteY60" fmla="*/ 572135 h 575151"/>
              <a:gd name="connsiteX61" fmla="*/ 179070 w 876583"/>
              <a:gd name="connsiteY61" fmla="*/ 553720 h 575151"/>
              <a:gd name="connsiteX62" fmla="*/ 179070 w 876583"/>
              <a:gd name="connsiteY62" fmla="*/ 491490 h 575151"/>
              <a:gd name="connsiteX63" fmla="*/ 744220 w 876583"/>
              <a:gd name="connsiteY63" fmla="*/ 490219 h 575151"/>
              <a:gd name="connsiteX64" fmla="*/ 876301 w 876583"/>
              <a:gd name="connsiteY64" fmla="*/ 490219 h 575151"/>
              <a:gd name="connsiteX65" fmla="*/ 876301 w 876583"/>
              <a:gd name="connsiteY65" fmla="*/ 574039 h 575151"/>
              <a:gd name="connsiteX66" fmla="*/ 853441 w 876583"/>
              <a:gd name="connsiteY66" fmla="*/ 574039 h 575151"/>
              <a:gd name="connsiteX67" fmla="*/ 852170 w 876583"/>
              <a:gd name="connsiteY67" fmla="*/ 549274 h 575151"/>
              <a:gd name="connsiteX68" fmla="*/ 745491 w 876583"/>
              <a:gd name="connsiteY68" fmla="*/ 549274 h 575151"/>
              <a:gd name="connsiteX69" fmla="*/ 745491 w 876583"/>
              <a:gd name="connsiteY69" fmla="*/ 574674 h 575151"/>
              <a:gd name="connsiteX70" fmla="*/ 720091 w 876583"/>
              <a:gd name="connsiteY70" fmla="*/ 574674 h 575151"/>
              <a:gd name="connsiteX71" fmla="*/ 719456 w 876583"/>
              <a:gd name="connsiteY71" fmla="*/ 511174 h 575151"/>
              <a:gd name="connsiteX72" fmla="*/ 744220 w 876583"/>
              <a:gd name="connsiteY72" fmla="*/ 490219 h 575151"/>
              <a:gd name="connsiteX73" fmla="*/ 181610 w 876583"/>
              <a:gd name="connsiteY73" fmla="*/ 0 h 575151"/>
              <a:gd name="connsiteX74" fmla="*/ 432435 w 876583"/>
              <a:gd name="connsiteY74" fmla="*/ 88265 h 575151"/>
              <a:gd name="connsiteX75" fmla="*/ 441325 w 876583"/>
              <a:gd name="connsiteY75" fmla="*/ 88265 h 575151"/>
              <a:gd name="connsiteX76" fmla="*/ 692150 w 876583"/>
              <a:gd name="connsiteY76" fmla="*/ 0 h 575151"/>
              <a:gd name="connsiteX77" fmla="*/ 601980 w 876583"/>
              <a:gd name="connsiteY77" fmla="*/ 142240 h 575151"/>
              <a:gd name="connsiteX78" fmla="*/ 559435 w 876583"/>
              <a:gd name="connsiteY78" fmla="*/ 125095 h 575151"/>
              <a:gd name="connsiteX79" fmla="*/ 584835 w 876583"/>
              <a:gd name="connsiteY79" fmla="*/ 81915 h 575151"/>
              <a:gd name="connsiteX80" fmla="*/ 503555 w 876583"/>
              <a:gd name="connsiteY80" fmla="*/ 122555 h 575151"/>
              <a:gd name="connsiteX81" fmla="*/ 559435 w 876583"/>
              <a:gd name="connsiteY81" fmla="*/ 144145 h 575151"/>
              <a:gd name="connsiteX82" fmla="*/ 581660 w 876583"/>
              <a:gd name="connsiteY82" fmla="*/ 168910 h 575151"/>
              <a:gd name="connsiteX83" fmla="*/ 567690 w 876583"/>
              <a:gd name="connsiteY83" fmla="*/ 204470 h 575151"/>
              <a:gd name="connsiteX84" fmla="*/ 446405 w 876583"/>
              <a:gd name="connsiteY84" fmla="*/ 395605 h 575151"/>
              <a:gd name="connsiteX85" fmla="*/ 447040 w 876583"/>
              <a:gd name="connsiteY85" fmla="*/ 345440 h 575151"/>
              <a:gd name="connsiteX86" fmla="*/ 493395 w 876583"/>
              <a:gd name="connsiteY86" fmla="*/ 191770 h 575151"/>
              <a:gd name="connsiteX87" fmla="*/ 481965 w 876583"/>
              <a:gd name="connsiteY87" fmla="*/ 177165 h 575151"/>
              <a:gd name="connsiteX88" fmla="*/ 436245 w 876583"/>
              <a:gd name="connsiteY88" fmla="*/ 155575 h 575151"/>
              <a:gd name="connsiteX89" fmla="*/ 389255 w 876583"/>
              <a:gd name="connsiteY89" fmla="*/ 178435 h 575151"/>
              <a:gd name="connsiteX90" fmla="*/ 380365 w 876583"/>
              <a:gd name="connsiteY90" fmla="*/ 191135 h 575151"/>
              <a:gd name="connsiteX91" fmla="*/ 426720 w 876583"/>
              <a:gd name="connsiteY91" fmla="*/ 344805 h 575151"/>
              <a:gd name="connsiteX92" fmla="*/ 426720 w 876583"/>
              <a:gd name="connsiteY92" fmla="*/ 395605 h 575151"/>
              <a:gd name="connsiteX93" fmla="*/ 306705 w 876583"/>
              <a:gd name="connsiteY93" fmla="*/ 206375 h 575151"/>
              <a:gd name="connsiteX94" fmla="*/ 291465 w 876583"/>
              <a:gd name="connsiteY94" fmla="*/ 168275 h 575151"/>
              <a:gd name="connsiteX95" fmla="*/ 313690 w 876583"/>
              <a:gd name="connsiteY95" fmla="*/ 143510 h 575151"/>
              <a:gd name="connsiteX96" fmla="*/ 369570 w 876583"/>
              <a:gd name="connsiteY96" fmla="*/ 121920 h 575151"/>
              <a:gd name="connsiteX97" fmla="*/ 288290 w 876583"/>
              <a:gd name="connsiteY97" fmla="*/ 81280 h 575151"/>
              <a:gd name="connsiteX98" fmla="*/ 313690 w 876583"/>
              <a:gd name="connsiteY98" fmla="*/ 124460 h 575151"/>
              <a:gd name="connsiteX99" fmla="*/ 270510 w 876583"/>
              <a:gd name="connsiteY99" fmla="*/ 141605 h 575151"/>
              <a:gd name="connsiteX100" fmla="*/ 181610 w 876583"/>
              <a:gd name="connsiteY100" fmla="*/ 0 h 57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876583" h="575151">
                <a:moveTo>
                  <a:pt x="383541" y="510540"/>
                </a:moveTo>
                <a:cubicBezTo>
                  <a:pt x="383541" y="516890"/>
                  <a:pt x="383541" y="523240"/>
                  <a:pt x="384176" y="529590"/>
                </a:cubicBezTo>
                <a:cubicBezTo>
                  <a:pt x="419736" y="528955"/>
                  <a:pt x="455296" y="529590"/>
                  <a:pt x="490856" y="528955"/>
                </a:cubicBezTo>
                <a:cubicBezTo>
                  <a:pt x="497206" y="525145"/>
                  <a:pt x="492761" y="516890"/>
                  <a:pt x="494031" y="510540"/>
                </a:cubicBezTo>
                <a:cubicBezTo>
                  <a:pt x="457201" y="509905"/>
                  <a:pt x="420371" y="511175"/>
                  <a:pt x="383541" y="510540"/>
                </a:cubicBezTo>
                <a:close/>
                <a:moveTo>
                  <a:pt x="566420" y="509905"/>
                </a:moveTo>
                <a:cubicBezTo>
                  <a:pt x="566420" y="516890"/>
                  <a:pt x="566420" y="523240"/>
                  <a:pt x="566420" y="530225"/>
                </a:cubicBezTo>
                <a:cubicBezTo>
                  <a:pt x="600711" y="530225"/>
                  <a:pt x="635636" y="530860"/>
                  <a:pt x="669291" y="530225"/>
                </a:cubicBezTo>
                <a:cubicBezTo>
                  <a:pt x="670561" y="529590"/>
                  <a:pt x="671831" y="528320"/>
                  <a:pt x="673101" y="527685"/>
                </a:cubicBezTo>
                <a:cubicBezTo>
                  <a:pt x="672466" y="521970"/>
                  <a:pt x="676276" y="513715"/>
                  <a:pt x="669291" y="510540"/>
                </a:cubicBezTo>
                <a:cubicBezTo>
                  <a:pt x="634366" y="509270"/>
                  <a:pt x="600711" y="510540"/>
                  <a:pt x="566420" y="509905"/>
                </a:cubicBezTo>
                <a:close/>
                <a:moveTo>
                  <a:pt x="745491" y="509269"/>
                </a:moveTo>
                <a:cubicBezTo>
                  <a:pt x="745491" y="515619"/>
                  <a:pt x="745491" y="521969"/>
                  <a:pt x="745491" y="528319"/>
                </a:cubicBezTo>
                <a:cubicBezTo>
                  <a:pt x="781051" y="528319"/>
                  <a:pt x="815976" y="528319"/>
                  <a:pt x="851536" y="528319"/>
                </a:cubicBezTo>
                <a:cubicBezTo>
                  <a:pt x="851536" y="521969"/>
                  <a:pt x="851536" y="515619"/>
                  <a:pt x="851536" y="509269"/>
                </a:cubicBezTo>
                <a:cubicBezTo>
                  <a:pt x="815976" y="509269"/>
                  <a:pt x="780416" y="508634"/>
                  <a:pt x="745491" y="509269"/>
                </a:cubicBezTo>
                <a:close/>
                <a:moveTo>
                  <a:pt x="539751" y="492125"/>
                </a:moveTo>
                <a:cubicBezTo>
                  <a:pt x="583566" y="492125"/>
                  <a:pt x="628016" y="492125"/>
                  <a:pt x="671831" y="492125"/>
                </a:cubicBezTo>
                <a:cubicBezTo>
                  <a:pt x="681356" y="492125"/>
                  <a:pt x="692786" y="497205"/>
                  <a:pt x="694691" y="506730"/>
                </a:cubicBezTo>
                <a:cubicBezTo>
                  <a:pt x="695326" y="516255"/>
                  <a:pt x="695326" y="525145"/>
                  <a:pt x="694691" y="534670"/>
                </a:cubicBezTo>
                <a:cubicBezTo>
                  <a:pt x="693420" y="542290"/>
                  <a:pt x="686436" y="546735"/>
                  <a:pt x="680086" y="549910"/>
                </a:cubicBezTo>
                <a:cubicBezTo>
                  <a:pt x="685801" y="557530"/>
                  <a:pt x="691516" y="565785"/>
                  <a:pt x="696595" y="574040"/>
                </a:cubicBezTo>
                <a:cubicBezTo>
                  <a:pt x="685801" y="573405"/>
                  <a:pt x="669291" y="579755"/>
                  <a:pt x="662941" y="567690"/>
                </a:cubicBezTo>
                <a:cubicBezTo>
                  <a:pt x="659131" y="561975"/>
                  <a:pt x="655956" y="555625"/>
                  <a:pt x="652145" y="549910"/>
                </a:cubicBezTo>
                <a:cubicBezTo>
                  <a:pt x="622936" y="549910"/>
                  <a:pt x="593726" y="549910"/>
                  <a:pt x="564516" y="549910"/>
                </a:cubicBezTo>
                <a:cubicBezTo>
                  <a:pt x="564516" y="558165"/>
                  <a:pt x="564516" y="565785"/>
                  <a:pt x="564516" y="574040"/>
                </a:cubicBezTo>
                <a:cubicBezTo>
                  <a:pt x="555626" y="574675"/>
                  <a:pt x="547370" y="574675"/>
                  <a:pt x="538481" y="574040"/>
                </a:cubicBezTo>
                <a:cubicBezTo>
                  <a:pt x="539751" y="547370"/>
                  <a:pt x="539751" y="519430"/>
                  <a:pt x="539751" y="492125"/>
                </a:cubicBezTo>
                <a:close/>
                <a:moveTo>
                  <a:pt x="358141" y="492125"/>
                </a:moveTo>
                <a:cubicBezTo>
                  <a:pt x="404496" y="492125"/>
                  <a:pt x="450216" y="492125"/>
                  <a:pt x="495936" y="492125"/>
                </a:cubicBezTo>
                <a:cubicBezTo>
                  <a:pt x="504826" y="492125"/>
                  <a:pt x="515621" y="496570"/>
                  <a:pt x="516891" y="506095"/>
                </a:cubicBezTo>
                <a:cubicBezTo>
                  <a:pt x="518161" y="514985"/>
                  <a:pt x="517526" y="525145"/>
                  <a:pt x="516891" y="534035"/>
                </a:cubicBezTo>
                <a:cubicBezTo>
                  <a:pt x="516256" y="544195"/>
                  <a:pt x="505461" y="550545"/>
                  <a:pt x="495936" y="549910"/>
                </a:cubicBezTo>
                <a:cubicBezTo>
                  <a:pt x="458471" y="549910"/>
                  <a:pt x="421006" y="549910"/>
                  <a:pt x="383541" y="549910"/>
                </a:cubicBezTo>
                <a:cubicBezTo>
                  <a:pt x="383541" y="558165"/>
                  <a:pt x="383541" y="566420"/>
                  <a:pt x="383541" y="574675"/>
                </a:cubicBezTo>
                <a:cubicBezTo>
                  <a:pt x="375286" y="574675"/>
                  <a:pt x="367031" y="574675"/>
                  <a:pt x="358141" y="574675"/>
                </a:cubicBezTo>
                <a:cubicBezTo>
                  <a:pt x="358141" y="547370"/>
                  <a:pt x="358141" y="519430"/>
                  <a:pt x="358141" y="492125"/>
                </a:cubicBezTo>
                <a:close/>
                <a:moveTo>
                  <a:pt x="23495" y="492125"/>
                </a:moveTo>
                <a:cubicBezTo>
                  <a:pt x="67945" y="492125"/>
                  <a:pt x="112395" y="492125"/>
                  <a:pt x="156845" y="492125"/>
                </a:cubicBezTo>
                <a:cubicBezTo>
                  <a:pt x="156845" y="499745"/>
                  <a:pt x="156845" y="507365"/>
                  <a:pt x="156845" y="514985"/>
                </a:cubicBezTo>
                <a:cubicBezTo>
                  <a:pt x="113030" y="514985"/>
                  <a:pt x="69850" y="514350"/>
                  <a:pt x="26035" y="514985"/>
                </a:cubicBezTo>
                <a:cubicBezTo>
                  <a:pt x="25400" y="515620"/>
                  <a:pt x="23495" y="516890"/>
                  <a:pt x="22860" y="517525"/>
                </a:cubicBezTo>
                <a:cubicBezTo>
                  <a:pt x="22225" y="528320"/>
                  <a:pt x="22860" y="539115"/>
                  <a:pt x="22860" y="549910"/>
                </a:cubicBezTo>
                <a:cubicBezTo>
                  <a:pt x="26670" y="550545"/>
                  <a:pt x="30480" y="551815"/>
                  <a:pt x="34925" y="551815"/>
                </a:cubicBezTo>
                <a:cubicBezTo>
                  <a:pt x="75565" y="551815"/>
                  <a:pt x="116205" y="551815"/>
                  <a:pt x="156845" y="551815"/>
                </a:cubicBezTo>
                <a:cubicBezTo>
                  <a:pt x="156845" y="558800"/>
                  <a:pt x="156845" y="566420"/>
                  <a:pt x="156845" y="573405"/>
                </a:cubicBezTo>
                <a:cubicBezTo>
                  <a:pt x="114300" y="574675"/>
                  <a:pt x="71755" y="573405"/>
                  <a:pt x="28575" y="574040"/>
                </a:cubicBezTo>
                <a:cubicBezTo>
                  <a:pt x="18415" y="574675"/>
                  <a:pt x="5080" y="572135"/>
                  <a:pt x="1270" y="561340"/>
                </a:cubicBezTo>
                <a:cubicBezTo>
                  <a:pt x="-635" y="551815"/>
                  <a:pt x="635" y="541655"/>
                  <a:pt x="0" y="531495"/>
                </a:cubicBezTo>
                <a:cubicBezTo>
                  <a:pt x="635" y="523240"/>
                  <a:pt x="-635" y="513715"/>
                  <a:pt x="1905" y="504825"/>
                </a:cubicBezTo>
                <a:cubicBezTo>
                  <a:pt x="5715" y="496570"/>
                  <a:pt x="15240" y="492125"/>
                  <a:pt x="23495" y="492125"/>
                </a:cubicBezTo>
                <a:close/>
                <a:moveTo>
                  <a:pt x="179070" y="491490"/>
                </a:moveTo>
                <a:cubicBezTo>
                  <a:pt x="188595" y="491490"/>
                  <a:pt x="197485" y="491490"/>
                  <a:pt x="207010" y="491490"/>
                </a:cubicBezTo>
                <a:cubicBezTo>
                  <a:pt x="207645" y="511175"/>
                  <a:pt x="206375" y="531495"/>
                  <a:pt x="207645" y="551180"/>
                </a:cubicBezTo>
                <a:cubicBezTo>
                  <a:pt x="241935" y="551815"/>
                  <a:pt x="276225" y="551180"/>
                  <a:pt x="310515" y="551180"/>
                </a:cubicBezTo>
                <a:cubicBezTo>
                  <a:pt x="311785" y="531495"/>
                  <a:pt x="311150" y="511175"/>
                  <a:pt x="311150" y="491490"/>
                </a:cubicBezTo>
                <a:cubicBezTo>
                  <a:pt x="320675" y="491490"/>
                  <a:pt x="329565" y="491490"/>
                  <a:pt x="339090" y="491490"/>
                </a:cubicBezTo>
                <a:cubicBezTo>
                  <a:pt x="339090" y="511810"/>
                  <a:pt x="339090" y="532765"/>
                  <a:pt x="339090" y="553720"/>
                </a:cubicBezTo>
                <a:cubicBezTo>
                  <a:pt x="339090" y="564515"/>
                  <a:pt x="328295" y="574040"/>
                  <a:pt x="317500" y="574040"/>
                </a:cubicBezTo>
                <a:cubicBezTo>
                  <a:pt x="285115" y="574675"/>
                  <a:pt x="253365" y="573405"/>
                  <a:pt x="220980" y="574040"/>
                </a:cubicBezTo>
                <a:cubicBezTo>
                  <a:pt x="211455" y="574040"/>
                  <a:pt x="201930" y="574675"/>
                  <a:pt x="193040" y="572135"/>
                </a:cubicBezTo>
                <a:cubicBezTo>
                  <a:pt x="184785" y="569595"/>
                  <a:pt x="178435" y="562610"/>
                  <a:pt x="179070" y="553720"/>
                </a:cubicBezTo>
                <a:cubicBezTo>
                  <a:pt x="179070" y="533400"/>
                  <a:pt x="179070" y="512445"/>
                  <a:pt x="179070" y="491490"/>
                </a:cubicBezTo>
                <a:close/>
                <a:moveTo>
                  <a:pt x="744220" y="490219"/>
                </a:moveTo>
                <a:cubicBezTo>
                  <a:pt x="788036" y="490219"/>
                  <a:pt x="832486" y="490219"/>
                  <a:pt x="876301" y="490219"/>
                </a:cubicBezTo>
                <a:cubicBezTo>
                  <a:pt x="876301" y="518159"/>
                  <a:pt x="876936" y="546099"/>
                  <a:pt x="876301" y="574039"/>
                </a:cubicBezTo>
                <a:cubicBezTo>
                  <a:pt x="868681" y="574039"/>
                  <a:pt x="861061" y="575309"/>
                  <a:pt x="853441" y="574039"/>
                </a:cubicBezTo>
                <a:cubicBezTo>
                  <a:pt x="849631" y="567055"/>
                  <a:pt x="852806" y="557530"/>
                  <a:pt x="852170" y="549274"/>
                </a:cubicBezTo>
                <a:cubicBezTo>
                  <a:pt x="816611" y="549274"/>
                  <a:pt x="781051" y="549274"/>
                  <a:pt x="745491" y="549274"/>
                </a:cubicBezTo>
                <a:cubicBezTo>
                  <a:pt x="745491" y="557530"/>
                  <a:pt x="745491" y="565784"/>
                  <a:pt x="745491" y="574674"/>
                </a:cubicBezTo>
                <a:cubicBezTo>
                  <a:pt x="736601" y="574674"/>
                  <a:pt x="728345" y="574674"/>
                  <a:pt x="720091" y="574674"/>
                </a:cubicBezTo>
                <a:cubicBezTo>
                  <a:pt x="720091" y="553084"/>
                  <a:pt x="718820" y="532130"/>
                  <a:pt x="719456" y="511174"/>
                </a:cubicBezTo>
                <a:cubicBezTo>
                  <a:pt x="718820" y="498474"/>
                  <a:pt x="732156" y="489584"/>
                  <a:pt x="744220" y="490219"/>
                </a:cubicBezTo>
                <a:close/>
                <a:moveTo>
                  <a:pt x="181610" y="0"/>
                </a:moveTo>
                <a:cubicBezTo>
                  <a:pt x="265430" y="29210"/>
                  <a:pt x="348615" y="59690"/>
                  <a:pt x="432435" y="88265"/>
                </a:cubicBezTo>
                <a:cubicBezTo>
                  <a:pt x="435610" y="89535"/>
                  <a:pt x="438150" y="89535"/>
                  <a:pt x="441325" y="88265"/>
                </a:cubicBezTo>
                <a:cubicBezTo>
                  <a:pt x="525145" y="59690"/>
                  <a:pt x="608330" y="29210"/>
                  <a:pt x="692150" y="0"/>
                </a:cubicBezTo>
                <a:cubicBezTo>
                  <a:pt x="662305" y="47625"/>
                  <a:pt x="632460" y="94615"/>
                  <a:pt x="601980" y="142240"/>
                </a:cubicBezTo>
                <a:cubicBezTo>
                  <a:pt x="588010" y="135890"/>
                  <a:pt x="573405" y="130810"/>
                  <a:pt x="559435" y="125095"/>
                </a:cubicBezTo>
                <a:cubicBezTo>
                  <a:pt x="567690" y="110490"/>
                  <a:pt x="576580" y="96520"/>
                  <a:pt x="584835" y="81915"/>
                </a:cubicBezTo>
                <a:cubicBezTo>
                  <a:pt x="558165" y="95885"/>
                  <a:pt x="530225" y="108585"/>
                  <a:pt x="503555" y="122555"/>
                </a:cubicBezTo>
                <a:cubicBezTo>
                  <a:pt x="522605" y="129540"/>
                  <a:pt x="541020" y="136525"/>
                  <a:pt x="559435" y="144145"/>
                </a:cubicBezTo>
                <a:cubicBezTo>
                  <a:pt x="570230" y="148590"/>
                  <a:pt x="581025" y="156845"/>
                  <a:pt x="581660" y="168910"/>
                </a:cubicBezTo>
                <a:cubicBezTo>
                  <a:pt x="583565" y="182245"/>
                  <a:pt x="574040" y="193675"/>
                  <a:pt x="567690" y="204470"/>
                </a:cubicBezTo>
                <a:cubicBezTo>
                  <a:pt x="527050" y="267970"/>
                  <a:pt x="487045" y="332105"/>
                  <a:pt x="446405" y="395605"/>
                </a:cubicBezTo>
                <a:cubicBezTo>
                  <a:pt x="446405" y="378460"/>
                  <a:pt x="444500" y="361950"/>
                  <a:pt x="447040" y="345440"/>
                </a:cubicBezTo>
                <a:cubicBezTo>
                  <a:pt x="462915" y="294005"/>
                  <a:pt x="478790" y="243205"/>
                  <a:pt x="493395" y="191770"/>
                </a:cubicBezTo>
                <a:cubicBezTo>
                  <a:pt x="496570" y="184150"/>
                  <a:pt x="487680" y="179705"/>
                  <a:pt x="481965" y="177165"/>
                </a:cubicBezTo>
                <a:cubicBezTo>
                  <a:pt x="466725" y="170180"/>
                  <a:pt x="452120" y="161290"/>
                  <a:pt x="436245" y="155575"/>
                </a:cubicBezTo>
                <a:cubicBezTo>
                  <a:pt x="420370" y="162560"/>
                  <a:pt x="405130" y="170815"/>
                  <a:pt x="389255" y="178435"/>
                </a:cubicBezTo>
                <a:cubicBezTo>
                  <a:pt x="384175" y="180340"/>
                  <a:pt x="377825" y="184785"/>
                  <a:pt x="380365" y="191135"/>
                </a:cubicBezTo>
                <a:cubicBezTo>
                  <a:pt x="394970" y="242570"/>
                  <a:pt x="410845" y="294005"/>
                  <a:pt x="426720" y="344805"/>
                </a:cubicBezTo>
                <a:cubicBezTo>
                  <a:pt x="428625" y="361315"/>
                  <a:pt x="426720" y="378460"/>
                  <a:pt x="426720" y="395605"/>
                </a:cubicBezTo>
                <a:cubicBezTo>
                  <a:pt x="386715" y="332740"/>
                  <a:pt x="346710" y="269240"/>
                  <a:pt x="306705" y="206375"/>
                </a:cubicBezTo>
                <a:cubicBezTo>
                  <a:pt x="299720" y="194945"/>
                  <a:pt x="289560" y="182880"/>
                  <a:pt x="291465" y="168275"/>
                </a:cubicBezTo>
                <a:cubicBezTo>
                  <a:pt x="292100" y="156210"/>
                  <a:pt x="303530" y="147955"/>
                  <a:pt x="313690" y="143510"/>
                </a:cubicBezTo>
                <a:cubicBezTo>
                  <a:pt x="332105" y="135890"/>
                  <a:pt x="351155" y="128905"/>
                  <a:pt x="369570" y="121920"/>
                </a:cubicBezTo>
                <a:cubicBezTo>
                  <a:pt x="342900" y="107950"/>
                  <a:pt x="315595" y="95250"/>
                  <a:pt x="288290" y="81280"/>
                </a:cubicBezTo>
                <a:cubicBezTo>
                  <a:pt x="296545" y="95885"/>
                  <a:pt x="305435" y="109855"/>
                  <a:pt x="313690" y="124460"/>
                </a:cubicBezTo>
                <a:cubicBezTo>
                  <a:pt x="299085" y="130175"/>
                  <a:pt x="285115" y="135255"/>
                  <a:pt x="270510" y="141605"/>
                </a:cubicBezTo>
                <a:cubicBezTo>
                  <a:pt x="241300" y="94615"/>
                  <a:pt x="211455" y="46990"/>
                  <a:pt x="181610"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23" name="SEAT">
            <a:extLst>
              <a:ext uri="{FF2B5EF4-FFF2-40B4-BE49-F238E27FC236}">
                <a16:creationId xmlns:a16="http://schemas.microsoft.com/office/drawing/2014/main" id="{86E008AA-2E1C-B743-B072-2CB9F37071FD}"/>
              </a:ext>
            </a:extLst>
          </p:cNvPr>
          <p:cNvSpPr/>
          <p:nvPr userDrawn="1"/>
        </p:nvSpPr>
        <p:spPr>
          <a:xfrm>
            <a:off x="7343775" y="1985010"/>
            <a:ext cx="679450" cy="513080"/>
          </a:xfrm>
          <a:custGeom>
            <a:avLst/>
            <a:gdLst>
              <a:gd name="connsiteX0" fmla="*/ 406401 w 679450"/>
              <a:gd name="connsiteY0" fmla="*/ 436244 h 513080"/>
              <a:gd name="connsiteX1" fmla="*/ 393066 w 679450"/>
              <a:gd name="connsiteY1" fmla="*/ 443864 h 513080"/>
              <a:gd name="connsiteX2" fmla="*/ 391161 w 679450"/>
              <a:gd name="connsiteY2" fmla="*/ 466089 h 513080"/>
              <a:gd name="connsiteX3" fmla="*/ 483871 w 679450"/>
              <a:gd name="connsiteY3" fmla="*/ 466089 h 513080"/>
              <a:gd name="connsiteX4" fmla="*/ 483871 w 679450"/>
              <a:gd name="connsiteY4" fmla="*/ 436244 h 513080"/>
              <a:gd name="connsiteX5" fmla="*/ 469266 w 679450"/>
              <a:gd name="connsiteY5" fmla="*/ 436244 h 513080"/>
              <a:gd name="connsiteX6" fmla="*/ 406401 w 679450"/>
              <a:gd name="connsiteY6" fmla="*/ 436244 h 513080"/>
              <a:gd name="connsiteX7" fmla="*/ 28575 w 679450"/>
              <a:gd name="connsiteY7" fmla="*/ 418465 h 513080"/>
              <a:gd name="connsiteX8" fmla="*/ 139065 w 679450"/>
              <a:gd name="connsiteY8" fmla="*/ 418465 h 513080"/>
              <a:gd name="connsiteX9" fmla="*/ 143510 w 679450"/>
              <a:gd name="connsiteY9" fmla="*/ 418465 h 513080"/>
              <a:gd name="connsiteX10" fmla="*/ 143510 w 679450"/>
              <a:gd name="connsiteY10" fmla="*/ 436880 h 513080"/>
              <a:gd name="connsiteX11" fmla="*/ 139065 w 679450"/>
              <a:gd name="connsiteY11" fmla="*/ 436880 h 513080"/>
              <a:gd name="connsiteX12" fmla="*/ 31750 w 679450"/>
              <a:gd name="connsiteY12" fmla="*/ 436880 h 513080"/>
              <a:gd name="connsiteX13" fmla="*/ 27940 w 679450"/>
              <a:gd name="connsiteY13" fmla="*/ 436880 h 513080"/>
              <a:gd name="connsiteX14" fmla="*/ 22225 w 679450"/>
              <a:gd name="connsiteY14" fmla="*/ 442595 h 513080"/>
              <a:gd name="connsiteX15" fmla="*/ 26670 w 679450"/>
              <a:gd name="connsiteY15" fmla="*/ 450215 h 513080"/>
              <a:gd name="connsiteX16" fmla="*/ 43180 w 679450"/>
              <a:gd name="connsiteY16" fmla="*/ 452120 h 513080"/>
              <a:gd name="connsiteX17" fmla="*/ 90805 w 679450"/>
              <a:gd name="connsiteY17" fmla="*/ 455930 h 513080"/>
              <a:gd name="connsiteX18" fmla="*/ 132715 w 679450"/>
              <a:gd name="connsiteY18" fmla="*/ 460375 h 513080"/>
              <a:gd name="connsiteX19" fmla="*/ 151130 w 679450"/>
              <a:gd name="connsiteY19" fmla="*/ 483235 h 513080"/>
              <a:gd name="connsiteX20" fmla="*/ 150495 w 679450"/>
              <a:gd name="connsiteY20" fmla="*/ 494030 h 513080"/>
              <a:gd name="connsiteX21" fmla="*/ 131445 w 679450"/>
              <a:gd name="connsiteY21" fmla="*/ 512445 h 513080"/>
              <a:gd name="connsiteX22" fmla="*/ 121285 w 679450"/>
              <a:gd name="connsiteY22" fmla="*/ 513080 h 513080"/>
              <a:gd name="connsiteX23" fmla="*/ 7620 w 679450"/>
              <a:gd name="connsiteY23" fmla="*/ 513080 h 513080"/>
              <a:gd name="connsiteX24" fmla="*/ 5080 w 679450"/>
              <a:gd name="connsiteY24" fmla="*/ 513080 h 513080"/>
              <a:gd name="connsiteX25" fmla="*/ 5080 w 679450"/>
              <a:gd name="connsiteY25" fmla="*/ 494665 h 513080"/>
              <a:gd name="connsiteX26" fmla="*/ 9525 w 679450"/>
              <a:gd name="connsiteY26" fmla="*/ 494665 h 513080"/>
              <a:gd name="connsiteX27" fmla="*/ 117475 w 679450"/>
              <a:gd name="connsiteY27" fmla="*/ 494665 h 513080"/>
              <a:gd name="connsiteX28" fmla="*/ 121285 w 679450"/>
              <a:gd name="connsiteY28" fmla="*/ 494665 h 513080"/>
              <a:gd name="connsiteX29" fmla="*/ 128270 w 679450"/>
              <a:gd name="connsiteY29" fmla="*/ 487680 h 513080"/>
              <a:gd name="connsiteX30" fmla="*/ 121920 w 679450"/>
              <a:gd name="connsiteY30" fmla="*/ 478790 h 513080"/>
              <a:gd name="connsiteX31" fmla="*/ 92710 w 679450"/>
              <a:gd name="connsiteY31" fmla="*/ 476250 h 513080"/>
              <a:gd name="connsiteX32" fmla="*/ 37465 w 679450"/>
              <a:gd name="connsiteY32" fmla="*/ 471805 h 513080"/>
              <a:gd name="connsiteX33" fmla="*/ 17780 w 679450"/>
              <a:gd name="connsiteY33" fmla="*/ 469265 h 513080"/>
              <a:gd name="connsiteX34" fmla="*/ 0 w 679450"/>
              <a:gd name="connsiteY34" fmla="*/ 448945 h 513080"/>
              <a:gd name="connsiteX35" fmla="*/ 635 w 679450"/>
              <a:gd name="connsiteY35" fmla="*/ 436245 h 513080"/>
              <a:gd name="connsiteX36" fmla="*/ 23495 w 679450"/>
              <a:gd name="connsiteY36" fmla="*/ 419100 h 513080"/>
              <a:gd name="connsiteX37" fmla="*/ 28575 w 679450"/>
              <a:gd name="connsiteY37" fmla="*/ 418465 h 513080"/>
              <a:gd name="connsiteX38" fmla="*/ 539750 w 679450"/>
              <a:gd name="connsiteY38" fmla="*/ 417194 h 513080"/>
              <a:gd name="connsiteX39" fmla="*/ 679450 w 679450"/>
              <a:gd name="connsiteY39" fmla="*/ 417194 h 513080"/>
              <a:gd name="connsiteX40" fmla="*/ 679450 w 679450"/>
              <a:gd name="connsiteY40" fmla="*/ 434974 h 513080"/>
              <a:gd name="connsiteX41" fmla="*/ 621665 w 679450"/>
              <a:gd name="connsiteY41" fmla="*/ 434974 h 513080"/>
              <a:gd name="connsiteX42" fmla="*/ 621665 w 679450"/>
              <a:gd name="connsiteY42" fmla="*/ 512444 h 513080"/>
              <a:gd name="connsiteX43" fmla="*/ 598170 w 679450"/>
              <a:gd name="connsiteY43" fmla="*/ 512444 h 513080"/>
              <a:gd name="connsiteX44" fmla="*/ 598170 w 679450"/>
              <a:gd name="connsiteY44" fmla="*/ 435609 h 513080"/>
              <a:gd name="connsiteX45" fmla="*/ 539750 w 679450"/>
              <a:gd name="connsiteY45" fmla="*/ 435609 h 513080"/>
              <a:gd name="connsiteX46" fmla="*/ 508001 w 679450"/>
              <a:gd name="connsiteY46" fmla="*/ 417194 h 513080"/>
              <a:gd name="connsiteX47" fmla="*/ 509271 w 679450"/>
              <a:gd name="connsiteY47" fmla="*/ 417829 h 513080"/>
              <a:gd name="connsiteX48" fmla="*/ 509271 w 679450"/>
              <a:gd name="connsiteY48" fmla="*/ 512444 h 513080"/>
              <a:gd name="connsiteX49" fmla="*/ 484506 w 679450"/>
              <a:gd name="connsiteY49" fmla="*/ 512444 h 513080"/>
              <a:gd name="connsiteX50" fmla="*/ 484506 w 679450"/>
              <a:gd name="connsiteY50" fmla="*/ 485139 h 513080"/>
              <a:gd name="connsiteX51" fmla="*/ 391161 w 679450"/>
              <a:gd name="connsiteY51" fmla="*/ 485139 h 513080"/>
              <a:gd name="connsiteX52" fmla="*/ 391161 w 679450"/>
              <a:gd name="connsiteY52" fmla="*/ 511809 h 513080"/>
              <a:gd name="connsiteX53" fmla="*/ 366396 w 679450"/>
              <a:gd name="connsiteY53" fmla="*/ 511809 h 513080"/>
              <a:gd name="connsiteX54" fmla="*/ 366396 w 679450"/>
              <a:gd name="connsiteY54" fmla="*/ 508634 h 513080"/>
              <a:gd name="connsiteX55" fmla="*/ 366396 w 679450"/>
              <a:gd name="connsiteY55" fmla="*/ 453389 h 513080"/>
              <a:gd name="connsiteX56" fmla="*/ 367031 w 679450"/>
              <a:gd name="connsiteY56" fmla="*/ 441959 h 513080"/>
              <a:gd name="connsiteX57" fmla="*/ 398146 w 679450"/>
              <a:gd name="connsiteY57" fmla="*/ 417829 h 513080"/>
              <a:gd name="connsiteX58" fmla="*/ 508001 w 679450"/>
              <a:gd name="connsiteY58" fmla="*/ 417194 h 513080"/>
              <a:gd name="connsiteX59" fmla="*/ 182245 w 679450"/>
              <a:gd name="connsiteY59" fmla="*/ 417194 h 513080"/>
              <a:gd name="connsiteX60" fmla="*/ 327660 w 679450"/>
              <a:gd name="connsiteY60" fmla="*/ 417194 h 513080"/>
              <a:gd name="connsiteX61" fmla="*/ 327660 w 679450"/>
              <a:gd name="connsiteY61" fmla="*/ 434974 h 513080"/>
              <a:gd name="connsiteX62" fmla="*/ 207645 w 679450"/>
              <a:gd name="connsiteY62" fmla="*/ 434974 h 513080"/>
              <a:gd name="connsiteX63" fmla="*/ 207645 w 679450"/>
              <a:gd name="connsiteY63" fmla="*/ 454024 h 513080"/>
              <a:gd name="connsiteX64" fmla="*/ 322580 w 679450"/>
              <a:gd name="connsiteY64" fmla="*/ 454024 h 513080"/>
              <a:gd name="connsiteX65" fmla="*/ 322580 w 679450"/>
              <a:gd name="connsiteY65" fmla="*/ 471804 h 513080"/>
              <a:gd name="connsiteX66" fmla="*/ 207010 w 679450"/>
              <a:gd name="connsiteY66" fmla="*/ 471804 h 513080"/>
              <a:gd name="connsiteX67" fmla="*/ 208915 w 679450"/>
              <a:gd name="connsiteY67" fmla="*/ 485774 h 513080"/>
              <a:gd name="connsiteX68" fmla="*/ 216535 w 679450"/>
              <a:gd name="connsiteY68" fmla="*/ 492124 h 513080"/>
              <a:gd name="connsiteX69" fmla="*/ 225425 w 679450"/>
              <a:gd name="connsiteY69" fmla="*/ 492759 h 513080"/>
              <a:gd name="connsiteX70" fmla="*/ 322580 w 679450"/>
              <a:gd name="connsiteY70" fmla="*/ 492759 h 513080"/>
              <a:gd name="connsiteX71" fmla="*/ 327025 w 679450"/>
              <a:gd name="connsiteY71" fmla="*/ 492759 h 513080"/>
              <a:gd name="connsiteX72" fmla="*/ 327025 w 679450"/>
              <a:gd name="connsiteY72" fmla="*/ 511174 h 513080"/>
              <a:gd name="connsiteX73" fmla="*/ 323850 w 679450"/>
              <a:gd name="connsiteY73" fmla="*/ 511174 h 513080"/>
              <a:gd name="connsiteX74" fmla="*/ 216535 w 679450"/>
              <a:gd name="connsiteY74" fmla="*/ 511174 h 513080"/>
              <a:gd name="connsiteX75" fmla="*/ 201295 w 679450"/>
              <a:gd name="connsiteY75" fmla="*/ 509269 h 513080"/>
              <a:gd name="connsiteX76" fmla="*/ 182245 w 679450"/>
              <a:gd name="connsiteY76" fmla="*/ 485139 h 513080"/>
              <a:gd name="connsiteX77" fmla="*/ 181610 w 679450"/>
              <a:gd name="connsiteY77" fmla="*/ 473709 h 513080"/>
              <a:gd name="connsiteX78" fmla="*/ 181610 w 679450"/>
              <a:gd name="connsiteY78" fmla="*/ 421004 h 513080"/>
              <a:gd name="connsiteX79" fmla="*/ 182245 w 679450"/>
              <a:gd name="connsiteY79" fmla="*/ 421004 h 513080"/>
              <a:gd name="connsiteX80" fmla="*/ 139700 w 679450"/>
              <a:gd name="connsiteY80" fmla="*/ 165735 h 513080"/>
              <a:gd name="connsiteX81" fmla="*/ 168910 w 679450"/>
              <a:gd name="connsiteY81" fmla="*/ 170815 h 513080"/>
              <a:gd name="connsiteX82" fmla="*/ 273685 w 679450"/>
              <a:gd name="connsiteY82" fmla="*/ 190500 h 513080"/>
              <a:gd name="connsiteX83" fmla="*/ 369570 w 679450"/>
              <a:gd name="connsiteY83" fmla="*/ 208915 h 513080"/>
              <a:gd name="connsiteX84" fmla="*/ 473710 w 679450"/>
              <a:gd name="connsiteY84" fmla="*/ 228600 h 513080"/>
              <a:gd name="connsiteX85" fmla="*/ 532765 w 679450"/>
              <a:gd name="connsiteY85" fmla="*/ 240030 h 513080"/>
              <a:gd name="connsiteX86" fmla="*/ 535305 w 679450"/>
              <a:gd name="connsiteY86" fmla="*/ 245110 h 513080"/>
              <a:gd name="connsiteX87" fmla="*/ 533400 w 679450"/>
              <a:gd name="connsiteY87" fmla="*/ 308610 h 513080"/>
              <a:gd name="connsiteX88" fmla="*/ 528955 w 679450"/>
              <a:gd name="connsiteY88" fmla="*/ 334645 h 513080"/>
              <a:gd name="connsiteX89" fmla="*/ 493395 w 679450"/>
              <a:gd name="connsiteY89" fmla="*/ 365125 h 513080"/>
              <a:gd name="connsiteX90" fmla="*/ 460375 w 679450"/>
              <a:gd name="connsiteY90" fmla="*/ 369570 h 513080"/>
              <a:gd name="connsiteX91" fmla="*/ 337820 w 679450"/>
              <a:gd name="connsiteY91" fmla="*/ 372745 h 513080"/>
              <a:gd name="connsiteX92" fmla="*/ 214630 w 679450"/>
              <a:gd name="connsiteY92" fmla="*/ 368935 h 513080"/>
              <a:gd name="connsiteX93" fmla="*/ 165735 w 679450"/>
              <a:gd name="connsiteY93" fmla="*/ 366395 h 513080"/>
              <a:gd name="connsiteX94" fmla="*/ 157480 w 679450"/>
              <a:gd name="connsiteY94" fmla="*/ 365125 h 513080"/>
              <a:gd name="connsiteX95" fmla="*/ 144780 w 679450"/>
              <a:gd name="connsiteY95" fmla="*/ 349885 h 513080"/>
              <a:gd name="connsiteX96" fmla="*/ 140970 w 679450"/>
              <a:gd name="connsiteY96" fmla="*/ 288925 h 513080"/>
              <a:gd name="connsiteX97" fmla="*/ 140335 w 679450"/>
              <a:gd name="connsiteY97" fmla="*/ 269875 h 513080"/>
              <a:gd name="connsiteX98" fmla="*/ 153035 w 679450"/>
              <a:gd name="connsiteY98" fmla="*/ 270510 h 513080"/>
              <a:gd name="connsiteX99" fmla="*/ 402590 w 679450"/>
              <a:gd name="connsiteY99" fmla="*/ 275590 h 513080"/>
              <a:gd name="connsiteX100" fmla="*/ 423545 w 679450"/>
              <a:gd name="connsiteY100" fmla="*/ 269875 h 513080"/>
              <a:gd name="connsiteX101" fmla="*/ 429260 w 679450"/>
              <a:gd name="connsiteY101" fmla="*/ 264795 h 513080"/>
              <a:gd name="connsiteX102" fmla="*/ 139700 w 679450"/>
              <a:gd name="connsiteY102" fmla="*/ 214630 h 513080"/>
              <a:gd name="connsiteX103" fmla="*/ 295276 w 679450"/>
              <a:gd name="connsiteY103" fmla="*/ 0 h 513080"/>
              <a:gd name="connsiteX104" fmla="*/ 370206 w 679450"/>
              <a:gd name="connsiteY104" fmla="*/ 0 h 513080"/>
              <a:gd name="connsiteX105" fmla="*/ 377191 w 679450"/>
              <a:gd name="connsiteY105" fmla="*/ 635 h 513080"/>
              <a:gd name="connsiteX106" fmla="*/ 473711 w 679450"/>
              <a:gd name="connsiteY106" fmla="*/ 4445 h 513080"/>
              <a:gd name="connsiteX107" fmla="*/ 513081 w 679450"/>
              <a:gd name="connsiteY107" fmla="*/ 6350 h 513080"/>
              <a:gd name="connsiteX108" fmla="*/ 532766 w 679450"/>
              <a:gd name="connsiteY108" fmla="*/ 26035 h 513080"/>
              <a:gd name="connsiteX109" fmla="*/ 535306 w 679450"/>
              <a:gd name="connsiteY109" fmla="*/ 76835 h 513080"/>
              <a:gd name="connsiteX110" fmla="*/ 536576 w 679450"/>
              <a:gd name="connsiteY110" fmla="*/ 94615 h 513080"/>
              <a:gd name="connsiteX111" fmla="*/ 523241 w 679450"/>
              <a:gd name="connsiteY111" fmla="*/ 94615 h 513080"/>
              <a:gd name="connsiteX112" fmla="*/ 455931 w 679450"/>
              <a:gd name="connsiteY112" fmla="*/ 91440 h 513080"/>
              <a:gd name="connsiteX113" fmla="*/ 310516 w 679450"/>
              <a:gd name="connsiteY113" fmla="*/ 89535 h 513080"/>
              <a:gd name="connsiteX114" fmla="*/ 267336 w 679450"/>
              <a:gd name="connsiteY114" fmla="*/ 90805 h 513080"/>
              <a:gd name="connsiteX115" fmla="*/ 247016 w 679450"/>
              <a:gd name="connsiteY115" fmla="*/ 99060 h 513080"/>
              <a:gd name="connsiteX116" fmla="*/ 536576 w 679450"/>
              <a:gd name="connsiteY116" fmla="*/ 153670 h 513080"/>
              <a:gd name="connsiteX117" fmla="*/ 536576 w 679450"/>
              <a:gd name="connsiteY117" fmla="*/ 195580 h 513080"/>
              <a:gd name="connsiteX118" fmla="*/ 142241 w 679450"/>
              <a:gd name="connsiteY118" fmla="*/ 127635 h 513080"/>
              <a:gd name="connsiteX119" fmla="*/ 142241 w 679450"/>
              <a:gd name="connsiteY119" fmla="*/ 124460 h 513080"/>
              <a:gd name="connsiteX120" fmla="*/ 144146 w 679450"/>
              <a:gd name="connsiteY120" fmla="*/ 56515 h 513080"/>
              <a:gd name="connsiteX121" fmla="*/ 147956 w 679450"/>
              <a:gd name="connsiteY121" fmla="*/ 36830 h 513080"/>
              <a:gd name="connsiteX122" fmla="*/ 182881 w 679450"/>
              <a:gd name="connsiteY122" fmla="*/ 6985 h 513080"/>
              <a:gd name="connsiteX123" fmla="*/ 227966 w 679450"/>
              <a:gd name="connsiteY123" fmla="*/ 2540 h 513080"/>
              <a:gd name="connsiteX124" fmla="*/ 292736 w 679450"/>
              <a:gd name="connsiteY124" fmla="*/ 635 h 513080"/>
              <a:gd name="connsiteX125" fmla="*/ 295276 w 679450"/>
              <a:gd name="connsiteY125" fmla="*/ 0 h 51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79450" h="513080">
                <a:moveTo>
                  <a:pt x="406401" y="436244"/>
                </a:moveTo>
                <a:cubicBezTo>
                  <a:pt x="400686" y="436244"/>
                  <a:pt x="395606" y="438149"/>
                  <a:pt x="393066" y="443864"/>
                </a:cubicBezTo>
                <a:cubicBezTo>
                  <a:pt x="390526" y="450849"/>
                  <a:pt x="391161" y="458469"/>
                  <a:pt x="391161" y="466089"/>
                </a:cubicBezTo>
                <a:lnTo>
                  <a:pt x="483871" y="466089"/>
                </a:lnTo>
                <a:lnTo>
                  <a:pt x="483871" y="436244"/>
                </a:lnTo>
                <a:lnTo>
                  <a:pt x="469266" y="436244"/>
                </a:lnTo>
                <a:cubicBezTo>
                  <a:pt x="447676" y="436244"/>
                  <a:pt x="427356" y="436244"/>
                  <a:pt x="406401" y="436244"/>
                </a:cubicBezTo>
                <a:close/>
                <a:moveTo>
                  <a:pt x="28575" y="418465"/>
                </a:moveTo>
                <a:lnTo>
                  <a:pt x="139065" y="418465"/>
                </a:lnTo>
                <a:lnTo>
                  <a:pt x="143510" y="418465"/>
                </a:lnTo>
                <a:lnTo>
                  <a:pt x="143510" y="436880"/>
                </a:lnTo>
                <a:lnTo>
                  <a:pt x="139065" y="436880"/>
                </a:lnTo>
                <a:lnTo>
                  <a:pt x="31750" y="436880"/>
                </a:lnTo>
                <a:cubicBezTo>
                  <a:pt x="30480" y="436880"/>
                  <a:pt x="29210" y="436880"/>
                  <a:pt x="27940" y="436880"/>
                </a:cubicBezTo>
                <a:cubicBezTo>
                  <a:pt x="24130" y="437515"/>
                  <a:pt x="22225" y="439420"/>
                  <a:pt x="22225" y="442595"/>
                </a:cubicBezTo>
                <a:cubicBezTo>
                  <a:pt x="21590" y="447040"/>
                  <a:pt x="22860" y="449580"/>
                  <a:pt x="26670" y="450215"/>
                </a:cubicBezTo>
                <a:cubicBezTo>
                  <a:pt x="32385" y="451485"/>
                  <a:pt x="38100" y="451485"/>
                  <a:pt x="43180" y="452120"/>
                </a:cubicBezTo>
                <a:cubicBezTo>
                  <a:pt x="59055" y="453390"/>
                  <a:pt x="74930" y="454660"/>
                  <a:pt x="90805" y="455930"/>
                </a:cubicBezTo>
                <a:cubicBezTo>
                  <a:pt x="105410" y="457200"/>
                  <a:pt x="118745" y="457835"/>
                  <a:pt x="132715" y="460375"/>
                </a:cubicBezTo>
                <a:cubicBezTo>
                  <a:pt x="145415" y="462280"/>
                  <a:pt x="150495" y="469265"/>
                  <a:pt x="151130" y="483235"/>
                </a:cubicBezTo>
                <a:cubicBezTo>
                  <a:pt x="151130" y="487045"/>
                  <a:pt x="151130" y="490220"/>
                  <a:pt x="150495" y="494030"/>
                </a:cubicBezTo>
                <a:cubicBezTo>
                  <a:pt x="148590" y="505460"/>
                  <a:pt x="141605" y="511175"/>
                  <a:pt x="131445" y="512445"/>
                </a:cubicBezTo>
                <a:cubicBezTo>
                  <a:pt x="128270" y="513080"/>
                  <a:pt x="124460" y="513080"/>
                  <a:pt x="121285" y="513080"/>
                </a:cubicBezTo>
                <a:cubicBezTo>
                  <a:pt x="83820" y="513080"/>
                  <a:pt x="45720" y="513080"/>
                  <a:pt x="7620" y="513080"/>
                </a:cubicBezTo>
                <a:lnTo>
                  <a:pt x="5080" y="513080"/>
                </a:lnTo>
                <a:lnTo>
                  <a:pt x="5080" y="494665"/>
                </a:lnTo>
                <a:lnTo>
                  <a:pt x="9525" y="494665"/>
                </a:lnTo>
                <a:lnTo>
                  <a:pt x="117475" y="494665"/>
                </a:lnTo>
                <a:cubicBezTo>
                  <a:pt x="118745" y="494665"/>
                  <a:pt x="120015" y="494665"/>
                  <a:pt x="121285" y="494665"/>
                </a:cubicBezTo>
                <a:cubicBezTo>
                  <a:pt x="126365" y="494030"/>
                  <a:pt x="128270" y="492125"/>
                  <a:pt x="128270" y="487680"/>
                </a:cubicBezTo>
                <a:cubicBezTo>
                  <a:pt x="128905" y="481965"/>
                  <a:pt x="127000" y="479425"/>
                  <a:pt x="121920" y="478790"/>
                </a:cubicBezTo>
                <a:cubicBezTo>
                  <a:pt x="112395" y="477520"/>
                  <a:pt x="102235" y="476885"/>
                  <a:pt x="92710" y="476250"/>
                </a:cubicBezTo>
                <a:cubicBezTo>
                  <a:pt x="74295" y="474980"/>
                  <a:pt x="55880" y="473075"/>
                  <a:pt x="37465" y="471805"/>
                </a:cubicBezTo>
                <a:cubicBezTo>
                  <a:pt x="31115" y="471170"/>
                  <a:pt x="24130" y="470535"/>
                  <a:pt x="17780" y="469265"/>
                </a:cubicBezTo>
                <a:cubicBezTo>
                  <a:pt x="5715" y="466725"/>
                  <a:pt x="635" y="461010"/>
                  <a:pt x="0" y="448945"/>
                </a:cubicBezTo>
                <a:cubicBezTo>
                  <a:pt x="0" y="445135"/>
                  <a:pt x="0" y="440055"/>
                  <a:pt x="635" y="436245"/>
                </a:cubicBezTo>
                <a:cubicBezTo>
                  <a:pt x="2540" y="425450"/>
                  <a:pt x="10160" y="419735"/>
                  <a:pt x="23495" y="419100"/>
                </a:cubicBezTo>
                <a:cubicBezTo>
                  <a:pt x="25400" y="418465"/>
                  <a:pt x="27305" y="418465"/>
                  <a:pt x="28575" y="418465"/>
                </a:cubicBezTo>
                <a:close/>
                <a:moveTo>
                  <a:pt x="539750" y="417194"/>
                </a:moveTo>
                <a:lnTo>
                  <a:pt x="679450" y="417194"/>
                </a:lnTo>
                <a:lnTo>
                  <a:pt x="679450" y="434974"/>
                </a:lnTo>
                <a:lnTo>
                  <a:pt x="621665" y="434974"/>
                </a:lnTo>
                <a:lnTo>
                  <a:pt x="621665" y="512444"/>
                </a:lnTo>
                <a:lnTo>
                  <a:pt x="598170" y="512444"/>
                </a:lnTo>
                <a:lnTo>
                  <a:pt x="598170" y="435609"/>
                </a:lnTo>
                <a:lnTo>
                  <a:pt x="539750" y="435609"/>
                </a:lnTo>
                <a:close/>
                <a:moveTo>
                  <a:pt x="508001" y="417194"/>
                </a:moveTo>
                <a:lnTo>
                  <a:pt x="509271" y="417829"/>
                </a:lnTo>
                <a:lnTo>
                  <a:pt x="509271" y="512444"/>
                </a:lnTo>
                <a:lnTo>
                  <a:pt x="484506" y="512444"/>
                </a:lnTo>
                <a:lnTo>
                  <a:pt x="484506" y="485139"/>
                </a:lnTo>
                <a:lnTo>
                  <a:pt x="391161" y="485139"/>
                </a:lnTo>
                <a:lnTo>
                  <a:pt x="391161" y="511809"/>
                </a:lnTo>
                <a:lnTo>
                  <a:pt x="366396" y="511809"/>
                </a:lnTo>
                <a:lnTo>
                  <a:pt x="366396" y="508634"/>
                </a:lnTo>
                <a:cubicBezTo>
                  <a:pt x="366396" y="490219"/>
                  <a:pt x="366396" y="471804"/>
                  <a:pt x="366396" y="453389"/>
                </a:cubicBezTo>
                <a:cubicBezTo>
                  <a:pt x="366396" y="449579"/>
                  <a:pt x="366396" y="445769"/>
                  <a:pt x="367031" y="441959"/>
                </a:cubicBezTo>
                <a:cubicBezTo>
                  <a:pt x="370206" y="427354"/>
                  <a:pt x="381001" y="417829"/>
                  <a:pt x="398146" y="417829"/>
                </a:cubicBezTo>
                <a:cubicBezTo>
                  <a:pt x="434341" y="417194"/>
                  <a:pt x="471171" y="417194"/>
                  <a:pt x="508001" y="417194"/>
                </a:cubicBezTo>
                <a:close/>
                <a:moveTo>
                  <a:pt x="182245" y="417194"/>
                </a:moveTo>
                <a:lnTo>
                  <a:pt x="327660" y="417194"/>
                </a:lnTo>
                <a:lnTo>
                  <a:pt x="327660" y="434974"/>
                </a:lnTo>
                <a:lnTo>
                  <a:pt x="207645" y="434974"/>
                </a:lnTo>
                <a:lnTo>
                  <a:pt x="207645" y="454024"/>
                </a:lnTo>
                <a:lnTo>
                  <a:pt x="322580" y="454024"/>
                </a:lnTo>
                <a:lnTo>
                  <a:pt x="322580" y="471804"/>
                </a:lnTo>
                <a:lnTo>
                  <a:pt x="207010" y="471804"/>
                </a:lnTo>
                <a:cubicBezTo>
                  <a:pt x="207645" y="476884"/>
                  <a:pt x="207645" y="481329"/>
                  <a:pt x="208915" y="485774"/>
                </a:cubicBezTo>
                <a:cubicBezTo>
                  <a:pt x="209550" y="489584"/>
                  <a:pt x="212725" y="491489"/>
                  <a:pt x="216535" y="492124"/>
                </a:cubicBezTo>
                <a:cubicBezTo>
                  <a:pt x="219710" y="492759"/>
                  <a:pt x="222250" y="492759"/>
                  <a:pt x="225425" y="492759"/>
                </a:cubicBezTo>
                <a:cubicBezTo>
                  <a:pt x="257810" y="492759"/>
                  <a:pt x="290195" y="492759"/>
                  <a:pt x="322580" y="492759"/>
                </a:cubicBezTo>
                <a:lnTo>
                  <a:pt x="327025" y="492759"/>
                </a:lnTo>
                <a:lnTo>
                  <a:pt x="327025" y="511174"/>
                </a:lnTo>
                <a:cubicBezTo>
                  <a:pt x="325755" y="511174"/>
                  <a:pt x="325120" y="511174"/>
                  <a:pt x="323850" y="511174"/>
                </a:cubicBezTo>
                <a:cubicBezTo>
                  <a:pt x="288290" y="511174"/>
                  <a:pt x="252095" y="511809"/>
                  <a:pt x="216535" y="511174"/>
                </a:cubicBezTo>
                <a:cubicBezTo>
                  <a:pt x="210820" y="511174"/>
                  <a:pt x="205740" y="510539"/>
                  <a:pt x="201295" y="509269"/>
                </a:cubicBezTo>
                <a:cubicBezTo>
                  <a:pt x="189230" y="505459"/>
                  <a:pt x="183515" y="497204"/>
                  <a:pt x="182245" y="485139"/>
                </a:cubicBezTo>
                <a:cubicBezTo>
                  <a:pt x="181610" y="481329"/>
                  <a:pt x="181610" y="477519"/>
                  <a:pt x="181610" y="473709"/>
                </a:cubicBezTo>
                <a:cubicBezTo>
                  <a:pt x="181610" y="456564"/>
                  <a:pt x="181610" y="438784"/>
                  <a:pt x="181610" y="421004"/>
                </a:cubicBezTo>
                <a:lnTo>
                  <a:pt x="182245" y="421004"/>
                </a:lnTo>
                <a:close/>
                <a:moveTo>
                  <a:pt x="139700" y="165735"/>
                </a:moveTo>
                <a:cubicBezTo>
                  <a:pt x="149860" y="167640"/>
                  <a:pt x="159385" y="169545"/>
                  <a:pt x="168910" y="170815"/>
                </a:cubicBezTo>
                <a:cubicBezTo>
                  <a:pt x="203835" y="177165"/>
                  <a:pt x="238760" y="184150"/>
                  <a:pt x="273685" y="190500"/>
                </a:cubicBezTo>
                <a:cubicBezTo>
                  <a:pt x="305435" y="196215"/>
                  <a:pt x="337820" y="203200"/>
                  <a:pt x="369570" y="208915"/>
                </a:cubicBezTo>
                <a:cubicBezTo>
                  <a:pt x="403860" y="215265"/>
                  <a:pt x="439420" y="222250"/>
                  <a:pt x="473710" y="228600"/>
                </a:cubicBezTo>
                <a:cubicBezTo>
                  <a:pt x="494030" y="232410"/>
                  <a:pt x="513080" y="236220"/>
                  <a:pt x="532765" y="240030"/>
                </a:cubicBezTo>
                <a:cubicBezTo>
                  <a:pt x="535940" y="240030"/>
                  <a:pt x="536575" y="241300"/>
                  <a:pt x="535305" y="245110"/>
                </a:cubicBezTo>
                <a:cubicBezTo>
                  <a:pt x="534670" y="266065"/>
                  <a:pt x="534670" y="287655"/>
                  <a:pt x="533400" y="308610"/>
                </a:cubicBezTo>
                <a:cubicBezTo>
                  <a:pt x="532765" y="317500"/>
                  <a:pt x="531495" y="326390"/>
                  <a:pt x="528955" y="334645"/>
                </a:cubicBezTo>
                <a:cubicBezTo>
                  <a:pt x="523875" y="352425"/>
                  <a:pt x="511175" y="361950"/>
                  <a:pt x="493395" y="365125"/>
                </a:cubicBezTo>
                <a:cubicBezTo>
                  <a:pt x="483235" y="367665"/>
                  <a:pt x="471170" y="368935"/>
                  <a:pt x="460375" y="369570"/>
                </a:cubicBezTo>
                <a:cubicBezTo>
                  <a:pt x="419735" y="370840"/>
                  <a:pt x="378460" y="372745"/>
                  <a:pt x="337820" y="372745"/>
                </a:cubicBezTo>
                <a:cubicBezTo>
                  <a:pt x="297180" y="372745"/>
                  <a:pt x="255270" y="370205"/>
                  <a:pt x="214630" y="368935"/>
                </a:cubicBezTo>
                <a:cubicBezTo>
                  <a:pt x="198120" y="368300"/>
                  <a:pt x="182245" y="367030"/>
                  <a:pt x="165735" y="366395"/>
                </a:cubicBezTo>
                <a:cubicBezTo>
                  <a:pt x="163195" y="365760"/>
                  <a:pt x="160020" y="365760"/>
                  <a:pt x="157480" y="365125"/>
                </a:cubicBezTo>
                <a:cubicBezTo>
                  <a:pt x="148590" y="362585"/>
                  <a:pt x="145415" y="358140"/>
                  <a:pt x="144780" y="349885"/>
                </a:cubicBezTo>
                <a:cubicBezTo>
                  <a:pt x="143510" y="329565"/>
                  <a:pt x="142240" y="309245"/>
                  <a:pt x="140970" y="288925"/>
                </a:cubicBezTo>
                <a:cubicBezTo>
                  <a:pt x="140335" y="282575"/>
                  <a:pt x="140335" y="276225"/>
                  <a:pt x="140335" y="269875"/>
                </a:cubicBezTo>
                <a:cubicBezTo>
                  <a:pt x="144780" y="269875"/>
                  <a:pt x="149225" y="269875"/>
                  <a:pt x="153035" y="270510"/>
                </a:cubicBezTo>
                <a:cubicBezTo>
                  <a:pt x="236220" y="274955"/>
                  <a:pt x="319405" y="275590"/>
                  <a:pt x="402590" y="275590"/>
                </a:cubicBezTo>
                <a:cubicBezTo>
                  <a:pt x="410210" y="275590"/>
                  <a:pt x="417830" y="274320"/>
                  <a:pt x="423545" y="269875"/>
                </a:cubicBezTo>
                <a:cubicBezTo>
                  <a:pt x="425450" y="268605"/>
                  <a:pt x="426720" y="266700"/>
                  <a:pt x="429260" y="264795"/>
                </a:cubicBezTo>
                <a:cubicBezTo>
                  <a:pt x="332740" y="247650"/>
                  <a:pt x="236220" y="231140"/>
                  <a:pt x="139700" y="214630"/>
                </a:cubicBezTo>
                <a:close/>
                <a:moveTo>
                  <a:pt x="295276" y="0"/>
                </a:moveTo>
                <a:lnTo>
                  <a:pt x="370206" y="0"/>
                </a:lnTo>
                <a:cubicBezTo>
                  <a:pt x="372746" y="0"/>
                  <a:pt x="374651" y="635"/>
                  <a:pt x="377191" y="635"/>
                </a:cubicBezTo>
                <a:cubicBezTo>
                  <a:pt x="408941" y="1905"/>
                  <a:pt x="441326" y="2540"/>
                  <a:pt x="473711" y="4445"/>
                </a:cubicBezTo>
                <a:cubicBezTo>
                  <a:pt x="486411" y="5080"/>
                  <a:pt x="499746" y="5080"/>
                  <a:pt x="513081" y="6350"/>
                </a:cubicBezTo>
                <a:cubicBezTo>
                  <a:pt x="527051" y="7620"/>
                  <a:pt x="531496" y="12065"/>
                  <a:pt x="532766" y="26035"/>
                </a:cubicBezTo>
                <a:cubicBezTo>
                  <a:pt x="534036" y="43180"/>
                  <a:pt x="534671" y="59690"/>
                  <a:pt x="535306" y="76835"/>
                </a:cubicBezTo>
                <a:cubicBezTo>
                  <a:pt x="535941" y="83185"/>
                  <a:pt x="535941" y="88900"/>
                  <a:pt x="536576" y="94615"/>
                </a:cubicBezTo>
                <a:cubicBezTo>
                  <a:pt x="532131" y="94615"/>
                  <a:pt x="527686" y="94615"/>
                  <a:pt x="523241" y="94615"/>
                </a:cubicBezTo>
                <a:cubicBezTo>
                  <a:pt x="500381" y="93345"/>
                  <a:pt x="478791" y="92075"/>
                  <a:pt x="455931" y="91440"/>
                </a:cubicBezTo>
                <a:cubicBezTo>
                  <a:pt x="407671" y="90170"/>
                  <a:pt x="358776" y="90170"/>
                  <a:pt x="310516" y="89535"/>
                </a:cubicBezTo>
                <a:cubicBezTo>
                  <a:pt x="296546" y="89535"/>
                  <a:pt x="281306" y="90170"/>
                  <a:pt x="267336" y="90805"/>
                </a:cubicBezTo>
                <a:cubicBezTo>
                  <a:pt x="259716" y="90805"/>
                  <a:pt x="252731" y="93345"/>
                  <a:pt x="247016" y="99060"/>
                </a:cubicBezTo>
                <a:cubicBezTo>
                  <a:pt x="344171" y="117475"/>
                  <a:pt x="440056" y="135255"/>
                  <a:pt x="536576" y="153670"/>
                </a:cubicBezTo>
                <a:lnTo>
                  <a:pt x="536576" y="195580"/>
                </a:lnTo>
                <a:cubicBezTo>
                  <a:pt x="405131" y="172720"/>
                  <a:pt x="274321" y="150495"/>
                  <a:pt x="142241" y="127635"/>
                </a:cubicBezTo>
                <a:cubicBezTo>
                  <a:pt x="142241" y="126365"/>
                  <a:pt x="142241" y="125730"/>
                  <a:pt x="142241" y="124460"/>
                </a:cubicBezTo>
                <a:cubicBezTo>
                  <a:pt x="142876" y="101600"/>
                  <a:pt x="143511" y="79375"/>
                  <a:pt x="144146" y="56515"/>
                </a:cubicBezTo>
                <a:cubicBezTo>
                  <a:pt x="144781" y="49530"/>
                  <a:pt x="146051" y="43180"/>
                  <a:pt x="147956" y="36830"/>
                </a:cubicBezTo>
                <a:cubicBezTo>
                  <a:pt x="153036" y="19050"/>
                  <a:pt x="167006" y="10795"/>
                  <a:pt x="182881" y="6985"/>
                </a:cubicBezTo>
                <a:cubicBezTo>
                  <a:pt x="197486" y="3810"/>
                  <a:pt x="213361" y="3810"/>
                  <a:pt x="227966" y="2540"/>
                </a:cubicBezTo>
                <a:cubicBezTo>
                  <a:pt x="249556" y="1905"/>
                  <a:pt x="271146" y="1270"/>
                  <a:pt x="292736" y="635"/>
                </a:cubicBezTo>
                <a:cubicBezTo>
                  <a:pt x="293371" y="635"/>
                  <a:pt x="294641" y="0"/>
                  <a:pt x="295276"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24" name="SKODA">
            <a:extLst>
              <a:ext uri="{FF2B5EF4-FFF2-40B4-BE49-F238E27FC236}">
                <a16:creationId xmlns:a16="http://schemas.microsoft.com/office/drawing/2014/main" id="{DC21B3B6-2748-877E-97CD-B1A71477DD54}"/>
              </a:ext>
            </a:extLst>
          </p:cNvPr>
          <p:cNvSpPr/>
          <p:nvPr userDrawn="1"/>
        </p:nvSpPr>
        <p:spPr>
          <a:xfrm>
            <a:off x="5645150" y="1931035"/>
            <a:ext cx="901700" cy="622082"/>
          </a:xfrm>
          <a:custGeom>
            <a:avLst/>
            <a:gdLst>
              <a:gd name="connsiteX0" fmla="*/ 581026 w 901700"/>
              <a:gd name="connsiteY0" fmla="*/ 523240 h 622082"/>
              <a:gd name="connsiteX1" fmla="*/ 581026 w 901700"/>
              <a:gd name="connsiteY1" fmla="*/ 592455 h 622082"/>
              <a:gd name="connsiteX2" fmla="*/ 583566 w 901700"/>
              <a:gd name="connsiteY2" fmla="*/ 593090 h 622082"/>
              <a:gd name="connsiteX3" fmla="*/ 660401 w 901700"/>
              <a:gd name="connsiteY3" fmla="*/ 593090 h 622082"/>
              <a:gd name="connsiteX4" fmla="*/ 675006 w 901700"/>
              <a:gd name="connsiteY4" fmla="*/ 578485 h 622082"/>
              <a:gd name="connsiteX5" fmla="*/ 675006 w 901700"/>
              <a:gd name="connsiteY5" fmla="*/ 537210 h 622082"/>
              <a:gd name="connsiteX6" fmla="*/ 660401 w 901700"/>
              <a:gd name="connsiteY6" fmla="*/ 523240 h 622082"/>
              <a:gd name="connsiteX7" fmla="*/ 582931 w 901700"/>
              <a:gd name="connsiteY7" fmla="*/ 523240 h 622082"/>
              <a:gd name="connsiteX8" fmla="*/ 581026 w 901700"/>
              <a:gd name="connsiteY8" fmla="*/ 523240 h 622082"/>
              <a:gd name="connsiteX9" fmla="*/ 400050 w 901700"/>
              <a:gd name="connsiteY9" fmla="*/ 521970 h 622082"/>
              <a:gd name="connsiteX10" fmla="*/ 387350 w 901700"/>
              <a:gd name="connsiteY10" fmla="*/ 530860 h 622082"/>
              <a:gd name="connsiteX11" fmla="*/ 386080 w 901700"/>
              <a:gd name="connsiteY11" fmla="*/ 537845 h 622082"/>
              <a:gd name="connsiteX12" fmla="*/ 386080 w 901700"/>
              <a:gd name="connsiteY12" fmla="*/ 575945 h 622082"/>
              <a:gd name="connsiteX13" fmla="*/ 386715 w 901700"/>
              <a:gd name="connsiteY13" fmla="*/ 581660 h 622082"/>
              <a:gd name="connsiteX14" fmla="*/ 400685 w 901700"/>
              <a:gd name="connsiteY14" fmla="*/ 592455 h 622082"/>
              <a:gd name="connsiteX15" fmla="*/ 436245 w 901700"/>
              <a:gd name="connsiteY15" fmla="*/ 592455 h 622082"/>
              <a:gd name="connsiteX16" fmla="*/ 455295 w 901700"/>
              <a:gd name="connsiteY16" fmla="*/ 592455 h 622082"/>
              <a:gd name="connsiteX17" fmla="*/ 471805 w 901700"/>
              <a:gd name="connsiteY17" fmla="*/ 592455 h 622082"/>
              <a:gd name="connsiteX18" fmla="*/ 485775 w 901700"/>
              <a:gd name="connsiteY18" fmla="*/ 578485 h 622082"/>
              <a:gd name="connsiteX19" fmla="*/ 485775 w 901700"/>
              <a:gd name="connsiteY19" fmla="*/ 535940 h 622082"/>
              <a:gd name="connsiteX20" fmla="*/ 477520 w 901700"/>
              <a:gd name="connsiteY20" fmla="*/ 523240 h 622082"/>
              <a:gd name="connsiteX21" fmla="*/ 470535 w 901700"/>
              <a:gd name="connsiteY21" fmla="*/ 521970 h 622082"/>
              <a:gd name="connsiteX22" fmla="*/ 401320 w 901700"/>
              <a:gd name="connsiteY22" fmla="*/ 521970 h 622082"/>
              <a:gd name="connsiteX23" fmla="*/ 400050 w 901700"/>
              <a:gd name="connsiteY23" fmla="*/ 521970 h 622082"/>
              <a:gd name="connsiteX24" fmla="*/ 808990 w 901700"/>
              <a:gd name="connsiteY24" fmla="*/ 517525 h 622082"/>
              <a:gd name="connsiteX25" fmla="*/ 779145 w 901700"/>
              <a:gd name="connsiteY25" fmla="*/ 571500 h 622082"/>
              <a:gd name="connsiteX26" fmla="*/ 838835 w 901700"/>
              <a:gd name="connsiteY26" fmla="*/ 571500 h 622082"/>
              <a:gd name="connsiteX27" fmla="*/ 808990 w 901700"/>
              <a:gd name="connsiteY27" fmla="*/ 517525 h 622082"/>
              <a:gd name="connsiteX28" fmla="*/ 31750 w 901700"/>
              <a:gd name="connsiteY28" fmla="*/ 495299 h 622082"/>
              <a:gd name="connsiteX29" fmla="*/ 32385 w 901700"/>
              <a:gd name="connsiteY29" fmla="*/ 495934 h 622082"/>
              <a:gd name="connsiteX30" fmla="*/ 32385 w 901700"/>
              <a:gd name="connsiteY30" fmla="*/ 498474 h 622082"/>
              <a:gd name="connsiteX31" fmla="*/ 32385 w 901700"/>
              <a:gd name="connsiteY31" fmla="*/ 534669 h 622082"/>
              <a:gd name="connsiteX32" fmla="*/ 32385 w 901700"/>
              <a:gd name="connsiteY32" fmla="*/ 537209 h 622082"/>
              <a:gd name="connsiteX33" fmla="*/ 38735 w 901700"/>
              <a:gd name="connsiteY33" fmla="*/ 543559 h 622082"/>
              <a:gd name="connsiteX34" fmla="*/ 41275 w 901700"/>
              <a:gd name="connsiteY34" fmla="*/ 543559 h 622082"/>
              <a:gd name="connsiteX35" fmla="*/ 123825 w 901700"/>
              <a:gd name="connsiteY35" fmla="*/ 543559 h 622082"/>
              <a:gd name="connsiteX36" fmla="*/ 132715 w 901700"/>
              <a:gd name="connsiteY36" fmla="*/ 544829 h 622082"/>
              <a:gd name="connsiteX37" fmla="*/ 151130 w 901700"/>
              <a:gd name="connsiteY37" fmla="*/ 568959 h 622082"/>
              <a:gd name="connsiteX38" fmla="*/ 151130 w 901700"/>
              <a:gd name="connsiteY38" fmla="*/ 594994 h 622082"/>
              <a:gd name="connsiteX39" fmla="*/ 128905 w 901700"/>
              <a:gd name="connsiteY39" fmla="*/ 621664 h 622082"/>
              <a:gd name="connsiteX40" fmla="*/ 123825 w 901700"/>
              <a:gd name="connsiteY40" fmla="*/ 621664 h 622082"/>
              <a:gd name="connsiteX41" fmla="*/ 2540 w 901700"/>
              <a:gd name="connsiteY41" fmla="*/ 621664 h 622082"/>
              <a:gd name="connsiteX42" fmla="*/ 0 w 901700"/>
              <a:gd name="connsiteY42" fmla="*/ 621664 h 622082"/>
              <a:gd name="connsiteX43" fmla="*/ 15875 w 901700"/>
              <a:gd name="connsiteY43" fmla="*/ 594994 h 622082"/>
              <a:gd name="connsiteX44" fmla="*/ 19685 w 901700"/>
              <a:gd name="connsiteY44" fmla="*/ 594994 h 622082"/>
              <a:gd name="connsiteX45" fmla="*/ 112395 w 901700"/>
              <a:gd name="connsiteY45" fmla="*/ 594994 h 622082"/>
              <a:gd name="connsiteX46" fmla="*/ 114935 w 901700"/>
              <a:gd name="connsiteY46" fmla="*/ 594994 h 622082"/>
              <a:gd name="connsiteX47" fmla="*/ 121285 w 901700"/>
              <a:gd name="connsiteY47" fmla="*/ 588644 h 622082"/>
              <a:gd name="connsiteX48" fmla="*/ 121285 w 901700"/>
              <a:gd name="connsiteY48" fmla="*/ 575944 h 622082"/>
              <a:gd name="connsiteX49" fmla="*/ 121285 w 901700"/>
              <a:gd name="connsiteY49" fmla="*/ 570864 h 622082"/>
              <a:gd name="connsiteX50" fmla="*/ 117475 w 901700"/>
              <a:gd name="connsiteY50" fmla="*/ 570864 h 622082"/>
              <a:gd name="connsiteX51" fmla="*/ 31115 w 901700"/>
              <a:gd name="connsiteY51" fmla="*/ 570864 h 622082"/>
              <a:gd name="connsiteX52" fmla="*/ 17780 w 901700"/>
              <a:gd name="connsiteY52" fmla="*/ 568324 h 622082"/>
              <a:gd name="connsiteX53" fmla="*/ 3175 w 901700"/>
              <a:gd name="connsiteY53" fmla="*/ 545464 h 622082"/>
              <a:gd name="connsiteX54" fmla="*/ 3175 w 901700"/>
              <a:gd name="connsiteY54" fmla="*/ 521969 h 622082"/>
              <a:gd name="connsiteX55" fmla="*/ 31750 w 901700"/>
              <a:gd name="connsiteY55" fmla="*/ 495299 h 622082"/>
              <a:gd name="connsiteX56" fmla="*/ 94933 w 901700"/>
              <a:gd name="connsiteY56" fmla="*/ 494823 h 622082"/>
              <a:gd name="connsiteX57" fmla="*/ 146685 w 901700"/>
              <a:gd name="connsiteY57" fmla="*/ 495299 h 622082"/>
              <a:gd name="connsiteX58" fmla="*/ 130810 w 901700"/>
              <a:gd name="connsiteY58" fmla="*/ 519429 h 622082"/>
              <a:gd name="connsiteX59" fmla="*/ 60325 w 901700"/>
              <a:gd name="connsiteY59" fmla="*/ 519429 h 622082"/>
              <a:gd name="connsiteX60" fmla="*/ 45085 w 901700"/>
              <a:gd name="connsiteY60" fmla="*/ 495299 h 622082"/>
              <a:gd name="connsiteX61" fmla="*/ 94933 w 901700"/>
              <a:gd name="connsiteY61" fmla="*/ 494823 h 622082"/>
              <a:gd name="connsiteX62" fmla="*/ 791845 w 901700"/>
              <a:gd name="connsiteY62" fmla="*/ 494665 h 622082"/>
              <a:gd name="connsiteX63" fmla="*/ 828040 w 901700"/>
              <a:gd name="connsiteY63" fmla="*/ 494665 h 622082"/>
              <a:gd name="connsiteX64" fmla="*/ 831850 w 901700"/>
              <a:gd name="connsiteY64" fmla="*/ 497205 h 622082"/>
              <a:gd name="connsiteX65" fmla="*/ 899160 w 901700"/>
              <a:gd name="connsiteY65" fmla="*/ 617855 h 622082"/>
              <a:gd name="connsiteX66" fmla="*/ 901700 w 901700"/>
              <a:gd name="connsiteY66" fmla="*/ 620395 h 622082"/>
              <a:gd name="connsiteX67" fmla="*/ 868045 w 901700"/>
              <a:gd name="connsiteY67" fmla="*/ 620395 h 622082"/>
              <a:gd name="connsiteX68" fmla="*/ 865506 w 901700"/>
              <a:gd name="connsiteY68" fmla="*/ 616585 h 622082"/>
              <a:gd name="connsiteX69" fmla="*/ 856615 w 901700"/>
              <a:gd name="connsiteY69" fmla="*/ 601345 h 622082"/>
              <a:gd name="connsiteX70" fmla="*/ 850900 w 901700"/>
              <a:gd name="connsiteY70" fmla="*/ 597535 h 622082"/>
              <a:gd name="connsiteX71" fmla="*/ 798831 w 901700"/>
              <a:gd name="connsiteY71" fmla="*/ 598170 h 622082"/>
              <a:gd name="connsiteX72" fmla="*/ 796925 w 901700"/>
              <a:gd name="connsiteY72" fmla="*/ 598170 h 622082"/>
              <a:gd name="connsiteX73" fmla="*/ 793750 w 901700"/>
              <a:gd name="connsiteY73" fmla="*/ 596265 h 622082"/>
              <a:gd name="connsiteX74" fmla="*/ 781050 w 901700"/>
              <a:gd name="connsiteY74" fmla="*/ 575945 h 622082"/>
              <a:gd name="connsiteX75" fmla="*/ 779145 w 901700"/>
              <a:gd name="connsiteY75" fmla="*/ 573405 h 622082"/>
              <a:gd name="connsiteX76" fmla="*/ 777240 w 901700"/>
              <a:gd name="connsiteY76" fmla="*/ 575945 h 622082"/>
              <a:gd name="connsiteX77" fmla="*/ 753745 w 901700"/>
              <a:gd name="connsiteY77" fmla="*/ 617855 h 622082"/>
              <a:gd name="connsiteX78" fmla="*/ 749300 w 901700"/>
              <a:gd name="connsiteY78" fmla="*/ 620395 h 622082"/>
              <a:gd name="connsiteX79" fmla="*/ 721995 w 901700"/>
              <a:gd name="connsiteY79" fmla="*/ 620395 h 622082"/>
              <a:gd name="connsiteX80" fmla="*/ 718820 w 901700"/>
              <a:gd name="connsiteY80" fmla="*/ 620395 h 622082"/>
              <a:gd name="connsiteX81" fmla="*/ 720090 w 901700"/>
              <a:gd name="connsiteY81" fmla="*/ 617855 h 622082"/>
              <a:gd name="connsiteX82" fmla="*/ 787400 w 901700"/>
              <a:gd name="connsiteY82" fmla="*/ 497205 h 622082"/>
              <a:gd name="connsiteX83" fmla="*/ 791845 w 901700"/>
              <a:gd name="connsiteY83" fmla="*/ 494665 h 622082"/>
              <a:gd name="connsiteX84" fmla="*/ 551181 w 901700"/>
              <a:gd name="connsiteY84" fmla="*/ 494665 h 622082"/>
              <a:gd name="connsiteX85" fmla="*/ 554991 w 901700"/>
              <a:gd name="connsiteY85" fmla="*/ 494665 h 622082"/>
              <a:gd name="connsiteX86" fmla="*/ 645795 w 901700"/>
              <a:gd name="connsiteY86" fmla="*/ 494665 h 622082"/>
              <a:gd name="connsiteX87" fmla="*/ 659766 w 901700"/>
              <a:gd name="connsiteY87" fmla="*/ 494665 h 622082"/>
              <a:gd name="connsiteX88" fmla="*/ 692151 w 901700"/>
              <a:gd name="connsiteY88" fmla="*/ 508000 h 622082"/>
              <a:gd name="connsiteX89" fmla="*/ 704851 w 901700"/>
              <a:gd name="connsiteY89" fmla="*/ 539750 h 622082"/>
              <a:gd name="connsiteX90" fmla="*/ 704851 w 901700"/>
              <a:gd name="connsiteY90" fmla="*/ 576580 h 622082"/>
              <a:gd name="connsiteX91" fmla="*/ 669291 w 901700"/>
              <a:gd name="connsiteY91" fmla="*/ 620395 h 622082"/>
              <a:gd name="connsiteX92" fmla="*/ 660401 w 901700"/>
              <a:gd name="connsiteY92" fmla="*/ 621030 h 622082"/>
              <a:gd name="connsiteX93" fmla="*/ 554356 w 901700"/>
              <a:gd name="connsiteY93" fmla="*/ 621030 h 622082"/>
              <a:gd name="connsiteX94" fmla="*/ 551181 w 901700"/>
              <a:gd name="connsiteY94" fmla="*/ 621030 h 622082"/>
              <a:gd name="connsiteX95" fmla="*/ 401955 w 901700"/>
              <a:gd name="connsiteY95" fmla="*/ 494665 h 622082"/>
              <a:gd name="connsiteX96" fmla="*/ 469900 w 901700"/>
              <a:gd name="connsiteY96" fmla="*/ 494665 h 622082"/>
              <a:gd name="connsiteX97" fmla="*/ 508635 w 901700"/>
              <a:gd name="connsiteY97" fmla="*/ 514985 h 622082"/>
              <a:gd name="connsiteX98" fmla="*/ 515620 w 901700"/>
              <a:gd name="connsiteY98" fmla="*/ 539115 h 622082"/>
              <a:gd name="connsiteX99" fmla="*/ 515620 w 901700"/>
              <a:gd name="connsiteY99" fmla="*/ 576580 h 622082"/>
              <a:gd name="connsiteX100" fmla="*/ 478790 w 901700"/>
              <a:gd name="connsiteY100" fmla="*/ 619760 h 622082"/>
              <a:gd name="connsiteX101" fmla="*/ 469900 w 901700"/>
              <a:gd name="connsiteY101" fmla="*/ 620395 h 622082"/>
              <a:gd name="connsiteX102" fmla="*/ 435610 w 901700"/>
              <a:gd name="connsiteY102" fmla="*/ 620395 h 622082"/>
              <a:gd name="connsiteX103" fmla="*/ 399415 w 901700"/>
              <a:gd name="connsiteY103" fmla="*/ 620395 h 622082"/>
              <a:gd name="connsiteX104" fmla="*/ 364490 w 901700"/>
              <a:gd name="connsiteY104" fmla="*/ 602615 h 622082"/>
              <a:gd name="connsiteX105" fmla="*/ 356235 w 901700"/>
              <a:gd name="connsiteY105" fmla="*/ 575945 h 622082"/>
              <a:gd name="connsiteX106" fmla="*/ 356235 w 901700"/>
              <a:gd name="connsiteY106" fmla="*/ 539750 h 622082"/>
              <a:gd name="connsiteX107" fmla="*/ 393700 w 901700"/>
              <a:gd name="connsiteY107" fmla="*/ 495300 h 622082"/>
              <a:gd name="connsiteX108" fmla="*/ 401955 w 901700"/>
              <a:gd name="connsiteY108" fmla="*/ 494665 h 622082"/>
              <a:gd name="connsiteX109" fmla="*/ 307975 w 901700"/>
              <a:gd name="connsiteY109" fmla="*/ 494665 h 622082"/>
              <a:gd name="connsiteX110" fmla="*/ 342265 w 901700"/>
              <a:gd name="connsiteY110" fmla="*/ 494665 h 622082"/>
              <a:gd name="connsiteX111" fmla="*/ 345440 w 901700"/>
              <a:gd name="connsiteY111" fmla="*/ 494665 h 622082"/>
              <a:gd name="connsiteX112" fmla="*/ 345440 w 901700"/>
              <a:gd name="connsiteY112" fmla="*/ 496570 h 622082"/>
              <a:gd name="connsiteX113" fmla="*/ 281305 w 901700"/>
              <a:gd name="connsiteY113" fmla="*/ 560070 h 622082"/>
              <a:gd name="connsiteX114" fmla="*/ 344805 w 901700"/>
              <a:gd name="connsiteY114" fmla="*/ 621030 h 622082"/>
              <a:gd name="connsiteX115" fmla="*/ 344170 w 901700"/>
              <a:gd name="connsiteY115" fmla="*/ 621665 h 622082"/>
              <a:gd name="connsiteX116" fmla="*/ 341630 w 901700"/>
              <a:gd name="connsiteY116" fmla="*/ 621665 h 622082"/>
              <a:gd name="connsiteX117" fmla="*/ 307340 w 901700"/>
              <a:gd name="connsiteY117" fmla="*/ 621665 h 622082"/>
              <a:gd name="connsiteX118" fmla="*/ 302260 w 901700"/>
              <a:gd name="connsiteY118" fmla="*/ 619760 h 622082"/>
              <a:gd name="connsiteX119" fmla="*/ 256540 w 901700"/>
              <a:gd name="connsiteY119" fmla="*/ 575310 h 622082"/>
              <a:gd name="connsiteX120" fmla="*/ 250190 w 901700"/>
              <a:gd name="connsiteY120" fmla="*/ 572770 h 622082"/>
              <a:gd name="connsiteX121" fmla="*/ 217170 w 901700"/>
              <a:gd name="connsiteY121" fmla="*/ 572770 h 622082"/>
              <a:gd name="connsiteX122" fmla="*/ 213995 w 901700"/>
              <a:gd name="connsiteY122" fmla="*/ 572770 h 622082"/>
              <a:gd name="connsiteX123" fmla="*/ 213995 w 901700"/>
              <a:gd name="connsiteY123" fmla="*/ 621030 h 622082"/>
              <a:gd name="connsiteX124" fmla="*/ 184785 w 901700"/>
              <a:gd name="connsiteY124" fmla="*/ 621665 h 622082"/>
              <a:gd name="connsiteX125" fmla="*/ 184785 w 901700"/>
              <a:gd name="connsiteY125" fmla="*/ 495935 h 622082"/>
              <a:gd name="connsiteX126" fmla="*/ 213995 w 901700"/>
              <a:gd name="connsiteY126" fmla="*/ 495935 h 622082"/>
              <a:gd name="connsiteX127" fmla="*/ 213995 w 901700"/>
              <a:gd name="connsiteY127" fmla="*/ 507365 h 622082"/>
              <a:gd name="connsiteX128" fmla="*/ 213995 w 901700"/>
              <a:gd name="connsiteY128" fmla="*/ 519430 h 622082"/>
              <a:gd name="connsiteX129" fmla="*/ 213995 w 901700"/>
              <a:gd name="connsiteY129" fmla="*/ 531495 h 622082"/>
              <a:gd name="connsiteX130" fmla="*/ 213995 w 901700"/>
              <a:gd name="connsiteY130" fmla="*/ 542925 h 622082"/>
              <a:gd name="connsiteX131" fmla="*/ 215900 w 901700"/>
              <a:gd name="connsiteY131" fmla="*/ 543560 h 622082"/>
              <a:gd name="connsiteX132" fmla="*/ 254000 w 901700"/>
              <a:gd name="connsiteY132" fmla="*/ 543560 h 622082"/>
              <a:gd name="connsiteX133" fmla="*/ 257175 w 901700"/>
              <a:gd name="connsiteY133" fmla="*/ 541655 h 622082"/>
              <a:gd name="connsiteX134" fmla="*/ 302895 w 901700"/>
              <a:gd name="connsiteY134" fmla="*/ 497205 h 622082"/>
              <a:gd name="connsiteX135" fmla="*/ 307975 w 901700"/>
              <a:gd name="connsiteY135" fmla="*/ 494665 h 622082"/>
              <a:gd name="connsiteX136" fmla="*/ 463550 w 901700"/>
              <a:gd name="connsiteY136" fmla="*/ 220345 h 622082"/>
              <a:gd name="connsiteX137" fmla="*/ 443230 w 901700"/>
              <a:gd name="connsiteY137" fmla="*/ 240030 h 622082"/>
              <a:gd name="connsiteX138" fmla="*/ 463550 w 901700"/>
              <a:gd name="connsiteY138" fmla="*/ 260350 h 622082"/>
              <a:gd name="connsiteX139" fmla="*/ 483235 w 901700"/>
              <a:gd name="connsiteY139" fmla="*/ 240030 h 622082"/>
              <a:gd name="connsiteX140" fmla="*/ 463550 w 901700"/>
              <a:gd name="connsiteY140" fmla="*/ 220345 h 622082"/>
              <a:gd name="connsiteX141" fmla="*/ 445770 w 901700"/>
              <a:gd name="connsiteY141" fmla="*/ 41275 h 622082"/>
              <a:gd name="connsiteX142" fmla="*/ 455930 w 901700"/>
              <a:gd name="connsiteY142" fmla="*/ 45085 h 622082"/>
              <a:gd name="connsiteX143" fmla="*/ 502920 w 901700"/>
              <a:gd name="connsiteY143" fmla="*/ 107950 h 622082"/>
              <a:gd name="connsiteX144" fmla="*/ 516890 w 901700"/>
              <a:gd name="connsiteY144" fmla="*/ 156845 h 622082"/>
              <a:gd name="connsiteX145" fmla="*/ 518795 w 901700"/>
              <a:gd name="connsiteY145" fmla="*/ 191135 h 622082"/>
              <a:gd name="connsiteX146" fmla="*/ 502285 w 901700"/>
              <a:gd name="connsiteY146" fmla="*/ 274955 h 622082"/>
              <a:gd name="connsiteX147" fmla="*/ 501015 w 901700"/>
              <a:gd name="connsiteY147" fmla="*/ 277495 h 622082"/>
              <a:gd name="connsiteX148" fmla="*/ 502920 w 901700"/>
              <a:gd name="connsiteY148" fmla="*/ 278130 h 622082"/>
              <a:gd name="connsiteX149" fmla="*/ 514985 w 901700"/>
              <a:gd name="connsiteY149" fmla="*/ 278130 h 622082"/>
              <a:gd name="connsiteX150" fmla="*/ 518160 w 901700"/>
              <a:gd name="connsiteY150" fmla="*/ 276225 h 622082"/>
              <a:gd name="connsiteX151" fmla="*/ 521970 w 901700"/>
              <a:gd name="connsiteY151" fmla="*/ 265430 h 622082"/>
              <a:gd name="connsiteX152" fmla="*/ 570865 w 901700"/>
              <a:gd name="connsiteY152" fmla="*/ 290195 h 622082"/>
              <a:gd name="connsiteX153" fmla="*/ 521970 w 901700"/>
              <a:gd name="connsiteY153" fmla="*/ 314960 h 622082"/>
              <a:gd name="connsiteX154" fmla="*/ 516890 w 901700"/>
              <a:gd name="connsiteY154" fmla="*/ 302895 h 622082"/>
              <a:gd name="connsiteX155" fmla="*/ 513715 w 901700"/>
              <a:gd name="connsiteY155" fmla="*/ 302895 h 622082"/>
              <a:gd name="connsiteX156" fmla="*/ 368935 w 901700"/>
              <a:gd name="connsiteY156" fmla="*/ 302895 h 622082"/>
              <a:gd name="connsiteX157" fmla="*/ 363855 w 901700"/>
              <a:gd name="connsiteY157" fmla="*/ 304800 h 622082"/>
              <a:gd name="connsiteX158" fmla="*/ 346710 w 901700"/>
              <a:gd name="connsiteY158" fmla="*/ 313690 h 622082"/>
              <a:gd name="connsiteX159" fmla="*/ 338455 w 901700"/>
              <a:gd name="connsiteY159" fmla="*/ 315595 h 622082"/>
              <a:gd name="connsiteX160" fmla="*/ 321310 w 901700"/>
              <a:gd name="connsiteY160" fmla="*/ 315595 h 622082"/>
              <a:gd name="connsiteX161" fmla="*/ 318135 w 901700"/>
              <a:gd name="connsiteY161" fmla="*/ 314325 h 622082"/>
              <a:gd name="connsiteX162" fmla="*/ 287655 w 901700"/>
              <a:gd name="connsiteY162" fmla="*/ 267970 h 622082"/>
              <a:gd name="connsiteX163" fmla="*/ 287655 w 901700"/>
              <a:gd name="connsiteY163" fmla="*/ 266065 h 622082"/>
              <a:gd name="connsiteX164" fmla="*/ 289560 w 901700"/>
              <a:gd name="connsiteY164" fmla="*/ 266065 h 622082"/>
              <a:gd name="connsiteX165" fmla="*/ 334645 w 901700"/>
              <a:gd name="connsiteY165" fmla="*/ 266065 h 622082"/>
              <a:gd name="connsiteX166" fmla="*/ 340995 w 901700"/>
              <a:gd name="connsiteY166" fmla="*/ 267335 h 622082"/>
              <a:gd name="connsiteX167" fmla="*/ 363855 w 901700"/>
              <a:gd name="connsiteY167" fmla="*/ 277495 h 622082"/>
              <a:gd name="connsiteX168" fmla="*/ 368935 w 901700"/>
              <a:gd name="connsiteY168" fmla="*/ 278765 h 622082"/>
              <a:gd name="connsiteX169" fmla="*/ 377825 w 901700"/>
              <a:gd name="connsiteY169" fmla="*/ 280035 h 622082"/>
              <a:gd name="connsiteX170" fmla="*/ 381000 w 901700"/>
              <a:gd name="connsiteY170" fmla="*/ 280035 h 622082"/>
              <a:gd name="connsiteX171" fmla="*/ 379730 w 901700"/>
              <a:gd name="connsiteY171" fmla="*/ 273050 h 622082"/>
              <a:gd name="connsiteX172" fmla="*/ 371475 w 901700"/>
              <a:gd name="connsiteY172" fmla="*/ 243205 h 622082"/>
              <a:gd name="connsiteX173" fmla="*/ 339725 w 901700"/>
              <a:gd name="connsiteY173" fmla="*/ 207645 h 622082"/>
              <a:gd name="connsiteX174" fmla="*/ 298450 w 901700"/>
              <a:gd name="connsiteY174" fmla="*/ 189230 h 622082"/>
              <a:gd name="connsiteX175" fmla="*/ 276225 w 901700"/>
              <a:gd name="connsiteY175" fmla="*/ 183515 h 622082"/>
              <a:gd name="connsiteX176" fmla="*/ 276225 w 901700"/>
              <a:gd name="connsiteY176" fmla="*/ 180975 h 622082"/>
              <a:gd name="connsiteX177" fmla="*/ 295910 w 901700"/>
              <a:gd name="connsiteY177" fmla="*/ 124460 h 622082"/>
              <a:gd name="connsiteX178" fmla="*/ 297180 w 901700"/>
              <a:gd name="connsiteY178" fmla="*/ 122555 h 622082"/>
              <a:gd name="connsiteX179" fmla="*/ 306070 w 901700"/>
              <a:gd name="connsiteY179" fmla="*/ 124460 h 622082"/>
              <a:gd name="connsiteX180" fmla="*/ 362585 w 901700"/>
              <a:gd name="connsiteY180" fmla="*/ 145415 h 622082"/>
              <a:gd name="connsiteX181" fmla="*/ 377825 w 901700"/>
              <a:gd name="connsiteY181" fmla="*/ 154940 h 622082"/>
              <a:gd name="connsiteX182" fmla="*/ 384810 w 901700"/>
              <a:gd name="connsiteY182" fmla="*/ 154940 h 622082"/>
              <a:gd name="connsiteX183" fmla="*/ 382270 w 901700"/>
              <a:gd name="connsiteY183" fmla="*/ 151765 h 622082"/>
              <a:gd name="connsiteX184" fmla="*/ 359410 w 901700"/>
              <a:gd name="connsiteY184" fmla="*/ 132080 h 622082"/>
              <a:gd name="connsiteX185" fmla="*/ 314960 w 901700"/>
              <a:gd name="connsiteY185" fmla="*/ 102870 h 622082"/>
              <a:gd name="connsiteX186" fmla="*/ 312420 w 901700"/>
              <a:gd name="connsiteY186" fmla="*/ 100965 h 622082"/>
              <a:gd name="connsiteX187" fmla="*/ 316865 w 901700"/>
              <a:gd name="connsiteY187" fmla="*/ 95885 h 622082"/>
              <a:gd name="connsiteX188" fmla="*/ 357505 w 901700"/>
              <a:gd name="connsiteY188" fmla="*/ 62865 h 622082"/>
              <a:gd name="connsiteX189" fmla="*/ 362585 w 901700"/>
              <a:gd name="connsiteY189" fmla="*/ 62230 h 622082"/>
              <a:gd name="connsiteX190" fmla="*/ 395605 w 901700"/>
              <a:gd name="connsiteY190" fmla="*/ 82550 h 622082"/>
              <a:gd name="connsiteX191" fmla="*/ 435610 w 901700"/>
              <a:gd name="connsiteY191" fmla="*/ 120650 h 622082"/>
              <a:gd name="connsiteX192" fmla="*/ 436245 w 901700"/>
              <a:gd name="connsiteY192" fmla="*/ 121285 h 622082"/>
              <a:gd name="connsiteX193" fmla="*/ 444500 w 901700"/>
              <a:gd name="connsiteY193" fmla="*/ 122555 h 622082"/>
              <a:gd name="connsiteX194" fmla="*/ 442595 w 901700"/>
              <a:gd name="connsiteY194" fmla="*/ 119380 h 622082"/>
              <a:gd name="connsiteX195" fmla="*/ 417195 w 901700"/>
              <a:gd name="connsiteY195" fmla="*/ 81280 h 622082"/>
              <a:gd name="connsiteX196" fmla="*/ 387350 w 901700"/>
              <a:gd name="connsiteY196" fmla="*/ 51435 h 622082"/>
              <a:gd name="connsiteX197" fmla="*/ 386080 w 901700"/>
              <a:gd name="connsiteY197" fmla="*/ 50165 h 622082"/>
              <a:gd name="connsiteX198" fmla="*/ 386080 w 901700"/>
              <a:gd name="connsiteY198" fmla="*/ 49530 h 622082"/>
              <a:gd name="connsiteX199" fmla="*/ 400050 w 901700"/>
              <a:gd name="connsiteY199" fmla="*/ 45085 h 622082"/>
              <a:gd name="connsiteX200" fmla="*/ 445770 w 901700"/>
              <a:gd name="connsiteY200" fmla="*/ 41275 h 622082"/>
              <a:gd name="connsiteX201" fmla="*/ 436880 w 901700"/>
              <a:gd name="connsiteY201" fmla="*/ 16510 h 622082"/>
              <a:gd name="connsiteX202" fmla="*/ 249555 w 901700"/>
              <a:gd name="connsiteY202" fmla="*/ 202565 h 622082"/>
              <a:gd name="connsiteX203" fmla="*/ 435610 w 901700"/>
              <a:gd name="connsiteY203" fmla="*/ 389255 h 622082"/>
              <a:gd name="connsiteX204" fmla="*/ 622300 w 901700"/>
              <a:gd name="connsiteY204" fmla="*/ 203200 h 622082"/>
              <a:gd name="connsiteX205" fmla="*/ 436880 w 901700"/>
              <a:gd name="connsiteY205" fmla="*/ 16510 h 622082"/>
              <a:gd name="connsiteX206" fmla="*/ 436245 w 901700"/>
              <a:gd name="connsiteY206" fmla="*/ 0 h 622082"/>
              <a:gd name="connsiteX207" fmla="*/ 639445 w 901700"/>
              <a:gd name="connsiteY207" fmla="*/ 203200 h 622082"/>
              <a:gd name="connsiteX208" fmla="*/ 435610 w 901700"/>
              <a:gd name="connsiteY208" fmla="*/ 406400 h 622082"/>
              <a:gd name="connsiteX209" fmla="*/ 232410 w 901700"/>
              <a:gd name="connsiteY209" fmla="*/ 203200 h 622082"/>
              <a:gd name="connsiteX210" fmla="*/ 436245 w 901700"/>
              <a:gd name="connsiteY210" fmla="*/ 0 h 62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901700" h="622082">
                <a:moveTo>
                  <a:pt x="581026" y="523240"/>
                </a:moveTo>
                <a:lnTo>
                  <a:pt x="581026" y="592455"/>
                </a:lnTo>
                <a:cubicBezTo>
                  <a:pt x="582295" y="593090"/>
                  <a:pt x="582931" y="593090"/>
                  <a:pt x="583566" y="593090"/>
                </a:cubicBezTo>
                <a:cubicBezTo>
                  <a:pt x="608966" y="593090"/>
                  <a:pt x="635001" y="593090"/>
                  <a:pt x="660401" y="593090"/>
                </a:cubicBezTo>
                <a:cubicBezTo>
                  <a:pt x="668656" y="593090"/>
                  <a:pt x="675006" y="587375"/>
                  <a:pt x="675006" y="578485"/>
                </a:cubicBezTo>
                <a:cubicBezTo>
                  <a:pt x="675006" y="564515"/>
                  <a:pt x="675006" y="551180"/>
                  <a:pt x="675006" y="537210"/>
                </a:cubicBezTo>
                <a:cubicBezTo>
                  <a:pt x="675006" y="529590"/>
                  <a:pt x="668656" y="523240"/>
                  <a:pt x="660401" y="523240"/>
                </a:cubicBezTo>
                <a:cubicBezTo>
                  <a:pt x="635001" y="523240"/>
                  <a:pt x="608966" y="523240"/>
                  <a:pt x="582931" y="523240"/>
                </a:cubicBezTo>
                <a:cubicBezTo>
                  <a:pt x="582295" y="523240"/>
                  <a:pt x="581661" y="523240"/>
                  <a:pt x="581026" y="523240"/>
                </a:cubicBezTo>
                <a:close/>
                <a:moveTo>
                  <a:pt x="400050" y="521970"/>
                </a:moveTo>
                <a:cubicBezTo>
                  <a:pt x="394335" y="522605"/>
                  <a:pt x="389890" y="525145"/>
                  <a:pt x="387350" y="530860"/>
                </a:cubicBezTo>
                <a:cubicBezTo>
                  <a:pt x="386080" y="532765"/>
                  <a:pt x="386080" y="535305"/>
                  <a:pt x="386080" y="537845"/>
                </a:cubicBezTo>
                <a:cubicBezTo>
                  <a:pt x="386080" y="550545"/>
                  <a:pt x="386080" y="563880"/>
                  <a:pt x="386080" y="575945"/>
                </a:cubicBezTo>
                <a:cubicBezTo>
                  <a:pt x="386080" y="577850"/>
                  <a:pt x="386080" y="579755"/>
                  <a:pt x="386715" y="581660"/>
                </a:cubicBezTo>
                <a:cubicBezTo>
                  <a:pt x="388620" y="588010"/>
                  <a:pt x="393700" y="592455"/>
                  <a:pt x="400685" y="592455"/>
                </a:cubicBezTo>
                <a:cubicBezTo>
                  <a:pt x="412115" y="592455"/>
                  <a:pt x="424180" y="592455"/>
                  <a:pt x="436245" y="592455"/>
                </a:cubicBezTo>
                <a:lnTo>
                  <a:pt x="455295" y="592455"/>
                </a:lnTo>
                <a:cubicBezTo>
                  <a:pt x="461010" y="592455"/>
                  <a:pt x="466090" y="592455"/>
                  <a:pt x="471805" y="592455"/>
                </a:cubicBezTo>
                <a:cubicBezTo>
                  <a:pt x="479425" y="591820"/>
                  <a:pt x="485775" y="586105"/>
                  <a:pt x="485775" y="578485"/>
                </a:cubicBezTo>
                <a:cubicBezTo>
                  <a:pt x="486410" y="564515"/>
                  <a:pt x="486410" y="550545"/>
                  <a:pt x="485775" y="535940"/>
                </a:cubicBezTo>
                <a:cubicBezTo>
                  <a:pt x="485775" y="530225"/>
                  <a:pt x="483235" y="525780"/>
                  <a:pt x="477520" y="523240"/>
                </a:cubicBezTo>
                <a:cubicBezTo>
                  <a:pt x="475615" y="521970"/>
                  <a:pt x="473075" y="521970"/>
                  <a:pt x="470535" y="521970"/>
                </a:cubicBezTo>
                <a:cubicBezTo>
                  <a:pt x="447040" y="521970"/>
                  <a:pt x="424815" y="521970"/>
                  <a:pt x="401320" y="521970"/>
                </a:cubicBezTo>
                <a:cubicBezTo>
                  <a:pt x="400685" y="521970"/>
                  <a:pt x="400685" y="521970"/>
                  <a:pt x="400050" y="521970"/>
                </a:cubicBezTo>
                <a:close/>
                <a:moveTo>
                  <a:pt x="808990" y="517525"/>
                </a:moveTo>
                <a:cubicBezTo>
                  <a:pt x="799465" y="535940"/>
                  <a:pt x="789306" y="553720"/>
                  <a:pt x="779145" y="571500"/>
                </a:cubicBezTo>
                <a:cubicBezTo>
                  <a:pt x="784225" y="572135"/>
                  <a:pt x="836931" y="572135"/>
                  <a:pt x="838835" y="571500"/>
                </a:cubicBezTo>
                <a:cubicBezTo>
                  <a:pt x="829310" y="553085"/>
                  <a:pt x="819150" y="535305"/>
                  <a:pt x="808990" y="517525"/>
                </a:cubicBezTo>
                <a:close/>
                <a:moveTo>
                  <a:pt x="31750" y="495299"/>
                </a:moveTo>
                <a:cubicBezTo>
                  <a:pt x="31750" y="495299"/>
                  <a:pt x="31750" y="495299"/>
                  <a:pt x="32385" y="495934"/>
                </a:cubicBezTo>
                <a:lnTo>
                  <a:pt x="32385" y="498474"/>
                </a:lnTo>
                <a:lnTo>
                  <a:pt x="32385" y="534669"/>
                </a:lnTo>
                <a:cubicBezTo>
                  <a:pt x="32385" y="535939"/>
                  <a:pt x="32385" y="536574"/>
                  <a:pt x="32385" y="537209"/>
                </a:cubicBezTo>
                <a:cubicBezTo>
                  <a:pt x="33020" y="541019"/>
                  <a:pt x="35560" y="543559"/>
                  <a:pt x="38735" y="543559"/>
                </a:cubicBezTo>
                <a:cubicBezTo>
                  <a:pt x="39370" y="543559"/>
                  <a:pt x="40640" y="543559"/>
                  <a:pt x="41275" y="543559"/>
                </a:cubicBezTo>
                <a:cubicBezTo>
                  <a:pt x="69215" y="543559"/>
                  <a:pt x="96520" y="543559"/>
                  <a:pt x="123825" y="543559"/>
                </a:cubicBezTo>
                <a:cubicBezTo>
                  <a:pt x="127000" y="543559"/>
                  <a:pt x="130175" y="544194"/>
                  <a:pt x="132715" y="544829"/>
                </a:cubicBezTo>
                <a:cubicBezTo>
                  <a:pt x="144145" y="547369"/>
                  <a:pt x="151765" y="556259"/>
                  <a:pt x="151130" y="568959"/>
                </a:cubicBezTo>
                <a:cubicBezTo>
                  <a:pt x="151765" y="577849"/>
                  <a:pt x="151765" y="586104"/>
                  <a:pt x="151130" y="594994"/>
                </a:cubicBezTo>
                <a:cubicBezTo>
                  <a:pt x="151130" y="608964"/>
                  <a:pt x="141605" y="619124"/>
                  <a:pt x="128905" y="621664"/>
                </a:cubicBezTo>
                <a:cubicBezTo>
                  <a:pt x="127000" y="621664"/>
                  <a:pt x="125095" y="621664"/>
                  <a:pt x="123825" y="621664"/>
                </a:cubicBezTo>
                <a:cubicBezTo>
                  <a:pt x="83185" y="621664"/>
                  <a:pt x="43180" y="621664"/>
                  <a:pt x="2540" y="621664"/>
                </a:cubicBezTo>
                <a:cubicBezTo>
                  <a:pt x="1905" y="621664"/>
                  <a:pt x="1270" y="621664"/>
                  <a:pt x="0" y="621664"/>
                </a:cubicBezTo>
                <a:cubicBezTo>
                  <a:pt x="5715" y="612139"/>
                  <a:pt x="10160" y="603884"/>
                  <a:pt x="15875" y="594994"/>
                </a:cubicBezTo>
                <a:lnTo>
                  <a:pt x="19685" y="594994"/>
                </a:lnTo>
                <a:lnTo>
                  <a:pt x="112395" y="594994"/>
                </a:lnTo>
                <a:cubicBezTo>
                  <a:pt x="113030" y="594994"/>
                  <a:pt x="113665" y="594994"/>
                  <a:pt x="114935" y="594994"/>
                </a:cubicBezTo>
                <a:cubicBezTo>
                  <a:pt x="118745" y="594994"/>
                  <a:pt x="121285" y="592454"/>
                  <a:pt x="121285" y="588644"/>
                </a:cubicBezTo>
                <a:cubicBezTo>
                  <a:pt x="121920" y="584834"/>
                  <a:pt x="121285" y="580389"/>
                  <a:pt x="121285" y="575944"/>
                </a:cubicBezTo>
                <a:cubicBezTo>
                  <a:pt x="121285" y="574039"/>
                  <a:pt x="121285" y="572769"/>
                  <a:pt x="121285" y="570864"/>
                </a:cubicBezTo>
                <a:lnTo>
                  <a:pt x="117475" y="570864"/>
                </a:lnTo>
                <a:cubicBezTo>
                  <a:pt x="88265" y="570864"/>
                  <a:pt x="60325" y="570864"/>
                  <a:pt x="31115" y="570864"/>
                </a:cubicBezTo>
                <a:cubicBezTo>
                  <a:pt x="27305" y="570864"/>
                  <a:pt x="22225" y="570229"/>
                  <a:pt x="17780" y="568324"/>
                </a:cubicBezTo>
                <a:cubicBezTo>
                  <a:pt x="8890" y="563244"/>
                  <a:pt x="3175" y="556259"/>
                  <a:pt x="3175" y="545464"/>
                </a:cubicBezTo>
                <a:cubicBezTo>
                  <a:pt x="2540" y="537209"/>
                  <a:pt x="2540" y="529589"/>
                  <a:pt x="3175" y="521969"/>
                </a:cubicBezTo>
                <a:cubicBezTo>
                  <a:pt x="3810" y="506094"/>
                  <a:pt x="16510" y="494664"/>
                  <a:pt x="31750" y="495299"/>
                </a:cubicBezTo>
                <a:close/>
                <a:moveTo>
                  <a:pt x="94933" y="494823"/>
                </a:moveTo>
                <a:cubicBezTo>
                  <a:pt x="119539" y="494823"/>
                  <a:pt x="144463" y="494981"/>
                  <a:pt x="146685" y="495299"/>
                </a:cubicBezTo>
                <a:cubicBezTo>
                  <a:pt x="140970" y="503554"/>
                  <a:pt x="136525" y="511174"/>
                  <a:pt x="130810" y="519429"/>
                </a:cubicBezTo>
                <a:lnTo>
                  <a:pt x="60325" y="519429"/>
                </a:lnTo>
                <a:cubicBezTo>
                  <a:pt x="55245" y="511809"/>
                  <a:pt x="50165" y="503554"/>
                  <a:pt x="45085" y="495299"/>
                </a:cubicBezTo>
                <a:cubicBezTo>
                  <a:pt x="46038" y="494981"/>
                  <a:pt x="70327" y="494823"/>
                  <a:pt x="94933" y="494823"/>
                </a:cubicBezTo>
                <a:close/>
                <a:moveTo>
                  <a:pt x="791845" y="494665"/>
                </a:moveTo>
                <a:cubicBezTo>
                  <a:pt x="803275" y="494665"/>
                  <a:pt x="815975" y="494665"/>
                  <a:pt x="828040" y="494665"/>
                </a:cubicBezTo>
                <a:cubicBezTo>
                  <a:pt x="829945" y="494665"/>
                  <a:pt x="830581" y="495300"/>
                  <a:pt x="831850" y="497205"/>
                </a:cubicBezTo>
                <a:cubicBezTo>
                  <a:pt x="854075" y="537210"/>
                  <a:pt x="876300" y="577850"/>
                  <a:pt x="899160" y="617855"/>
                </a:cubicBezTo>
                <a:cubicBezTo>
                  <a:pt x="899795" y="618490"/>
                  <a:pt x="899795" y="619125"/>
                  <a:pt x="901700" y="620395"/>
                </a:cubicBezTo>
                <a:lnTo>
                  <a:pt x="868045" y="620395"/>
                </a:lnTo>
                <a:cubicBezTo>
                  <a:pt x="867410" y="619125"/>
                  <a:pt x="866140" y="617855"/>
                  <a:pt x="865506" y="616585"/>
                </a:cubicBezTo>
                <a:cubicBezTo>
                  <a:pt x="862331" y="612140"/>
                  <a:pt x="859790" y="606425"/>
                  <a:pt x="856615" y="601345"/>
                </a:cubicBezTo>
                <a:cubicBezTo>
                  <a:pt x="855345" y="598805"/>
                  <a:pt x="854075" y="597535"/>
                  <a:pt x="850900" y="597535"/>
                </a:cubicBezTo>
                <a:cubicBezTo>
                  <a:pt x="833756" y="598170"/>
                  <a:pt x="815975" y="598170"/>
                  <a:pt x="798831" y="598170"/>
                </a:cubicBezTo>
                <a:cubicBezTo>
                  <a:pt x="798195" y="598170"/>
                  <a:pt x="797560" y="597535"/>
                  <a:pt x="796925" y="598170"/>
                </a:cubicBezTo>
                <a:cubicBezTo>
                  <a:pt x="795020" y="598170"/>
                  <a:pt x="794385" y="597535"/>
                  <a:pt x="793750" y="596265"/>
                </a:cubicBezTo>
                <a:cubicBezTo>
                  <a:pt x="789940" y="589280"/>
                  <a:pt x="785495" y="582930"/>
                  <a:pt x="781050" y="575945"/>
                </a:cubicBezTo>
                <a:cubicBezTo>
                  <a:pt x="780415" y="575310"/>
                  <a:pt x="779781" y="574675"/>
                  <a:pt x="779145" y="573405"/>
                </a:cubicBezTo>
                <a:cubicBezTo>
                  <a:pt x="778510" y="574040"/>
                  <a:pt x="777875" y="575310"/>
                  <a:pt x="777240" y="575945"/>
                </a:cubicBezTo>
                <a:cubicBezTo>
                  <a:pt x="769620" y="589915"/>
                  <a:pt x="762000" y="604520"/>
                  <a:pt x="753745" y="617855"/>
                </a:cubicBezTo>
                <a:cubicBezTo>
                  <a:pt x="753110" y="619760"/>
                  <a:pt x="751840" y="621030"/>
                  <a:pt x="749300" y="620395"/>
                </a:cubicBezTo>
                <a:cubicBezTo>
                  <a:pt x="739775" y="620395"/>
                  <a:pt x="731520" y="620395"/>
                  <a:pt x="721995" y="620395"/>
                </a:cubicBezTo>
                <a:cubicBezTo>
                  <a:pt x="720725" y="620395"/>
                  <a:pt x="720090" y="620395"/>
                  <a:pt x="718820" y="620395"/>
                </a:cubicBezTo>
                <a:cubicBezTo>
                  <a:pt x="719456" y="619760"/>
                  <a:pt x="719456" y="618490"/>
                  <a:pt x="720090" y="617855"/>
                </a:cubicBezTo>
                <a:cubicBezTo>
                  <a:pt x="742950" y="577850"/>
                  <a:pt x="764540" y="537845"/>
                  <a:pt x="787400" y="497205"/>
                </a:cubicBezTo>
                <a:cubicBezTo>
                  <a:pt x="788670" y="495300"/>
                  <a:pt x="789306" y="494665"/>
                  <a:pt x="791845" y="494665"/>
                </a:cubicBezTo>
                <a:close/>
                <a:moveTo>
                  <a:pt x="551181" y="494665"/>
                </a:moveTo>
                <a:cubicBezTo>
                  <a:pt x="552451" y="494665"/>
                  <a:pt x="553720" y="494665"/>
                  <a:pt x="554991" y="494665"/>
                </a:cubicBezTo>
                <a:lnTo>
                  <a:pt x="645795" y="494665"/>
                </a:lnTo>
                <a:cubicBezTo>
                  <a:pt x="650876" y="494665"/>
                  <a:pt x="654686" y="494665"/>
                  <a:pt x="659766" y="494665"/>
                </a:cubicBezTo>
                <a:cubicBezTo>
                  <a:pt x="673101" y="495300"/>
                  <a:pt x="683895" y="499110"/>
                  <a:pt x="692151" y="508000"/>
                </a:cubicBezTo>
                <a:cubicBezTo>
                  <a:pt x="700406" y="516890"/>
                  <a:pt x="704851" y="527685"/>
                  <a:pt x="704851" y="539750"/>
                </a:cubicBezTo>
                <a:cubicBezTo>
                  <a:pt x="704851" y="552450"/>
                  <a:pt x="704851" y="563880"/>
                  <a:pt x="704851" y="576580"/>
                </a:cubicBezTo>
                <a:cubicBezTo>
                  <a:pt x="704216" y="598170"/>
                  <a:pt x="690245" y="615315"/>
                  <a:pt x="669291" y="620395"/>
                </a:cubicBezTo>
                <a:cubicBezTo>
                  <a:pt x="666751" y="621030"/>
                  <a:pt x="663576" y="621030"/>
                  <a:pt x="660401" y="621030"/>
                </a:cubicBezTo>
                <a:cubicBezTo>
                  <a:pt x="625476" y="621030"/>
                  <a:pt x="589916" y="621030"/>
                  <a:pt x="554356" y="621030"/>
                </a:cubicBezTo>
                <a:cubicBezTo>
                  <a:pt x="553086" y="621030"/>
                  <a:pt x="552451" y="621030"/>
                  <a:pt x="551181" y="621030"/>
                </a:cubicBezTo>
                <a:close/>
                <a:moveTo>
                  <a:pt x="401955" y="494665"/>
                </a:moveTo>
                <a:cubicBezTo>
                  <a:pt x="424815" y="494665"/>
                  <a:pt x="447040" y="494665"/>
                  <a:pt x="469900" y="494665"/>
                </a:cubicBezTo>
                <a:cubicBezTo>
                  <a:pt x="486410" y="494665"/>
                  <a:pt x="499745" y="501650"/>
                  <a:pt x="508635" y="514985"/>
                </a:cubicBezTo>
                <a:cubicBezTo>
                  <a:pt x="513080" y="522605"/>
                  <a:pt x="515620" y="530225"/>
                  <a:pt x="515620" y="539115"/>
                </a:cubicBezTo>
                <a:cubicBezTo>
                  <a:pt x="515620" y="551180"/>
                  <a:pt x="515620" y="564515"/>
                  <a:pt x="515620" y="576580"/>
                </a:cubicBezTo>
                <a:cubicBezTo>
                  <a:pt x="515620" y="598170"/>
                  <a:pt x="499745" y="616585"/>
                  <a:pt x="478790" y="619760"/>
                </a:cubicBezTo>
                <a:cubicBezTo>
                  <a:pt x="476250" y="620395"/>
                  <a:pt x="473075" y="620395"/>
                  <a:pt x="469900" y="620395"/>
                </a:cubicBezTo>
                <a:cubicBezTo>
                  <a:pt x="459105" y="620395"/>
                  <a:pt x="447040" y="620395"/>
                  <a:pt x="435610" y="620395"/>
                </a:cubicBezTo>
                <a:cubicBezTo>
                  <a:pt x="424180" y="620395"/>
                  <a:pt x="411480" y="621030"/>
                  <a:pt x="399415" y="620395"/>
                </a:cubicBezTo>
                <a:cubicBezTo>
                  <a:pt x="385445" y="620395"/>
                  <a:pt x="372745" y="614045"/>
                  <a:pt x="364490" y="602615"/>
                </a:cubicBezTo>
                <a:cubicBezTo>
                  <a:pt x="359410" y="594360"/>
                  <a:pt x="356235" y="586105"/>
                  <a:pt x="356235" y="575945"/>
                </a:cubicBezTo>
                <a:cubicBezTo>
                  <a:pt x="356235" y="563880"/>
                  <a:pt x="356235" y="551180"/>
                  <a:pt x="356235" y="539750"/>
                </a:cubicBezTo>
                <a:cubicBezTo>
                  <a:pt x="356870" y="516890"/>
                  <a:pt x="372110" y="499110"/>
                  <a:pt x="393700" y="495300"/>
                </a:cubicBezTo>
                <a:cubicBezTo>
                  <a:pt x="396240" y="495300"/>
                  <a:pt x="399415" y="494665"/>
                  <a:pt x="401955" y="494665"/>
                </a:cubicBezTo>
                <a:close/>
                <a:moveTo>
                  <a:pt x="307975" y="494665"/>
                </a:moveTo>
                <a:cubicBezTo>
                  <a:pt x="319405" y="494665"/>
                  <a:pt x="330835" y="494665"/>
                  <a:pt x="342265" y="494665"/>
                </a:cubicBezTo>
                <a:lnTo>
                  <a:pt x="345440" y="494665"/>
                </a:lnTo>
                <a:lnTo>
                  <a:pt x="345440" y="496570"/>
                </a:lnTo>
                <a:cubicBezTo>
                  <a:pt x="324485" y="517525"/>
                  <a:pt x="302895" y="538480"/>
                  <a:pt x="281305" y="560070"/>
                </a:cubicBezTo>
                <a:cubicBezTo>
                  <a:pt x="302260" y="580390"/>
                  <a:pt x="323850" y="600710"/>
                  <a:pt x="344805" y="621030"/>
                </a:cubicBezTo>
                <a:cubicBezTo>
                  <a:pt x="344170" y="621665"/>
                  <a:pt x="344170" y="621665"/>
                  <a:pt x="344170" y="621665"/>
                </a:cubicBezTo>
                <a:lnTo>
                  <a:pt x="341630" y="621665"/>
                </a:lnTo>
                <a:cubicBezTo>
                  <a:pt x="330200" y="621665"/>
                  <a:pt x="318770" y="621665"/>
                  <a:pt x="307340" y="621665"/>
                </a:cubicBezTo>
                <a:cubicBezTo>
                  <a:pt x="304800" y="621665"/>
                  <a:pt x="303530" y="621665"/>
                  <a:pt x="302260" y="619760"/>
                </a:cubicBezTo>
                <a:cubicBezTo>
                  <a:pt x="287020" y="605155"/>
                  <a:pt x="271780" y="589915"/>
                  <a:pt x="256540" y="575310"/>
                </a:cubicBezTo>
                <a:cubicBezTo>
                  <a:pt x="254635" y="573405"/>
                  <a:pt x="252730" y="572770"/>
                  <a:pt x="250190" y="572770"/>
                </a:cubicBezTo>
                <a:cubicBezTo>
                  <a:pt x="238760" y="572770"/>
                  <a:pt x="227965" y="572770"/>
                  <a:pt x="217170" y="572770"/>
                </a:cubicBezTo>
                <a:lnTo>
                  <a:pt x="213995" y="572770"/>
                </a:lnTo>
                <a:lnTo>
                  <a:pt x="213995" y="621030"/>
                </a:lnTo>
                <a:cubicBezTo>
                  <a:pt x="211455" y="622300"/>
                  <a:pt x="187325" y="622300"/>
                  <a:pt x="184785" y="621665"/>
                </a:cubicBezTo>
                <a:lnTo>
                  <a:pt x="184785" y="495935"/>
                </a:lnTo>
                <a:lnTo>
                  <a:pt x="213995" y="495935"/>
                </a:lnTo>
                <a:cubicBezTo>
                  <a:pt x="213995" y="499745"/>
                  <a:pt x="213995" y="503555"/>
                  <a:pt x="213995" y="507365"/>
                </a:cubicBezTo>
                <a:cubicBezTo>
                  <a:pt x="213995" y="511175"/>
                  <a:pt x="213995" y="515620"/>
                  <a:pt x="213995" y="519430"/>
                </a:cubicBezTo>
                <a:cubicBezTo>
                  <a:pt x="213995" y="523240"/>
                  <a:pt x="213995" y="527050"/>
                  <a:pt x="213995" y="531495"/>
                </a:cubicBezTo>
                <a:lnTo>
                  <a:pt x="213995" y="542925"/>
                </a:lnTo>
                <a:cubicBezTo>
                  <a:pt x="214630" y="542925"/>
                  <a:pt x="215265" y="543560"/>
                  <a:pt x="215900" y="543560"/>
                </a:cubicBezTo>
                <a:cubicBezTo>
                  <a:pt x="228600" y="543560"/>
                  <a:pt x="241300" y="543560"/>
                  <a:pt x="254000" y="543560"/>
                </a:cubicBezTo>
                <a:cubicBezTo>
                  <a:pt x="255270" y="543560"/>
                  <a:pt x="256540" y="542925"/>
                  <a:pt x="257175" y="541655"/>
                </a:cubicBezTo>
                <a:cubicBezTo>
                  <a:pt x="272415" y="527050"/>
                  <a:pt x="287655" y="511810"/>
                  <a:pt x="302895" y="497205"/>
                </a:cubicBezTo>
                <a:cubicBezTo>
                  <a:pt x="304165" y="495300"/>
                  <a:pt x="306070" y="494665"/>
                  <a:pt x="307975" y="494665"/>
                </a:cubicBezTo>
                <a:close/>
                <a:moveTo>
                  <a:pt x="463550" y="220345"/>
                </a:moveTo>
                <a:cubicBezTo>
                  <a:pt x="452755" y="220345"/>
                  <a:pt x="443865" y="228600"/>
                  <a:pt x="443230" y="240030"/>
                </a:cubicBezTo>
                <a:cubicBezTo>
                  <a:pt x="443230" y="250825"/>
                  <a:pt x="452755" y="260350"/>
                  <a:pt x="463550" y="260350"/>
                </a:cubicBezTo>
                <a:cubicBezTo>
                  <a:pt x="474345" y="260350"/>
                  <a:pt x="483235" y="251460"/>
                  <a:pt x="483235" y="240030"/>
                </a:cubicBezTo>
                <a:cubicBezTo>
                  <a:pt x="483235" y="229235"/>
                  <a:pt x="474345" y="220345"/>
                  <a:pt x="463550" y="220345"/>
                </a:cubicBezTo>
                <a:close/>
                <a:moveTo>
                  <a:pt x="445770" y="41275"/>
                </a:moveTo>
                <a:cubicBezTo>
                  <a:pt x="449580" y="41275"/>
                  <a:pt x="452755" y="42545"/>
                  <a:pt x="455930" y="45085"/>
                </a:cubicBezTo>
                <a:cubicBezTo>
                  <a:pt x="476250" y="62865"/>
                  <a:pt x="492125" y="83185"/>
                  <a:pt x="502920" y="107950"/>
                </a:cubicBezTo>
                <a:cubicBezTo>
                  <a:pt x="509905" y="123190"/>
                  <a:pt x="514350" y="139700"/>
                  <a:pt x="516890" y="156845"/>
                </a:cubicBezTo>
                <a:cubicBezTo>
                  <a:pt x="518795" y="167640"/>
                  <a:pt x="519430" y="179705"/>
                  <a:pt x="518795" y="191135"/>
                </a:cubicBezTo>
                <a:cubicBezTo>
                  <a:pt x="518160" y="219710"/>
                  <a:pt x="512445" y="247650"/>
                  <a:pt x="502285" y="274955"/>
                </a:cubicBezTo>
                <a:cubicBezTo>
                  <a:pt x="501650" y="275590"/>
                  <a:pt x="501650" y="276860"/>
                  <a:pt x="501015" y="277495"/>
                </a:cubicBezTo>
                <a:cubicBezTo>
                  <a:pt x="501650" y="278130"/>
                  <a:pt x="502285" y="278130"/>
                  <a:pt x="502920" y="278130"/>
                </a:cubicBezTo>
                <a:cubicBezTo>
                  <a:pt x="506730" y="278130"/>
                  <a:pt x="510540" y="278130"/>
                  <a:pt x="514985" y="278130"/>
                </a:cubicBezTo>
                <a:cubicBezTo>
                  <a:pt x="516890" y="278130"/>
                  <a:pt x="517525" y="277495"/>
                  <a:pt x="518160" y="276225"/>
                </a:cubicBezTo>
                <a:cubicBezTo>
                  <a:pt x="519430" y="272415"/>
                  <a:pt x="520700" y="269240"/>
                  <a:pt x="521970" y="265430"/>
                </a:cubicBezTo>
                <a:cubicBezTo>
                  <a:pt x="541020" y="267970"/>
                  <a:pt x="557530" y="276860"/>
                  <a:pt x="570865" y="290195"/>
                </a:cubicBezTo>
                <a:cubicBezTo>
                  <a:pt x="557530" y="304165"/>
                  <a:pt x="541020" y="312420"/>
                  <a:pt x="521970" y="314960"/>
                </a:cubicBezTo>
                <a:cubicBezTo>
                  <a:pt x="520065" y="311785"/>
                  <a:pt x="518795" y="307340"/>
                  <a:pt x="516890" y="302895"/>
                </a:cubicBezTo>
                <a:lnTo>
                  <a:pt x="513715" y="302895"/>
                </a:lnTo>
                <a:cubicBezTo>
                  <a:pt x="466090" y="302895"/>
                  <a:pt x="417195" y="302895"/>
                  <a:pt x="368935" y="302895"/>
                </a:cubicBezTo>
                <a:cubicBezTo>
                  <a:pt x="367030" y="302895"/>
                  <a:pt x="365125" y="303530"/>
                  <a:pt x="363855" y="304800"/>
                </a:cubicBezTo>
                <a:cubicBezTo>
                  <a:pt x="357505" y="307340"/>
                  <a:pt x="352425" y="310515"/>
                  <a:pt x="346710" y="313690"/>
                </a:cubicBezTo>
                <a:cubicBezTo>
                  <a:pt x="344170" y="314960"/>
                  <a:pt x="341630" y="315595"/>
                  <a:pt x="338455" y="315595"/>
                </a:cubicBezTo>
                <a:cubicBezTo>
                  <a:pt x="332740" y="315595"/>
                  <a:pt x="327660" y="315595"/>
                  <a:pt x="321310" y="315595"/>
                </a:cubicBezTo>
                <a:cubicBezTo>
                  <a:pt x="320040" y="315595"/>
                  <a:pt x="319405" y="314960"/>
                  <a:pt x="318135" y="314325"/>
                </a:cubicBezTo>
                <a:cubicBezTo>
                  <a:pt x="306070" y="300355"/>
                  <a:pt x="295910" y="284480"/>
                  <a:pt x="287655" y="267970"/>
                </a:cubicBezTo>
                <a:cubicBezTo>
                  <a:pt x="287655" y="267335"/>
                  <a:pt x="287655" y="266700"/>
                  <a:pt x="287655" y="266065"/>
                </a:cubicBezTo>
                <a:cubicBezTo>
                  <a:pt x="288290" y="266065"/>
                  <a:pt x="288925" y="266065"/>
                  <a:pt x="289560" y="266065"/>
                </a:cubicBezTo>
                <a:cubicBezTo>
                  <a:pt x="304800" y="266065"/>
                  <a:pt x="320040" y="266065"/>
                  <a:pt x="334645" y="266065"/>
                </a:cubicBezTo>
                <a:cubicBezTo>
                  <a:pt x="337185" y="266065"/>
                  <a:pt x="339090" y="266700"/>
                  <a:pt x="340995" y="267335"/>
                </a:cubicBezTo>
                <a:cubicBezTo>
                  <a:pt x="348615" y="271145"/>
                  <a:pt x="356235" y="274320"/>
                  <a:pt x="363855" y="277495"/>
                </a:cubicBezTo>
                <a:cubicBezTo>
                  <a:pt x="365760" y="278765"/>
                  <a:pt x="367030" y="278765"/>
                  <a:pt x="368935" y="278765"/>
                </a:cubicBezTo>
                <a:cubicBezTo>
                  <a:pt x="372110" y="278765"/>
                  <a:pt x="374015" y="278765"/>
                  <a:pt x="377825" y="280035"/>
                </a:cubicBezTo>
                <a:cubicBezTo>
                  <a:pt x="378460" y="280035"/>
                  <a:pt x="379730" y="280035"/>
                  <a:pt x="381000" y="280035"/>
                </a:cubicBezTo>
                <a:cubicBezTo>
                  <a:pt x="380365" y="277495"/>
                  <a:pt x="380365" y="275590"/>
                  <a:pt x="379730" y="273050"/>
                </a:cubicBezTo>
                <a:cubicBezTo>
                  <a:pt x="378460" y="262890"/>
                  <a:pt x="375920" y="252730"/>
                  <a:pt x="371475" y="243205"/>
                </a:cubicBezTo>
                <a:cubicBezTo>
                  <a:pt x="365125" y="227965"/>
                  <a:pt x="353695" y="216535"/>
                  <a:pt x="339725" y="207645"/>
                </a:cubicBezTo>
                <a:cubicBezTo>
                  <a:pt x="326390" y="199390"/>
                  <a:pt x="312420" y="193675"/>
                  <a:pt x="298450" y="189230"/>
                </a:cubicBezTo>
                <a:cubicBezTo>
                  <a:pt x="290830" y="187325"/>
                  <a:pt x="283845" y="185420"/>
                  <a:pt x="276225" y="183515"/>
                </a:cubicBezTo>
                <a:cubicBezTo>
                  <a:pt x="276225" y="182880"/>
                  <a:pt x="276225" y="182245"/>
                  <a:pt x="276225" y="180975"/>
                </a:cubicBezTo>
                <a:cubicBezTo>
                  <a:pt x="279400" y="160655"/>
                  <a:pt x="286385" y="141605"/>
                  <a:pt x="295910" y="124460"/>
                </a:cubicBezTo>
                <a:cubicBezTo>
                  <a:pt x="295910" y="123825"/>
                  <a:pt x="296545" y="123190"/>
                  <a:pt x="297180" y="122555"/>
                </a:cubicBezTo>
                <a:cubicBezTo>
                  <a:pt x="299720" y="123190"/>
                  <a:pt x="302895" y="123825"/>
                  <a:pt x="306070" y="124460"/>
                </a:cubicBezTo>
                <a:cubicBezTo>
                  <a:pt x="325755" y="130175"/>
                  <a:pt x="344805" y="135890"/>
                  <a:pt x="362585" y="145415"/>
                </a:cubicBezTo>
                <a:cubicBezTo>
                  <a:pt x="368300" y="148590"/>
                  <a:pt x="372745" y="151765"/>
                  <a:pt x="377825" y="154940"/>
                </a:cubicBezTo>
                <a:cubicBezTo>
                  <a:pt x="381000" y="156845"/>
                  <a:pt x="381000" y="157480"/>
                  <a:pt x="384810" y="154940"/>
                </a:cubicBezTo>
                <a:cubicBezTo>
                  <a:pt x="384175" y="153670"/>
                  <a:pt x="383540" y="153035"/>
                  <a:pt x="382270" y="151765"/>
                </a:cubicBezTo>
                <a:cubicBezTo>
                  <a:pt x="375285" y="144145"/>
                  <a:pt x="367665" y="138430"/>
                  <a:pt x="359410" y="132080"/>
                </a:cubicBezTo>
                <a:cubicBezTo>
                  <a:pt x="344805" y="120650"/>
                  <a:pt x="330200" y="111760"/>
                  <a:pt x="314960" y="102870"/>
                </a:cubicBezTo>
                <a:cubicBezTo>
                  <a:pt x="314325" y="102235"/>
                  <a:pt x="313055" y="101600"/>
                  <a:pt x="312420" y="100965"/>
                </a:cubicBezTo>
                <a:cubicBezTo>
                  <a:pt x="313690" y="99060"/>
                  <a:pt x="315595" y="97155"/>
                  <a:pt x="316865" y="95885"/>
                </a:cubicBezTo>
                <a:cubicBezTo>
                  <a:pt x="328930" y="82550"/>
                  <a:pt x="342265" y="71755"/>
                  <a:pt x="357505" y="62865"/>
                </a:cubicBezTo>
                <a:cubicBezTo>
                  <a:pt x="359410" y="61595"/>
                  <a:pt x="360680" y="61595"/>
                  <a:pt x="362585" y="62230"/>
                </a:cubicBezTo>
                <a:cubicBezTo>
                  <a:pt x="374650" y="67310"/>
                  <a:pt x="385445" y="74295"/>
                  <a:pt x="395605" y="82550"/>
                </a:cubicBezTo>
                <a:cubicBezTo>
                  <a:pt x="409575" y="93345"/>
                  <a:pt x="423545" y="107315"/>
                  <a:pt x="435610" y="120650"/>
                </a:cubicBezTo>
                <a:lnTo>
                  <a:pt x="436245" y="121285"/>
                </a:lnTo>
                <a:cubicBezTo>
                  <a:pt x="439420" y="124460"/>
                  <a:pt x="440055" y="125095"/>
                  <a:pt x="444500" y="122555"/>
                </a:cubicBezTo>
                <a:cubicBezTo>
                  <a:pt x="443865" y="121285"/>
                  <a:pt x="443230" y="120015"/>
                  <a:pt x="442595" y="119380"/>
                </a:cubicBezTo>
                <a:cubicBezTo>
                  <a:pt x="435610" y="105410"/>
                  <a:pt x="426720" y="92710"/>
                  <a:pt x="417195" y="81280"/>
                </a:cubicBezTo>
                <a:cubicBezTo>
                  <a:pt x="408305" y="70485"/>
                  <a:pt x="398145" y="60960"/>
                  <a:pt x="387350" y="51435"/>
                </a:cubicBezTo>
                <a:cubicBezTo>
                  <a:pt x="387350" y="50800"/>
                  <a:pt x="386715" y="50800"/>
                  <a:pt x="386080" y="50165"/>
                </a:cubicBezTo>
                <a:lnTo>
                  <a:pt x="386080" y="49530"/>
                </a:lnTo>
                <a:cubicBezTo>
                  <a:pt x="391160" y="48260"/>
                  <a:pt x="394970" y="46355"/>
                  <a:pt x="400050" y="45085"/>
                </a:cubicBezTo>
                <a:cubicBezTo>
                  <a:pt x="415290" y="41910"/>
                  <a:pt x="430530" y="40640"/>
                  <a:pt x="445770" y="41275"/>
                </a:cubicBezTo>
                <a:close/>
                <a:moveTo>
                  <a:pt x="436880" y="16510"/>
                </a:moveTo>
                <a:cubicBezTo>
                  <a:pt x="334010" y="16510"/>
                  <a:pt x="250190" y="99695"/>
                  <a:pt x="249555" y="202565"/>
                </a:cubicBezTo>
                <a:cubicBezTo>
                  <a:pt x="249555" y="304800"/>
                  <a:pt x="332105" y="388620"/>
                  <a:pt x="435610" y="389255"/>
                </a:cubicBezTo>
                <a:cubicBezTo>
                  <a:pt x="537845" y="389890"/>
                  <a:pt x="622300" y="306705"/>
                  <a:pt x="622300" y="203200"/>
                </a:cubicBezTo>
                <a:cubicBezTo>
                  <a:pt x="622300" y="99060"/>
                  <a:pt x="537845" y="16510"/>
                  <a:pt x="436880" y="16510"/>
                </a:cubicBezTo>
                <a:close/>
                <a:moveTo>
                  <a:pt x="436245" y="0"/>
                </a:moveTo>
                <a:cubicBezTo>
                  <a:pt x="548005" y="0"/>
                  <a:pt x="639445" y="89535"/>
                  <a:pt x="639445" y="203200"/>
                </a:cubicBezTo>
                <a:cubicBezTo>
                  <a:pt x="639445" y="315595"/>
                  <a:pt x="548640" y="406400"/>
                  <a:pt x="435610" y="406400"/>
                </a:cubicBezTo>
                <a:cubicBezTo>
                  <a:pt x="322580" y="406400"/>
                  <a:pt x="232410" y="315595"/>
                  <a:pt x="232410" y="203200"/>
                </a:cubicBezTo>
                <a:cubicBezTo>
                  <a:pt x="232410" y="90805"/>
                  <a:pt x="323850" y="0"/>
                  <a:pt x="436245"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26" name="VW Nutzfahrzeuge">
            <a:extLst>
              <a:ext uri="{FF2B5EF4-FFF2-40B4-BE49-F238E27FC236}">
                <a16:creationId xmlns:a16="http://schemas.microsoft.com/office/drawing/2014/main" id="{FBCF2B93-DB93-172C-B325-537E28A928EA}"/>
              </a:ext>
            </a:extLst>
          </p:cNvPr>
          <p:cNvSpPr/>
          <p:nvPr userDrawn="1"/>
        </p:nvSpPr>
        <p:spPr>
          <a:xfrm>
            <a:off x="4093210" y="1875154"/>
            <a:ext cx="830581" cy="732791"/>
          </a:xfrm>
          <a:custGeom>
            <a:avLst/>
            <a:gdLst>
              <a:gd name="connsiteX0" fmla="*/ 346710 w 830581"/>
              <a:gd name="connsiteY0" fmla="*/ 681356 h 732791"/>
              <a:gd name="connsiteX1" fmla="*/ 331471 w 830581"/>
              <a:gd name="connsiteY1" fmla="*/ 688341 h 732791"/>
              <a:gd name="connsiteX2" fmla="*/ 339090 w 830581"/>
              <a:gd name="connsiteY2" fmla="*/ 695326 h 732791"/>
              <a:gd name="connsiteX3" fmla="*/ 352425 w 830581"/>
              <a:gd name="connsiteY3" fmla="*/ 691516 h 732791"/>
              <a:gd name="connsiteX4" fmla="*/ 353060 w 830581"/>
              <a:gd name="connsiteY4" fmla="*/ 691516 h 732791"/>
              <a:gd name="connsiteX5" fmla="*/ 353060 w 830581"/>
              <a:gd name="connsiteY5" fmla="*/ 681356 h 732791"/>
              <a:gd name="connsiteX6" fmla="*/ 731521 w 830581"/>
              <a:gd name="connsiteY6" fmla="*/ 659766 h 732791"/>
              <a:gd name="connsiteX7" fmla="*/ 717551 w 830581"/>
              <a:gd name="connsiteY7" fmla="*/ 676911 h 732791"/>
              <a:gd name="connsiteX8" fmla="*/ 731521 w 830581"/>
              <a:gd name="connsiteY8" fmla="*/ 694056 h 732791"/>
              <a:gd name="connsiteX9" fmla="*/ 743586 w 830581"/>
              <a:gd name="connsiteY9" fmla="*/ 690881 h 732791"/>
              <a:gd name="connsiteX10" fmla="*/ 743586 w 830581"/>
              <a:gd name="connsiteY10" fmla="*/ 663576 h 732791"/>
              <a:gd name="connsiteX11" fmla="*/ 731521 w 830581"/>
              <a:gd name="connsiteY11" fmla="*/ 659766 h 732791"/>
              <a:gd name="connsiteX12" fmla="*/ 802641 w 830581"/>
              <a:gd name="connsiteY12" fmla="*/ 657861 h 732791"/>
              <a:gd name="connsiteX13" fmla="*/ 789941 w 830581"/>
              <a:gd name="connsiteY13" fmla="*/ 671831 h 732791"/>
              <a:gd name="connsiteX14" fmla="*/ 815341 w 830581"/>
              <a:gd name="connsiteY14" fmla="*/ 671831 h 732791"/>
              <a:gd name="connsiteX15" fmla="*/ 815341 w 830581"/>
              <a:gd name="connsiteY15" fmla="*/ 669926 h 732791"/>
              <a:gd name="connsiteX16" fmla="*/ 802641 w 830581"/>
              <a:gd name="connsiteY16" fmla="*/ 657861 h 732791"/>
              <a:gd name="connsiteX17" fmla="*/ 590550 w 830581"/>
              <a:gd name="connsiteY17" fmla="*/ 657861 h 732791"/>
              <a:gd name="connsiteX18" fmla="*/ 577850 w 830581"/>
              <a:gd name="connsiteY18" fmla="*/ 671831 h 732791"/>
              <a:gd name="connsiteX19" fmla="*/ 603250 w 830581"/>
              <a:gd name="connsiteY19" fmla="*/ 671831 h 732791"/>
              <a:gd name="connsiteX20" fmla="*/ 603250 w 830581"/>
              <a:gd name="connsiteY20" fmla="*/ 669926 h 732791"/>
              <a:gd name="connsiteX21" fmla="*/ 590550 w 830581"/>
              <a:gd name="connsiteY21" fmla="*/ 657861 h 732791"/>
              <a:gd name="connsiteX22" fmla="*/ 631190 w 830581"/>
              <a:gd name="connsiteY22" fmla="*/ 647700 h 732791"/>
              <a:gd name="connsiteX23" fmla="*/ 647700 w 830581"/>
              <a:gd name="connsiteY23" fmla="*/ 647700 h 732791"/>
              <a:gd name="connsiteX24" fmla="*/ 647700 w 830581"/>
              <a:gd name="connsiteY24" fmla="*/ 683260 h 732791"/>
              <a:gd name="connsiteX25" fmla="*/ 657860 w 830581"/>
              <a:gd name="connsiteY25" fmla="*/ 695325 h 732791"/>
              <a:gd name="connsiteX26" fmla="*/ 670560 w 830581"/>
              <a:gd name="connsiteY26" fmla="*/ 690245 h 732791"/>
              <a:gd name="connsiteX27" fmla="*/ 670560 w 830581"/>
              <a:gd name="connsiteY27" fmla="*/ 647700 h 732791"/>
              <a:gd name="connsiteX28" fmla="*/ 687070 w 830581"/>
              <a:gd name="connsiteY28" fmla="*/ 647700 h 732791"/>
              <a:gd name="connsiteX29" fmla="*/ 687070 w 830581"/>
              <a:gd name="connsiteY29" fmla="*/ 706755 h 732791"/>
              <a:gd name="connsiteX30" fmla="*/ 673735 w 830581"/>
              <a:gd name="connsiteY30" fmla="*/ 706755 h 732791"/>
              <a:gd name="connsiteX31" fmla="*/ 671195 w 830581"/>
              <a:gd name="connsiteY31" fmla="*/ 701040 h 732791"/>
              <a:gd name="connsiteX32" fmla="*/ 652780 w 830581"/>
              <a:gd name="connsiteY32" fmla="*/ 708660 h 732791"/>
              <a:gd name="connsiteX33" fmla="*/ 631190 w 830581"/>
              <a:gd name="connsiteY33" fmla="*/ 685165 h 732791"/>
              <a:gd name="connsiteX34" fmla="*/ 504826 w 830581"/>
              <a:gd name="connsiteY34" fmla="*/ 647700 h 732791"/>
              <a:gd name="connsiteX35" fmla="*/ 551816 w 830581"/>
              <a:gd name="connsiteY35" fmla="*/ 647700 h 732791"/>
              <a:gd name="connsiteX36" fmla="*/ 551816 w 830581"/>
              <a:gd name="connsiteY36" fmla="*/ 656590 h 732791"/>
              <a:gd name="connsiteX37" fmla="*/ 523241 w 830581"/>
              <a:gd name="connsiteY37" fmla="*/ 694055 h 732791"/>
              <a:gd name="connsiteX38" fmla="*/ 551816 w 830581"/>
              <a:gd name="connsiteY38" fmla="*/ 694055 h 732791"/>
              <a:gd name="connsiteX39" fmla="*/ 551816 w 830581"/>
              <a:gd name="connsiteY39" fmla="*/ 706755 h 732791"/>
              <a:gd name="connsiteX40" fmla="*/ 502921 w 830581"/>
              <a:gd name="connsiteY40" fmla="*/ 706755 h 732791"/>
              <a:gd name="connsiteX41" fmla="*/ 502921 w 830581"/>
              <a:gd name="connsiteY41" fmla="*/ 697865 h 732791"/>
              <a:gd name="connsiteX42" fmla="*/ 531496 w 830581"/>
              <a:gd name="connsiteY42" fmla="*/ 660400 h 732791"/>
              <a:gd name="connsiteX43" fmla="*/ 504826 w 830581"/>
              <a:gd name="connsiteY43" fmla="*/ 660400 h 732791"/>
              <a:gd name="connsiteX44" fmla="*/ 211455 w 830581"/>
              <a:gd name="connsiteY44" fmla="*/ 647700 h 732791"/>
              <a:gd name="connsiteX45" fmla="*/ 258445 w 830581"/>
              <a:gd name="connsiteY45" fmla="*/ 647700 h 732791"/>
              <a:gd name="connsiteX46" fmla="*/ 258445 w 830581"/>
              <a:gd name="connsiteY46" fmla="*/ 656590 h 732791"/>
              <a:gd name="connsiteX47" fmla="*/ 229870 w 830581"/>
              <a:gd name="connsiteY47" fmla="*/ 694055 h 732791"/>
              <a:gd name="connsiteX48" fmla="*/ 258445 w 830581"/>
              <a:gd name="connsiteY48" fmla="*/ 694055 h 732791"/>
              <a:gd name="connsiteX49" fmla="*/ 258445 w 830581"/>
              <a:gd name="connsiteY49" fmla="*/ 706755 h 732791"/>
              <a:gd name="connsiteX50" fmla="*/ 209550 w 830581"/>
              <a:gd name="connsiteY50" fmla="*/ 706755 h 732791"/>
              <a:gd name="connsiteX51" fmla="*/ 209550 w 830581"/>
              <a:gd name="connsiteY51" fmla="*/ 697865 h 732791"/>
              <a:gd name="connsiteX52" fmla="*/ 238125 w 830581"/>
              <a:gd name="connsiteY52" fmla="*/ 660400 h 732791"/>
              <a:gd name="connsiteX53" fmla="*/ 211455 w 830581"/>
              <a:gd name="connsiteY53" fmla="*/ 660400 h 732791"/>
              <a:gd name="connsiteX54" fmla="*/ 88900 w 830581"/>
              <a:gd name="connsiteY54" fmla="*/ 647700 h 732791"/>
              <a:gd name="connsiteX55" fmla="*/ 105410 w 830581"/>
              <a:gd name="connsiteY55" fmla="*/ 647700 h 732791"/>
              <a:gd name="connsiteX56" fmla="*/ 105410 w 830581"/>
              <a:gd name="connsiteY56" fmla="*/ 683260 h 732791"/>
              <a:gd name="connsiteX57" fmla="*/ 115570 w 830581"/>
              <a:gd name="connsiteY57" fmla="*/ 695325 h 732791"/>
              <a:gd name="connsiteX58" fmla="*/ 128270 w 830581"/>
              <a:gd name="connsiteY58" fmla="*/ 690245 h 732791"/>
              <a:gd name="connsiteX59" fmla="*/ 128270 w 830581"/>
              <a:gd name="connsiteY59" fmla="*/ 647700 h 732791"/>
              <a:gd name="connsiteX60" fmla="*/ 144780 w 830581"/>
              <a:gd name="connsiteY60" fmla="*/ 647700 h 732791"/>
              <a:gd name="connsiteX61" fmla="*/ 144780 w 830581"/>
              <a:gd name="connsiteY61" fmla="*/ 706755 h 732791"/>
              <a:gd name="connsiteX62" fmla="*/ 131445 w 830581"/>
              <a:gd name="connsiteY62" fmla="*/ 706755 h 732791"/>
              <a:gd name="connsiteX63" fmla="*/ 128905 w 830581"/>
              <a:gd name="connsiteY63" fmla="*/ 701040 h 732791"/>
              <a:gd name="connsiteX64" fmla="*/ 110490 w 830581"/>
              <a:gd name="connsiteY64" fmla="*/ 708660 h 732791"/>
              <a:gd name="connsiteX65" fmla="*/ 88900 w 830581"/>
              <a:gd name="connsiteY65" fmla="*/ 685165 h 732791"/>
              <a:gd name="connsiteX66" fmla="*/ 802641 w 830581"/>
              <a:gd name="connsiteY66" fmla="*/ 645796 h 732791"/>
              <a:gd name="connsiteX67" fmla="*/ 830581 w 830581"/>
              <a:gd name="connsiteY67" fmla="*/ 671196 h 732791"/>
              <a:gd name="connsiteX68" fmla="*/ 829310 w 830581"/>
              <a:gd name="connsiteY68" fmla="*/ 681991 h 732791"/>
              <a:gd name="connsiteX69" fmla="*/ 789306 w 830581"/>
              <a:gd name="connsiteY69" fmla="*/ 681991 h 732791"/>
              <a:gd name="connsiteX70" fmla="*/ 804546 w 830581"/>
              <a:gd name="connsiteY70" fmla="*/ 695326 h 732791"/>
              <a:gd name="connsiteX71" fmla="*/ 823596 w 830581"/>
              <a:gd name="connsiteY71" fmla="*/ 691516 h 732791"/>
              <a:gd name="connsiteX72" fmla="*/ 827406 w 830581"/>
              <a:gd name="connsiteY72" fmla="*/ 703581 h 732791"/>
              <a:gd name="connsiteX73" fmla="*/ 803276 w 830581"/>
              <a:gd name="connsiteY73" fmla="*/ 708661 h 732791"/>
              <a:gd name="connsiteX74" fmla="*/ 772796 w 830581"/>
              <a:gd name="connsiteY74" fmla="*/ 676911 h 732791"/>
              <a:gd name="connsiteX75" fmla="*/ 802641 w 830581"/>
              <a:gd name="connsiteY75" fmla="*/ 645796 h 732791"/>
              <a:gd name="connsiteX76" fmla="*/ 726441 w 830581"/>
              <a:gd name="connsiteY76" fmla="*/ 645796 h 732791"/>
              <a:gd name="connsiteX77" fmla="*/ 744856 w 830581"/>
              <a:gd name="connsiteY77" fmla="*/ 652781 h 732791"/>
              <a:gd name="connsiteX78" fmla="*/ 747396 w 830581"/>
              <a:gd name="connsiteY78" fmla="*/ 647701 h 732791"/>
              <a:gd name="connsiteX79" fmla="*/ 760096 w 830581"/>
              <a:gd name="connsiteY79" fmla="*/ 647701 h 732791"/>
              <a:gd name="connsiteX80" fmla="*/ 760096 w 830581"/>
              <a:gd name="connsiteY80" fmla="*/ 702946 h 732791"/>
              <a:gd name="connsiteX81" fmla="*/ 729616 w 830581"/>
              <a:gd name="connsiteY81" fmla="*/ 732791 h 732791"/>
              <a:gd name="connsiteX82" fmla="*/ 706121 w 830581"/>
              <a:gd name="connsiteY82" fmla="*/ 727076 h 732791"/>
              <a:gd name="connsiteX83" fmla="*/ 711201 w 830581"/>
              <a:gd name="connsiteY83" fmla="*/ 715011 h 732791"/>
              <a:gd name="connsiteX84" fmla="*/ 729616 w 830581"/>
              <a:gd name="connsiteY84" fmla="*/ 719456 h 732791"/>
              <a:gd name="connsiteX85" fmla="*/ 743586 w 830581"/>
              <a:gd name="connsiteY85" fmla="*/ 706121 h 732791"/>
              <a:gd name="connsiteX86" fmla="*/ 743586 w 830581"/>
              <a:gd name="connsiteY86" fmla="*/ 701676 h 732791"/>
              <a:gd name="connsiteX87" fmla="*/ 726441 w 830581"/>
              <a:gd name="connsiteY87" fmla="*/ 707391 h 732791"/>
              <a:gd name="connsiteX88" fmla="*/ 700406 w 830581"/>
              <a:gd name="connsiteY88" fmla="*/ 676911 h 732791"/>
              <a:gd name="connsiteX89" fmla="*/ 726441 w 830581"/>
              <a:gd name="connsiteY89" fmla="*/ 645796 h 732791"/>
              <a:gd name="connsiteX90" fmla="*/ 591185 w 830581"/>
              <a:gd name="connsiteY90" fmla="*/ 645796 h 732791"/>
              <a:gd name="connsiteX91" fmla="*/ 618490 w 830581"/>
              <a:gd name="connsiteY91" fmla="*/ 671196 h 732791"/>
              <a:gd name="connsiteX92" fmla="*/ 617855 w 830581"/>
              <a:gd name="connsiteY92" fmla="*/ 681991 h 732791"/>
              <a:gd name="connsiteX93" fmla="*/ 577850 w 830581"/>
              <a:gd name="connsiteY93" fmla="*/ 681991 h 732791"/>
              <a:gd name="connsiteX94" fmla="*/ 593090 w 830581"/>
              <a:gd name="connsiteY94" fmla="*/ 695326 h 732791"/>
              <a:gd name="connsiteX95" fmla="*/ 612140 w 830581"/>
              <a:gd name="connsiteY95" fmla="*/ 691516 h 732791"/>
              <a:gd name="connsiteX96" fmla="*/ 615950 w 830581"/>
              <a:gd name="connsiteY96" fmla="*/ 703581 h 732791"/>
              <a:gd name="connsiteX97" fmla="*/ 591820 w 830581"/>
              <a:gd name="connsiteY97" fmla="*/ 708661 h 732791"/>
              <a:gd name="connsiteX98" fmla="*/ 561340 w 830581"/>
              <a:gd name="connsiteY98" fmla="*/ 676911 h 732791"/>
              <a:gd name="connsiteX99" fmla="*/ 591185 w 830581"/>
              <a:gd name="connsiteY99" fmla="*/ 645796 h 732791"/>
              <a:gd name="connsiteX100" fmla="*/ 489586 w 830581"/>
              <a:gd name="connsiteY100" fmla="*/ 645796 h 732791"/>
              <a:gd name="connsiteX101" fmla="*/ 495301 w 830581"/>
              <a:gd name="connsiteY101" fmla="*/ 646431 h 732791"/>
              <a:gd name="connsiteX102" fmla="*/ 494031 w 830581"/>
              <a:gd name="connsiteY102" fmla="*/ 660401 h 732791"/>
              <a:gd name="connsiteX103" fmla="*/ 488316 w 830581"/>
              <a:gd name="connsiteY103" fmla="*/ 659766 h 732791"/>
              <a:gd name="connsiteX104" fmla="*/ 475616 w 830581"/>
              <a:gd name="connsiteY104" fmla="*/ 665481 h 732791"/>
              <a:gd name="connsiteX105" fmla="*/ 475616 w 830581"/>
              <a:gd name="connsiteY105" fmla="*/ 706756 h 732791"/>
              <a:gd name="connsiteX106" fmla="*/ 459106 w 830581"/>
              <a:gd name="connsiteY106" fmla="*/ 706756 h 732791"/>
              <a:gd name="connsiteX107" fmla="*/ 459106 w 830581"/>
              <a:gd name="connsiteY107" fmla="*/ 647701 h 732791"/>
              <a:gd name="connsiteX108" fmla="*/ 472441 w 830581"/>
              <a:gd name="connsiteY108" fmla="*/ 647701 h 732791"/>
              <a:gd name="connsiteX109" fmla="*/ 474981 w 830581"/>
              <a:gd name="connsiteY109" fmla="*/ 654686 h 732791"/>
              <a:gd name="connsiteX110" fmla="*/ 489586 w 830581"/>
              <a:gd name="connsiteY110" fmla="*/ 645796 h 732791"/>
              <a:gd name="connsiteX111" fmla="*/ 343535 w 830581"/>
              <a:gd name="connsiteY111" fmla="*/ 645796 h 732791"/>
              <a:gd name="connsiteX112" fmla="*/ 368935 w 830581"/>
              <a:gd name="connsiteY112" fmla="*/ 669926 h 732791"/>
              <a:gd name="connsiteX113" fmla="*/ 368935 w 830581"/>
              <a:gd name="connsiteY113" fmla="*/ 694056 h 732791"/>
              <a:gd name="connsiteX114" fmla="*/ 370840 w 830581"/>
              <a:gd name="connsiteY114" fmla="*/ 695326 h 732791"/>
              <a:gd name="connsiteX115" fmla="*/ 375285 w 830581"/>
              <a:gd name="connsiteY115" fmla="*/ 695326 h 732791"/>
              <a:gd name="connsiteX116" fmla="*/ 375285 w 830581"/>
              <a:gd name="connsiteY116" fmla="*/ 706756 h 732791"/>
              <a:gd name="connsiteX117" fmla="*/ 366396 w 830581"/>
              <a:gd name="connsiteY117" fmla="*/ 707391 h 732791"/>
              <a:gd name="connsiteX118" fmla="*/ 354330 w 830581"/>
              <a:gd name="connsiteY118" fmla="*/ 700406 h 732791"/>
              <a:gd name="connsiteX119" fmla="*/ 335280 w 830581"/>
              <a:gd name="connsiteY119" fmla="*/ 708026 h 732791"/>
              <a:gd name="connsiteX120" fmla="*/ 314960 w 830581"/>
              <a:gd name="connsiteY120" fmla="*/ 689611 h 732791"/>
              <a:gd name="connsiteX121" fmla="*/ 344171 w 830581"/>
              <a:gd name="connsiteY121" fmla="*/ 669926 h 732791"/>
              <a:gd name="connsiteX122" fmla="*/ 352425 w 830581"/>
              <a:gd name="connsiteY122" fmla="*/ 669926 h 732791"/>
              <a:gd name="connsiteX123" fmla="*/ 352425 w 830581"/>
              <a:gd name="connsiteY123" fmla="*/ 667386 h 732791"/>
              <a:gd name="connsiteX124" fmla="*/ 342265 w 830581"/>
              <a:gd name="connsiteY124" fmla="*/ 659131 h 732791"/>
              <a:gd name="connsiteX125" fmla="*/ 322580 w 830581"/>
              <a:gd name="connsiteY125" fmla="*/ 663576 h 732791"/>
              <a:gd name="connsiteX126" fmla="*/ 318771 w 830581"/>
              <a:gd name="connsiteY126" fmla="*/ 650876 h 732791"/>
              <a:gd name="connsiteX127" fmla="*/ 343535 w 830581"/>
              <a:gd name="connsiteY127" fmla="*/ 645796 h 732791"/>
              <a:gd name="connsiteX128" fmla="*/ 167005 w 830581"/>
              <a:gd name="connsiteY128" fmla="*/ 633731 h 732791"/>
              <a:gd name="connsiteX129" fmla="*/ 183515 w 830581"/>
              <a:gd name="connsiteY129" fmla="*/ 633731 h 732791"/>
              <a:gd name="connsiteX130" fmla="*/ 184150 w 830581"/>
              <a:gd name="connsiteY130" fmla="*/ 633731 h 732791"/>
              <a:gd name="connsiteX131" fmla="*/ 184150 w 830581"/>
              <a:gd name="connsiteY131" fmla="*/ 647701 h 732791"/>
              <a:gd name="connsiteX132" fmla="*/ 201296 w 830581"/>
              <a:gd name="connsiteY132" fmla="*/ 647701 h 732791"/>
              <a:gd name="connsiteX133" fmla="*/ 201296 w 830581"/>
              <a:gd name="connsiteY133" fmla="*/ 660401 h 732791"/>
              <a:gd name="connsiteX134" fmla="*/ 184150 w 830581"/>
              <a:gd name="connsiteY134" fmla="*/ 660401 h 732791"/>
              <a:gd name="connsiteX135" fmla="*/ 184150 w 830581"/>
              <a:gd name="connsiteY135" fmla="*/ 688341 h 732791"/>
              <a:gd name="connsiteX136" fmla="*/ 191135 w 830581"/>
              <a:gd name="connsiteY136" fmla="*/ 695326 h 732791"/>
              <a:gd name="connsiteX137" fmla="*/ 200660 w 830581"/>
              <a:gd name="connsiteY137" fmla="*/ 693421 h 732791"/>
              <a:gd name="connsiteX138" fmla="*/ 200660 w 830581"/>
              <a:gd name="connsiteY138" fmla="*/ 706756 h 732791"/>
              <a:gd name="connsiteX139" fmla="*/ 186690 w 830581"/>
              <a:gd name="connsiteY139" fmla="*/ 708661 h 732791"/>
              <a:gd name="connsiteX140" fmla="*/ 167005 w 830581"/>
              <a:gd name="connsiteY140" fmla="*/ 691516 h 732791"/>
              <a:gd name="connsiteX141" fmla="*/ 167005 w 830581"/>
              <a:gd name="connsiteY141" fmla="*/ 660401 h 732791"/>
              <a:gd name="connsiteX142" fmla="*/ 156210 w 830581"/>
              <a:gd name="connsiteY142" fmla="*/ 660401 h 732791"/>
              <a:gd name="connsiteX143" fmla="*/ 156210 w 830581"/>
              <a:gd name="connsiteY143" fmla="*/ 651511 h 732791"/>
              <a:gd name="connsiteX144" fmla="*/ 167005 w 830581"/>
              <a:gd name="connsiteY144" fmla="*/ 647701 h 732791"/>
              <a:gd name="connsiteX145" fmla="*/ 0 w 830581"/>
              <a:gd name="connsiteY145" fmla="*/ 623571 h 732791"/>
              <a:gd name="connsiteX146" fmla="*/ 17780 w 830581"/>
              <a:gd name="connsiteY146" fmla="*/ 623571 h 732791"/>
              <a:gd name="connsiteX147" fmla="*/ 53975 w 830581"/>
              <a:gd name="connsiteY147" fmla="*/ 680721 h 732791"/>
              <a:gd name="connsiteX148" fmla="*/ 53975 w 830581"/>
              <a:gd name="connsiteY148" fmla="*/ 623571 h 732791"/>
              <a:gd name="connsiteX149" fmla="*/ 71120 w 830581"/>
              <a:gd name="connsiteY149" fmla="*/ 623571 h 732791"/>
              <a:gd name="connsiteX150" fmla="*/ 71120 w 830581"/>
              <a:gd name="connsiteY150" fmla="*/ 706756 h 732791"/>
              <a:gd name="connsiteX151" fmla="*/ 53340 w 830581"/>
              <a:gd name="connsiteY151" fmla="*/ 706756 h 732791"/>
              <a:gd name="connsiteX152" fmla="*/ 17145 w 830581"/>
              <a:gd name="connsiteY152" fmla="*/ 648971 h 732791"/>
              <a:gd name="connsiteX153" fmla="*/ 17145 w 830581"/>
              <a:gd name="connsiteY153" fmla="*/ 706756 h 732791"/>
              <a:gd name="connsiteX154" fmla="*/ 0 w 830581"/>
              <a:gd name="connsiteY154" fmla="*/ 706756 h 732791"/>
              <a:gd name="connsiteX155" fmla="*/ 387350 w 830581"/>
              <a:gd name="connsiteY155" fmla="*/ 621031 h 732791"/>
              <a:gd name="connsiteX156" fmla="*/ 403860 w 830581"/>
              <a:gd name="connsiteY156" fmla="*/ 621031 h 732791"/>
              <a:gd name="connsiteX157" fmla="*/ 403860 w 830581"/>
              <a:gd name="connsiteY157" fmla="*/ 652781 h 732791"/>
              <a:gd name="connsiteX158" fmla="*/ 421640 w 830581"/>
              <a:gd name="connsiteY158" fmla="*/ 645796 h 732791"/>
              <a:gd name="connsiteX159" fmla="*/ 443865 w 830581"/>
              <a:gd name="connsiteY159" fmla="*/ 669291 h 732791"/>
              <a:gd name="connsiteX160" fmla="*/ 443865 w 830581"/>
              <a:gd name="connsiteY160" fmla="*/ 706756 h 732791"/>
              <a:gd name="connsiteX161" fmla="*/ 427355 w 830581"/>
              <a:gd name="connsiteY161" fmla="*/ 706756 h 732791"/>
              <a:gd name="connsiteX162" fmla="*/ 427355 w 830581"/>
              <a:gd name="connsiteY162" fmla="*/ 671196 h 732791"/>
              <a:gd name="connsiteX163" fmla="*/ 416560 w 830581"/>
              <a:gd name="connsiteY163" fmla="*/ 659131 h 732791"/>
              <a:gd name="connsiteX164" fmla="*/ 403860 w 830581"/>
              <a:gd name="connsiteY164" fmla="*/ 664846 h 732791"/>
              <a:gd name="connsiteX165" fmla="*/ 403860 w 830581"/>
              <a:gd name="connsiteY165" fmla="*/ 706756 h 732791"/>
              <a:gd name="connsiteX166" fmla="*/ 387350 w 830581"/>
              <a:gd name="connsiteY166" fmla="*/ 706756 h 732791"/>
              <a:gd name="connsiteX167" fmla="*/ 297815 w 830581"/>
              <a:gd name="connsiteY167" fmla="*/ 621031 h 732791"/>
              <a:gd name="connsiteX168" fmla="*/ 308610 w 830581"/>
              <a:gd name="connsiteY168" fmla="*/ 621666 h 732791"/>
              <a:gd name="connsiteX169" fmla="*/ 308610 w 830581"/>
              <a:gd name="connsiteY169" fmla="*/ 635001 h 732791"/>
              <a:gd name="connsiteX170" fmla="*/ 300355 w 830581"/>
              <a:gd name="connsiteY170" fmla="*/ 634366 h 732791"/>
              <a:gd name="connsiteX171" fmla="*/ 294005 w 830581"/>
              <a:gd name="connsiteY171" fmla="*/ 640716 h 732791"/>
              <a:gd name="connsiteX172" fmla="*/ 294005 w 830581"/>
              <a:gd name="connsiteY172" fmla="*/ 648336 h 732791"/>
              <a:gd name="connsiteX173" fmla="*/ 308610 w 830581"/>
              <a:gd name="connsiteY173" fmla="*/ 648336 h 732791"/>
              <a:gd name="connsiteX174" fmla="*/ 308610 w 830581"/>
              <a:gd name="connsiteY174" fmla="*/ 661036 h 732791"/>
              <a:gd name="connsiteX175" fmla="*/ 294005 w 830581"/>
              <a:gd name="connsiteY175" fmla="*/ 661036 h 732791"/>
              <a:gd name="connsiteX176" fmla="*/ 294005 w 830581"/>
              <a:gd name="connsiteY176" fmla="*/ 707391 h 732791"/>
              <a:gd name="connsiteX177" fmla="*/ 277495 w 830581"/>
              <a:gd name="connsiteY177" fmla="*/ 707391 h 732791"/>
              <a:gd name="connsiteX178" fmla="*/ 277495 w 830581"/>
              <a:gd name="connsiteY178" fmla="*/ 661036 h 732791"/>
              <a:gd name="connsiteX179" fmla="*/ 266700 w 830581"/>
              <a:gd name="connsiteY179" fmla="*/ 661036 h 732791"/>
              <a:gd name="connsiteX180" fmla="*/ 266700 w 830581"/>
              <a:gd name="connsiteY180" fmla="*/ 652146 h 732791"/>
              <a:gd name="connsiteX181" fmla="*/ 277495 w 830581"/>
              <a:gd name="connsiteY181" fmla="*/ 648336 h 732791"/>
              <a:gd name="connsiteX182" fmla="*/ 277495 w 830581"/>
              <a:gd name="connsiteY182" fmla="*/ 640716 h 732791"/>
              <a:gd name="connsiteX183" fmla="*/ 297815 w 830581"/>
              <a:gd name="connsiteY183" fmla="*/ 621031 h 732791"/>
              <a:gd name="connsiteX184" fmla="*/ 203200 w 830581"/>
              <a:gd name="connsiteY184" fmla="*/ 169545 h 732791"/>
              <a:gd name="connsiteX185" fmla="*/ 189865 w 830581"/>
              <a:gd name="connsiteY185" fmla="*/ 248285 h 732791"/>
              <a:gd name="connsiteX186" fmla="*/ 416560 w 830581"/>
              <a:gd name="connsiteY186" fmla="*/ 473710 h 732791"/>
              <a:gd name="connsiteX187" fmla="*/ 643255 w 830581"/>
              <a:gd name="connsiteY187" fmla="*/ 248285 h 732791"/>
              <a:gd name="connsiteX188" fmla="*/ 628650 w 830581"/>
              <a:gd name="connsiteY188" fmla="*/ 169545 h 732791"/>
              <a:gd name="connsiteX189" fmla="*/ 495935 w 830581"/>
              <a:gd name="connsiteY189" fmla="*/ 434340 h 732791"/>
              <a:gd name="connsiteX190" fmla="*/ 487680 w 830581"/>
              <a:gd name="connsiteY190" fmla="*/ 440690 h 732791"/>
              <a:gd name="connsiteX191" fmla="*/ 479425 w 830581"/>
              <a:gd name="connsiteY191" fmla="*/ 434340 h 732791"/>
              <a:gd name="connsiteX192" fmla="*/ 418465 w 830581"/>
              <a:gd name="connsiteY192" fmla="*/ 298450 h 732791"/>
              <a:gd name="connsiteX193" fmla="*/ 415925 w 830581"/>
              <a:gd name="connsiteY193" fmla="*/ 295910 h 732791"/>
              <a:gd name="connsiteX194" fmla="*/ 413385 w 830581"/>
              <a:gd name="connsiteY194" fmla="*/ 298450 h 732791"/>
              <a:gd name="connsiteX195" fmla="*/ 352425 w 830581"/>
              <a:gd name="connsiteY195" fmla="*/ 434340 h 732791"/>
              <a:gd name="connsiteX196" fmla="*/ 344170 w 830581"/>
              <a:gd name="connsiteY196" fmla="*/ 440690 h 732791"/>
              <a:gd name="connsiteX197" fmla="*/ 335915 w 830581"/>
              <a:gd name="connsiteY197" fmla="*/ 434340 h 732791"/>
              <a:gd name="connsiteX198" fmla="*/ 306070 w 830581"/>
              <a:gd name="connsiteY198" fmla="*/ 50800 h 732791"/>
              <a:gd name="connsiteX199" fmla="*/ 224790 w 830581"/>
              <a:gd name="connsiteY199" fmla="*/ 127000 h 732791"/>
              <a:gd name="connsiteX200" fmla="*/ 340360 w 830581"/>
              <a:gd name="connsiteY200" fmla="*/ 358140 h 732791"/>
              <a:gd name="connsiteX201" fmla="*/ 342900 w 830581"/>
              <a:gd name="connsiteY201" fmla="*/ 360680 h 732791"/>
              <a:gd name="connsiteX202" fmla="*/ 345440 w 830581"/>
              <a:gd name="connsiteY202" fmla="*/ 358140 h 732791"/>
              <a:gd name="connsiteX203" fmla="*/ 388620 w 830581"/>
              <a:gd name="connsiteY203" fmla="*/ 259715 h 732791"/>
              <a:gd name="connsiteX204" fmla="*/ 394970 w 830581"/>
              <a:gd name="connsiteY204" fmla="*/ 255270 h 732791"/>
              <a:gd name="connsiteX205" fmla="*/ 434975 w 830581"/>
              <a:gd name="connsiteY205" fmla="*/ 255270 h 732791"/>
              <a:gd name="connsiteX206" fmla="*/ 441325 w 830581"/>
              <a:gd name="connsiteY206" fmla="*/ 259715 h 732791"/>
              <a:gd name="connsiteX207" fmla="*/ 484505 w 830581"/>
              <a:gd name="connsiteY207" fmla="*/ 358140 h 732791"/>
              <a:gd name="connsiteX208" fmla="*/ 487045 w 830581"/>
              <a:gd name="connsiteY208" fmla="*/ 360680 h 732791"/>
              <a:gd name="connsiteX209" fmla="*/ 489585 w 830581"/>
              <a:gd name="connsiteY209" fmla="*/ 358140 h 732791"/>
              <a:gd name="connsiteX210" fmla="*/ 605155 w 830581"/>
              <a:gd name="connsiteY210" fmla="*/ 127000 h 732791"/>
              <a:gd name="connsiteX211" fmla="*/ 523875 w 830581"/>
              <a:gd name="connsiteY211" fmla="*/ 50800 h 732791"/>
              <a:gd name="connsiteX212" fmla="*/ 441325 w 830581"/>
              <a:gd name="connsiteY212" fmla="*/ 234315 h 732791"/>
              <a:gd name="connsiteX213" fmla="*/ 434975 w 830581"/>
              <a:gd name="connsiteY213" fmla="*/ 238760 h 732791"/>
              <a:gd name="connsiteX214" fmla="*/ 394970 w 830581"/>
              <a:gd name="connsiteY214" fmla="*/ 238760 h 732791"/>
              <a:gd name="connsiteX215" fmla="*/ 388620 w 830581"/>
              <a:gd name="connsiteY215" fmla="*/ 234315 h 732791"/>
              <a:gd name="connsiteX216" fmla="*/ 415290 w 830581"/>
              <a:gd name="connsiteY216" fmla="*/ 22225 h 732791"/>
              <a:gd name="connsiteX217" fmla="*/ 342265 w 830581"/>
              <a:gd name="connsiteY217" fmla="*/ 34925 h 732791"/>
              <a:gd name="connsiteX218" fmla="*/ 413385 w 830581"/>
              <a:gd name="connsiteY218" fmla="*/ 193675 h 732791"/>
              <a:gd name="connsiteX219" fmla="*/ 415925 w 830581"/>
              <a:gd name="connsiteY219" fmla="*/ 196215 h 732791"/>
              <a:gd name="connsiteX220" fmla="*/ 418465 w 830581"/>
              <a:gd name="connsiteY220" fmla="*/ 193675 h 732791"/>
              <a:gd name="connsiteX221" fmla="*/ 489585 w 830581"/>
              <a:gd name="connsiteY221" fmla="*/ 34925 h 732791"/>
              <a:gd name="connsiteX222" fmla="*/ 415290 w 830581"/>
              <a:gd name="connsiteY222" fmla="*/ 22225 h 732791"/>
              <a:gd name="connsiteX223" fmla="*/ 415290 w 830581"/>
              <a:gd name="connsiteY223" fmla="*/ 0 h 732791"/>
              <a:gd name="connsiteX224" fmla="*/ 665480 w 830581"/>
              <a:gd name="connsiteY224" fmla="*/ 248285 h 732791"/>
              <a:gd name="connsiteX225" fmla="*/ 415290 w 830581"/>
              <a:gd name="connsiteY225" fmla="*/ 496570 h 732791"/>
              <a:gd name="connsiteX226" fmla="*/ 165100 w 830581"/>
              <a:gd name="connsiteY226" fmla="*/ 248285 h 732791"/>
              <a:gd name="connsiteX227" fmla="*/ 415290 w 830581"/>
              <a:gd name="connsiteY227" fmla="*/ 0 h 73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Lst>
            <a:rect l="l" t="t" r="r" b="b"/>
            <a:pathLst>
              <a:path w="830581" h="732791">
                <a:moveTo>
                  <a:pt x="346710" y="681356"/>
                </a:moveTo>
                <a:cubicBezTo>
                  <a:pt x="335915" y="681356"/>
                  <a:pt x="331471" y="683896"/>
                  <a:pt x="331471" y="688341"/>
                </a:cubicBezTo>
                <a:cubicBezTo>
                  <a:pt x="331471" y="693421"/>
                  <a:pt x="334010" y="695326"/>
                  <a:pt x="339090" y="695326"/>
                </a:cubicBezTo>
                <a:cubicBezTo>
                  <a:pt x="342900" y="695326"/>
                  <a:pt x="349250" y="694056"/>
                  <a:pt x="352425" y="691516"/>
                </a:cubicBezTo>
                <a:lnTo>
                  <a:pt x="353060" y="691516"/>
                </a:lnTo>
                <a:lnTo>
                  <a:pt x="353060" y="681356"/>
                </a:lnTo>
                <a:close/>
                <a:moveTo>
                  <a:pt x="731521" y="659766"/>
                </a:moveTo>
                <a:cubicBezTo>
                  <a:pt x="721996" y="659766"/>
                  <a:pt x="717551" y="666116"/>
                  <a:pt x="717551" y="676911"/>
                </a:cubicBezTo>
                <a:cubicBezTo>
                  <a:pt x="717551" y="687706"/>
                  <a:pt x="721361" y="694056"/>
                  <a:pt x="731521" y="694056"/>
                </a:cubicBezTo>
                <a:cubicBezTo>
                  <a:pt x="735966" y="694056"/>
                  <a:pt x="740411" y="692786"/>
                  <a:pt x="743586" y="690881"/>
                </a:cubicBezTo>
                <a:lnTo>
                  <a:pt x="743586" y="663576"/>
                </a:lnTo>
                <a:cubicBezTo>
                  <a:pt x="740411" y="661671"/>
                  <a:pt x="735966" y="659766"/>
                  <a:pt x="731521" y="659766"/>
                </a:cubicBezTo>
                <a:close/>
                <a:moveTo>
                  <a:pt x="802641" y="657861"/>
                </a:moveTo>
                <a:cubicBezTo>
                  <a:pt x="794385" y="657861"/>
                  <a:pt x="790576" y="664846"/>
                  <a:pt x="789941" y="671831"/>
                </a:cubicBezTo>
                <a:lnTo>
                  <a:pt x="815341" y="671831"/>
                </a:lnTo>
                <a:cubicBezTo>
                  <a:pt x="815341" y="671196"/>
                  <a:pt x="815341" y="670561"/>
                  <a:pt x="815341" y="669926"/>
                </a:cubicBezTo>
                <a:cubicBezTo>
                  <a:pt x="815341" y="663576"/>
                  <a:pt x="812166" y="657861"/>
                  <a:pt x="802641" y="657861"/>
                </a:cubicBezTo>
                <a:close/>
                <a:moveTo>
                  <a:pt x="590550" y="657861"/>
                </a:moveTo>
                <a:cubicBezTo>
                  <a:pt x="582295" y="657861"/>
                  <a:pt x="578485" y="664846"/>
                  <a:pt x="577850" y="671831"/>
                </a:cubicBezTo>
                <a:lnTo>
                  <a:pt x="603250" y="671831"/>
                </a:lnTo>
                <a:cubicBezTo>
                  <a:pt x="603885" y="671196"/>
                  <a:pt x="603885" y="670561"/>
                  <a:pt x="603250" y="669926"/>
                </a:cubicBezTo>
                <a:cubicBezTo>
                  <a:pt x="603250" y="663576"/>
                  <a:pt x="600075" y="657861"/>
                  <a:pt x="590550" y="657861"/>
                </a:cubicBezTo>
                <a:close/>
                <a:moveTo>
                  <a:pt x="631190" y="647700"/>
                </a:moveTo>
                <a:lnTo>
                  <a:pt x="647700" y="647700"/>
                </a:lnTo>
                <a:lnTo>
                  <a:pt x="647700" y="683260"/>
                </a:lnTo>
                <a:cubicBezTo>
                  <a:pt x="647700" y="691515"/>
                  <a:pt x="650875" y="695325"/>
                  <a:pt x="657860" y="695325"/>
                </a:cubicBezTo>
                <a:cubicBezTo>
                  <a:pt x="663575" y="695325"/>
                  <a:pt x="668020" y="692150"/>
                  <a:pt x="670560" y="690245"/>
                </a:cubicBezTo>
                <a:lnTo>
                  <a:pt x="670560" y="647700"/>
                </a:lnTo>
                <a:lnTo>
                  <a:pt x="687070" y="647700"/>
                </a:lnTo>
                <a:lnTo>
                  <a:pt x="687070" y="706755"/>
                </a:lnTo>
                <a:lnTo>
                  <a:pt x="673735" y="706755"/>
                </a:lnTo>
                <a:lnTo>
                  <a:pt x="671195" y="701040"/>
                </a:lnTo>
                <a:cubicBezTo>
                  <a:pt x="668020" y="704215"/>
                  <a:pt x="662305" y="708660"/>
                  <a:pt x="652780" y="708660"/>
                </a:cubicBezTo>
                <a:cubicBezTo>
                  <a:pt x="638810" y="708660"/>
                  <a:pt x="631190" y="699135"/>
                  <a:pt x="631190" y="685165"/>
                </a:cubicBezTo>
                <a:close/>
                <a:moveTo>
                  <a:pt x="504826" y="647700"/>
                </a:moveTo>
                <a:lnTo>
                  <a:pt x="551816" y="647700"/>
                </a:lnTo>
                <a:lnTo>
                  <a:pt x="551816" y="656590"/>
                </a:lnTo>
                <a:lnTo>
                  <a:pt x="523241" y="694055"/>
                </a:lnTo>
                <a:lnTo>
                  <a:pt x="551816" y="694055"/>
                </a:lnTo>
                <a:lnTo>
                  <a:pt x="551816" y="706755"/>
                </a:lnTo>
                <a:lnTo>
                  <a:pt x="502921" y="706755"/>
                </a:lnTo>
                <a:lnTo>
                  <a:pt x="502921" y="697865"/>
                </a:lnTo>
                <a:lnTo>
                  <a:pt x="531496" y="660400"/>
                </a:lnTo>
                <a:lnTo>
                  <a:pt x="504826" y="660400"/>
                </a:lnTo>
                <a:close/>
                <a:moveTo>
                  <a:pt x="211455" y="647700"/>
                </a:moveTo>
                <a:lnTo>
                  <a:pt x="258445" y="647700"/>
                </a:lnTo>
                <a:lnTo>
                  <a:pt x="258445" y="656590"/>
                </a:lnTo>
                <a:lnTo>
                  <a:pt x="229870" y="694055"/>
                </a:lnTo>
                <a:lnTo>
                  <a:pt x="258445" y="694055"/>
                </a:lnTo>
                <a:lnTo>
                  <a:pt x="258445" y="706755"/>
                </a:lnTo>
                <a:lnTo>
                  <a:pt x="209550" y="706755"/>
                </a:lnTo>
                <a:lnTo>
                  <a:pt x="209550" y="697865"/>
                </a:lnTo>
                <a:lnTo>
                  <a:pt x="238125" y="660400"/>
                </a:lnTo>
                <a:lnTo>
                  <a:pt x="211455" y="660400"/>
                </a:lnTo>
                <a:close/>
                <a:moveTo>
                  <a:pt x="88900" y="647700"/>
                </a:moveTo>
                <a:lnTo>
                  <a:pt x="105410" y="647700"/>
                </a:lnTo>
                <a:lnTo>
                  <a:pt x="105410" y="683260"/>
                </a:lnTo>
                <a:cubicBezTo>
                  <a:pt x="105410" y="691515"/>
                  <a:pt x="108585" y="695325"/>
                  <a:pt x="115570" y="695325"/>
                </a:cubicBezTo>
                <a:cubicBezTo>
                  <a:pt x="121285" y="695325"/>
                  <a:pt x="125730" y="692150"/>
                  <a:pt x="128270" y="690245"/>
                </a:cubicBezTo>
                <a:lnTo>
                  <a:pt x="128270" y="647700"/>
                </a:lnTo>
                <a:lnTo>
                  <a:pt x="144780" y="647700"/>
                </a:lnTo>
                <a:lnTo>
                  <a:pt x="144780" y="706755"/>
                </a:lnTo>
                <a:lnTo>
                  <a:pt x="131445" y="706755"/>
                </a:lnTo>
                <a:lnTo>
                  <a:pt x="128905" y="701040"/>
                </a:lnTo>
                <a:cubicBezTo>
                  <a:pt x="125730" y="704215"/>
                  <a:pt x="120015" y="708660"/>
                  <a:pt x="110490" y="708660"/>
                </a:cubicBezTo>
                <a:cubicBezTo>
                  <a:pt x="96520" y="708660"/>
                  <a:pt x="88900" y="699135"/>
                  <a:pt x="88900" y="685165"/>
                </a:cubicBezTo>
                <a:close/>
                <a:moveTo>
                  <a:pt x="802641" y="645796"/>
                </a:moveTo>
                <a:cubicBezTo>
                  <a:pt x="822326" y="645796"/>
                  <a:pt x="830581" y="657226"/>
                  <a:pt x="830581" y="671196"/>
                </a:cubicBezTo>
                <a:cubicBezTo>
                  <a:pt x="830581" y="675006"/>
                  <a:pt x="829946" y="680086"/>
                  <a:pt x="829310" y="681991"/>
                </a:cubicBezTo>
                <a:lnTo>
                  <a:pt x="789306" y="681991"/>
                </a:lnTo>
                <a:cubicBezTo>
                  <a:pt x="789941" y="690246"/>
                  <a:pt x="795656" y="695326"/>
                  <a:pt x="804546" y="695326"/>
                </a:cubicBezTo>
                <a:cubicBezTo>
                  <a:pt x="811531" y="695326"/>
                  <a:pt x="817881" y="693421"/>
                  <a:pt x="823596" y="691516"/>
                </a:cubicBezTo>
                <a:lnTo>
                  <a:pt x="827406" y="703581"/>
                </a:lnTo>
                <a:cubicBezTo>
                  <a:pt x="821691" y="706756"/>
                  <a:pt x="812801" y="708661"/>
                  <a:pt x="803276" y="708661"/>
                </a:cubicBezTo>
                <a:cubicBezTo>
                  <a:pt x="782956" y="708661"/>
                  <a:pt x="772796" y="694056"/>
                  <a:pt x="772796" y="676911"/>
                </a:cubicBezTo>
                <a:cubicBezTo>
                  <a:pt x="772796" y="659766"/>
                  <a:pt x="782956" y="645796"/>
                  <a:pt x="802641" y="645796"/>
                </a:cubicBezTo>
                <a:close/>
                <a:moveTo>
                  <a:pt x="726441" y="645796"/>
                </a:moveTo>
                <a:cubicBezTo>
                  <a:pt x="735331" y="645796"/>
                  <a:pt x="740411" y="649606"/>
                  <a:pt x="744856" y="652781"/>
                </a:cubicBezTo>
                <a:lnTo>
                  <a:pt x="747396" y="647701"/>
                </a:lnTo>
                <a:lnTo>
                  <a:pt x="760096" y="647701"/>
                </a:lnTo>
                <a:lnTo>
                  <a:pt x="760096" y="702946"/>
                </a:lnTo>
                <a:cubicBezTo>
                  <a:pt x="760096" y="722631"/>
                  <a:pt x="749301" y="732791"/>
                  <a:pt x="729616" y="732791"/>
                </a:cubicBezTo>
                <a:cubicBezTo>
                  <a:pt x="719456" y="732791"/>
                  <a:pt x="711836" y="730251"/>
                  <a:pt x="706121" y="727076"/>
                </a:cubicBezTo>
                <a:lnTo>
                  <a:pt x="711201" y="715011"/>
                </a:lnTo>
                <a:cubicBezTo>
                  <a:pt x="716281" y="717551"/>
                  <a:pt x="721996" y="719456"/>
                  <a:pt x="729616" y="719456"/>
                </a:cubicBezTo>
                <a:cubicBezTo>
                  <a:pt x="739141" y="719456"/>
                  <a:pt x="743586" y="715646"/>
                  <a:pt x="743586" y="706121"/>
                </a:cubicBezTo>
                <a:lnTo>
                  <a:pt x="743586" y="701676"/>
                </a:lnTo>
                <a:cubicBezTo>
                  <a:pt x="739776" y="704216"/>
                  <a:pt x="734696" y="707391"/>
                  <a:pt x="726441" y="707391"/>
                </a:cubicBezTo>
                <a:cubicBezTo>
                  <a:pt x="709296" y="707391"/>
                  <a:pt x="700406" y="694056"/>
                  <a:pt x="700406" y="676911"/>
                </a:cubicBezTo>
                <a:cubicBezTo>
                  <a:pt x="700406" y="659766"/>
                  <a:pt x="709296" y="645796"/>
                  <a:pt x="726441" y="645796"/>
                </a:cubicBezTo>
                <a:close/>
                <a:moveTo>
                  <a:pt x="591185" y="645796"/>
                </a:moveTo>
                <a:cubicBezTo>
                  <a:pt x="610235" y="645796"/>
                  <a:pt x="619125" y="657226"/>
                  <a:pt x="618490" y="671196"/>
                </a:cubicBezTo>
                <a:cubicBezTo>
                  <a:pt x="618490" y="675006"/>
                  <a:pt x="618490" y="680086"/>
                  <a:pt x="617855" y="681991"/>
                </a:cubicBezTo>
                <a:lnTo>
                  <a:pt x="577850" y="681991"/>
                </a:lnTo>
                <a:cubicBezTo>
                  <a:pt x="578485" y="690246"/>
                  <a:pt x="584200" y="695326"/>
                  <a:pt x="593090" y="695326"/>
                </a:cubicBezTo>
                <a:cubicBezTo>
                  <a:pt x="600075" y="695326"/>
                  <a:pt x="606425" y="693421"/>
                  <a:pt x="612140" y="691516"/>
                </a:cubicBezTo>
                <a:lnTo>
                  <a:pt x="615950" y="703581"/>
                </a:lnTo>
                <a:cubicBezTo>
                  <a:pt x="610235" y="706756"/>
                  <a:pt x="601345" y="708661"/>
                  <a:pt x="591820" y="708661"/>
                </a:cubicBezTo>
                <a:cubicBezTo>
                  <a:pt x="571500" y="708661"/>
                  <a:pt x="561340" y="694056"/>
                  <a:pt x="561340" y="676911"/>
                </a:cubicBezTo>
                <a:cubicBezTo>
                  <a:pt x="561340" y="659766"/>
                  <a:pt x="571500" y="645796"/>
                  <a:pt x="591185" y="645796"/>
                </a:cubicBezTo>
                <a:close/>
                <a:moveTo>
                  <a:pt x="489586" y="645796"/>
                </a:moveTo>
                <a:cubicBezTo>
                  <a:pt x="491491" y="645796"/>
                  <a:pt x="494031" y="645796"/>
                  <a:pt x="495301" y="646431"/>
                </a:cubicBezTo>
                <a:lnTo>
                  <a:pt x="494031" y="660401"/>
                </a:lnTo>
                <a:cubicBezTo>
                  <a:pt x="492126" y="659766"/>
                  <a:pt x="489586" y="659766"/>
                  <a:pt x="488316" y="659766"/>
                </a:cubicBezTo>
                <a:cubicBezTo>
                  <a:pt x="481966" y="659766"/>
                  <a:pt x="477521" y="662941"/>
                  <a:pt x="475616" y="665481"/>
                </a:cubicBezTo>
                <a:lnTo>
                  <a:pt x="475616" y="706756"/>
                </a:lnTo>
                <a:lnTo>
                  <a:pt x="459106" y="706756"/>
                </a:lnTo>
                <a:lnTo>
                  <a:pt x="459106" y="647701"/>
                </a:lnTo>
                <a:lnTo>
                  <a:pt x="472441" y="647701"/>
                </a:lnTo>
                <a:lnTo>
                  <a:pt x="474981" y="654686"/>
                </a:lnTo>
                <a:cubicBezTo>
                  <a:pt x="477521" y="650876"/>
                  <a:pt x="482601" y="645796"/>
                  <a:pt x="489586" y="645796"/>
                </a:cubicBezTo>
                <a:close/>
                <a:moveTo>
                  <a:pt x="343535" y="645796"/>
                </a:moveTo>
                <a:cubicBezTo>
                  <a:pt x="360680" y="645796"/>
                  <a:pt x="368935" y="654686"/>
                  <a:pt x="368935" y="669926"/>
                </a:cubicBezTo>
                <a:lnTo>
                  <a:pt x="368935" y="694056"/>
                </a:lnTo>
                <a:cubicBezTo>
                  <a:pt x="368935" y="695961"/>
                  <a:pt x="368935" y="695961"/>
                  <a:pt x="370840" y="695326"/>
                </a:cubicBezTo>
                <a:lnTo>
                  <a:pt x="375285" y="695326"/>
                </a:lnTo>
                <a:lnTo>
                  <a:pt x="375285" y="706756"/>
                </a:lnTo>
                <a:cubicBezTo>
                  <a:pt x="372746" y="706756"/>
                  <a:pt x="370205" y="707391"/>
                  <a:pt x="366396" y="707391"/>
                </a:cubicBezTo>
                <a:cubicBezTo>
                  <a:pt x="360046" y="707391"/>
                  <a:pt x="356235" y="704851"/>
                  <a:pt x="354330" y="700406"/>
                </a:cubicBezTo>
                <a:cubicBezTo>
                  <a:pt x="350521" y="704216"/>
                  <a:pt x="342265" y="708026"/>
                  <a:pt x="335280" y="708026"/>
                </a:cubicBezTo>
                <a:cubicBezTo>
                  <a:pt x="321946" y="708026"/>
                  <a:pt x="314960" y="700406"/>
                  <a:pt x="314960" y="689611"/>
                </a:cubicBezTo>
                <a:cubicBezTo>
                  <a:pt x="314960" y="676276"/>
                  <a:pt x="323215" y="669926"/>
                  <a:pt x="344171" y="669926"/>
                </a:cubicBezTo>
                <a:lnTo>
                  <a:pt x="352425" y="669926"/>
                </a:lnTo>
                <a:lnTo>
                  <a:pt x="352425" y="667386"/>
                </a:lnTo>
                <a:cubicBezTo>
                  <a:pt x="352425" y="660401"/>
                  <a:pt x="346075" y="659131"/>
                  <a:pt x="342265" y="659131"/>
                </a:cubicBezTo>
                <a:cubicBezTo>
                  <a:pt x="335915" y="659131"/>
                  <a:pt x="328296" y="661036"/>
                  <a:pt x="322580" y="663576"/>
                </a:cubicBezTo>
                <a:lnTo>
                  <a:pt x="318771" y="650876"/>
                </a:lnTo>
                <a:cubicBezTo>
                  <a:pt x="325121" y="648336"/>
                  <a:pt x="334010" y="645796"/>
                  <a:pt x="343535" y="645796"/>
                </a:cubicBezTo>
                <a:close/>
                <a:moveTo>
                  <a:pt x="167005" y="633731"/>
                </a:moveTo>
                <a:lnTo>
                  <a:pt x="183515" y="633731"/>
                </a:lnTo>
                <a:lnTo>
                  <a:pt x="184150" y="633731"/>
                </a:lnTo>
                <a:lnTo>
                  <a:pt x="184150" y="647701"/>
                </a:lnTo>
                <a:lnTo>
                  <a:pt x="201296" y="647701"/>
                </a:lnTo>
                <a:lnTo>
                  <a:pt x="201296" y="660401"/>
                </a:lnTo>
                <a:lnTo>
                  <a:pt x="184150" y="660401"/>
                </a:lnTo>
                <a:lnTo>
                  <a:pt x="184150" y="688341"/>
                </a:lnTo>
                <a:cubicBezTo>
                  <a:pt x="184150" y="692786"/>
                  <a:pt x="186055" y="695326"/>
                  <a:pt x="191135" y="695326"/>
                </a:cubicBezTo>
                <a:cubicBezTo>
                  <a:pt x="193675" y="695326"/>
                  <a:pt x="198121" y="694056"/>
                  <a:pt x="200660" y="693421"/>
                </a:cubicBezTo>
                <a:lnTo>
                  <a:pt x="200660" y="706756"/>
                </a:lnTo>
                <a:cubicBezTo>
                  <a:pt x="198121" y="707391"/>
                  <a:pt x="192405" y="708661"/>
                  <a:pt x="186690" y="708661"/>
                </a:cubicBezTo>
                <a:cubicBezTo>
                  <a:pt x="173355" y="708661"/>
                  <a:pt x="167005" y="703581"/>
                  <a:pt x="167005" y="691516"/>
                </a:cubicBezTo>
                <a:lnTo>
                  <a:pt x="167005" y="660401"/>
                </a:lnTo>
                <a:lnTo>
                  <a:pt x="156210" y="660401"/>
                </a:lnTo>
                <a:lnTo>
                  <a:pt x="156210" y="651511"/>
                </a:lnTo>
                <a:lnTo>
                  <a:pt x="167005" y="647701"/>
                </a:lnTo>
                <a:close/>
                <a:moveTo>
                  <a:pt x="0" y="623571"/>
                </a:moveTo>
                <a:lnTo>
                  <a:pt x="17780" y="623571"/>
                </a:lnTo>
                <a:lnTo>
                  <a:pt x="53975" y="680721"/>
                </a:lnTo>
                <a:lnTo>
                  <a:pt x="53975" y="623571"/>
                </a:lnTo>
                <a:lnTo>
                  <a:pt x="71120" y="623571"/>
                </a:lnTo>
                <a:lnTo>
                  <a:pt x="71120" y="706756"/>
                </a:lnTo>
                <a:lnTo>
                  <a:pt x="53340" y="706756"/>
                </a:lnTo>
                <a:lnTo>
                  <a:pt x="17145" y="648971"/>
                </a:lnTo>
                <a:lnTo>
                  <a:pt x="17145" y="706756"/>
                </a:lnTo>
                <a:lnTo>
                  <a:pt x="0" y="706756"/>
                </a:lnTo>
                <a:close/>
                <a:moveTo>
                  <a:pt x="387350" y="621031"/>
                </a:moveTo>
                <a:lnTo>
                  <a:pt x="403860" y="621031"/>
                </a:lnTo>
                <a:lnTo>
                  <a:pt x="403860" y="652781"/>
                </a:lnTo>
                <a:cubicBezTo>
                  <a:pt x="407035" y="649606"/>
                  <a:pt x="414020" y="645796"/>
                  <a:pt x="421640" y="645796"/>
                </a:cubicBezTo>
                <a:cubicBezTo>
                  <a:pt x="435610" y="645796"/>
                  <a:pt x="443865" y="655321"/>
                  <a:pt x="443865" y="669291"/>
                </a:cubicBezTo>
                <a:lnTo>
                  <a:pt x="443865" y="706756"/>
                </a:lnTo>
                <a:lnTo>
                  <a:pt x="427355" y="706756"/>
                </a:lnTo>
                <a:lnTo>
                  <a:pt x="427355" y="671196"/>
                </a:lnTo>
                <a:cubicBezTo>
                  <a:pt x="427355" y="663576"/>
                  <a:pt x="423545" y="659131"/>
                  <a:pt x="416560" y="659131"/>
                </a:cubicBezTo>
                <a:cubicBezTo>
                  <a:pt x="410845" y="659131"/>
                  <a:pt x="406400" y="662306"/>
                  <a:pt x="403860" y="664846"/>
                </a:cubicBezTo>
                <a:lnTo>
                  <a:pt x="403860" y="706756"/>
                </a:lnTo>
                <a:lnTo>
                  <a:pt x="387350" y="706756"/>
                </a:lnTo>
                <a:close/>
                <a:moveTo>
                  <a:pt x="297815" y="621031"/>
                </a:moveTo>
                <a:cubicBezTo>
                  <a:pt x="301625" y="621031"/>
                  <a:pt x="306070" y="621031"/>
                  <a:pt x="308610" y="621666"/>
                </a:cubicBezTo>
                <a:lnTo>
                  <a:pt x="308610" y="635001"/>
                </a:lnTo>
                <a:cubicBezTo>
                  <a:pt x="306070" y="635001"/>
                  <a:pt x="302260" y="634366"/>
                  <a:pt x="300355" y="634366"/>
                </a:cubicBezTo>
                <a:cubicBezTo>
                  <a:pt x="295910" y="634366"/>
                  <a:pt x="294005" y="635001"/>
                  <a:pt x="294005" y="640716"/>
                </a:cubicBezTo>
                <a:lnTo>
                  <a:pt x="294005" y="648336"/>
                </a:lnTo>
                <a:lnTo>
                  <a:pt x="308610" y="648336"/>
                </a:lnTo>
                <a:lnTo>
                  <a:pt x="308610" y="661036"/>
                </a:lnTo>
                <a:lnTo>
                  <a:pt x="294005" y="661036"/>
                </a:lnTo>
                <a:lnTo>
                  <a:pt x="294005" y="707391"/>
                </a:lnTo>
                <a:lnTo>
                  <a:pt x="277495" y="707391"/>
                </a:lnTo>
                <a:lnTo>
                  <a:pt x="277495" y="661036"/>
                </a:lnTo>
                <a:lnTo>
                  <a:pt x="266700" y="661036"/>
                </a:lnTo>
                <a:lnTo>
                  <a:pt x="266700" y="652146"/>
                </a:lnTo>
                <a:lnTo>
                  <a:pt x="277495" y="648336"/>
                </a:lnTo>
                <a:lnTo>
                  <a:pt x="277495" y="640716"/>
                </a:lnTo>
                <a:cubicBezTo>
                  <a:pt x="277495" y="626746"/>
                  <a:pt x="285750" y="621031"/>
                  <a:pt x="297815" y="621031"/>
                </a:cubicBezTo>
                <a:close/>
                <a:moveTo>
                  <a:pt x="203200" y="169545"/>
                </a:moveTo>
                <a:cubicBezTo>
                  <a:pt x="193675" y="193675"/>
                  <a:pt x="188595" y="220345"/>
                  <a:pt x="189865" y="248285"/>
                </a:cubicBezTo>
                <a:cubicBezTo>
                  <a:pt x="189865" y="371475"/>
                  <a:pt x="292100" y="473710"/>
                  <a:pt x="416560" y="473710"/>
                </a:cubicBezTo>
                <a:cubicBezTo>
                  <a:pt x="541020" y="473710"/>
                  <a:pt x="643255" y="372110"/>
                  <a:pt x="643255" y="248285"/>
                </a:cubicBezTo>
                <a:cubicBezTo>
                  <a:pt x="643255" y="220345"/>
                  <a:pt x="638175" y="194310"/>
                  <a:pt x="628650" y="169545"/>
                </a:cubicBezTo>
                <a:lnTo>
                  <a:pt x="495935" y="434340"/>
                </a:lnTo>
                <a:cubicBezTo>
                  <a:pt x="494030" y="438150"/>
                  <a:pt x="492125" y="440690"/>
                  <a:pt x="487680" y="440690"/>
                </a:cubicBezTo>
                <a:cubicBezTo>
                  <a:pt x="483235" y="440690"/>
                  <a:pt x="480695" y="437515"/>
                  <a:pt x="479425" y="434340"/>
                </a:cubicBezTo>
                <a:lnTo>
                  <a:pt x="418465" y="298450"/>
                </a:lnTo>
                <a:cubicBezTo>
                  <a:pt x="417830" y="297180"/>
                  <a:pt x="417195" y="295910"/>
                  <a:pt x="415925" y="295910"/>
                </a:cubicBezTo>
                <a:cubicBezTo>
                  <a:pt x="414655" y="295910"/>
                  <a:pt x="414020" y="297180"/>
                  <a:pt x="413385" y="298450"/>
                </a:cubicBezTo>
                <a:lnTo>
                  <a:pt x="352425" y="434340"/>
                </a:lnTo>
                <a:cubicBezTo>
                  <a:pt x="350520" y="438150"/>
                  <a:pt x="348615" y="440690"/>
                  <a:pt x="344170" y="440690"/>
                </a:cubicBezTo>
                <a:cubicBezTo>
                  <a:pt x="339725" y="440690"/>
                  <a:pt x="337820" y="437515"/>
                  <a:pt x="335915" y="434340"/>
                </a:cubicBezTo>
                <a:close/>
                <a:moveTo>
                  <a:pt x="306070" y="50800"/>
                </a:moveTo>
                <a:cubicBezTo>
                  <a:pt x="273050" y="69215"/>
                  <a:pt x="245745" y="95250"/>
                  <a:pt x="224790" y="127000"/>
                </a:cubicBezTo>
                <a:lnTo>
                  <a:pt x="340360" y="358140"/>
                </a:lnTo>
                <a:cubicBezTo>
                  <a:pt x="340995" y="359410"/>
                  <a:pt x="341630" y="360680"/>
                  <a:pt x="342900" y="360680"/>
                </a:cubicBezTo>
                <a:cubicBezTo>
                  <a:pt x="344170" y="360680"/>
                  <a:pt x="344805" y="359410"/>
                  <a:pt x="345440" y="358140"/>
                </a:cubicBezTo>
                <a:lnTo>
                  <a:pt x="388620" y="259715"/>
                </a:lnTo>
                <a:cubicBezTo>
                  <a:pt x="389890" y="255905"/>
                  <a:pt x="392430" y="255270"/>
                  <a:pt x="394970" y="255270"/>
                </a:cubicBezTo>
                <a:lnTo>
                  <a:pt x="434975" y="255270"/>
                </a:lnTo>
                <a:cubicBezTo>
                  <a:pt x="437515" y="255270"/>
                  <a:pt x="440055" y="256540"/>
                  <a:pt x="441325" y="259715"/>
                </a:cubicBezTo>
                <a:lnTo>
                  <a:pt x="484505" y="358140"/>
                </a:lnTo>
                <a:cubicBezTo>
                  <a:pt x="485140" y="359410"/>
                  <a:pt x="485775" y="360680"/>
                  <a:pt x="487045" y="360680"/>
                </a:cubicBezTo>
                <a:cubicBezTo>
                  <a:pt x="488315" y="360680"/>
                  <a:pt x="488950" y="359410"/>
                  <a:pt x="489585" y="358140"/>
                </a:cubicBezTo>
                <a:lnTo>
                  <a:pt x="605155" y="127000"/>
                </a:lnTo>
                <a:cubicBezTo>
                  <a:pt x="584835" y="95885"/>
                  <a:pt x="556895" y="69215"/>
                  <a:pt x="523875" y="50800"/>
                </a:cubicBezTo>
                <a:lnTo>
                  <a:pt x="441325" y="234315"/>
                </a:lnTo>
                <a:cubicBezTo>
                  <a:pt x="440055" y="238125"/>
                  <a:pt x="437515" y="238760"/>
                  <a:pt x="434975" y="238760"/>
                </a:cubicBezTo>
                <a:lnTo>
                  <a:pt x="394970" y="238760"/>
                </a:lnTo>
                <a:cubicBezTo>
                  <a:pt x="392430" y="238760"/>
                  <a:pt x="389890" y="237490"/>
                  <a:pt x="388620" y="234315"/>
                </a:cubicBezTo>
                <a:close/>
                <a:moveTo>
                  <a:pt x="415290" y="22225"/>
                </a:moveTo>
                <a:cubicBezTo>
                  <a:pt x="389255" y="22225"/>
                  <a:pt x="364490" y="26670"/>
                  <a:pt x="342265" y="34925"/>
                </a:cubicBezTo>
                <a:lnTo>
                  <a:pt x="413385" y="193675"/>
                </a:lnTo>
                <a:cubicBezTo>
                  <a:pt x="414020" y="194945"/>
                  <a:pt x="414655" y="196215"/>
                  <a:pt x="415925" y="196215"/>
                </a:cubicBezTo>
                <a:cubicBezTo>
                  <a:pt x="417195" y="196215"/>
                  <a:pt x="417830" y="194945"/>
                  <a:pt x="418465" y="193675"/>
                </a:cubicBezTo>
                <a:lnTo>
                  <a:pt x="489585" y="34925"/>
                </a:lnTo>
                <a:cubicBezTo>
                  <a:pt x="466090" y="26670"/>
                  <a:pt x="441325" y="22225"/>
                  <a:pt x="415290" y="22225"/>
                </a:cubicBezTo>
                <a:close/>
                <a:moveTo>
                  <a:pt x="415290" y="0"/>
                </a:moveTo>
                <a:cubicBezTo>
                  <a:pt x="553720" y="0"/>
                  <a:pt x="665480" y="111125"/>
                  <a:pt x="665480" y="248285"/>
                </a:cubicBezTo>
                <a:cubicBezTo>
                  <a:pt x="665480" y="385445"/>
                  <a:pt x="553720" y="496570"/>
                  <a:pt x="415290" y="496570"/>
                </a:cubicBezTo>
                <a:cubicBezTo>
                  <a:pt x="276860" y="496570"/>
                  <a:pt x="165100" y="385445"/>
                  <a:pt x="165100" y="248285"/>
                </a:cubicBezTo>
                <a:cubicBezTo>
                  <a:pt x="165100" y="111125"/>
                  <a:pt x="276860" y="0"/>
                  <a:pt x="415290" y="0"/>
                </a:cubicBezTo>
                <a:close/>
              </a:path>
            </a:pathLst>
          </a:custGeom>
          <a:solidFill>
            <a:schemeClr val="tx2"/>
          </a:solidFill>
          <a:ln w="6350" cap="flat">
            <a:noFill/>
            <a:prstDash val="solid"/>
            <a:miter/>
          </a:ln>
        </p:spPr>
        <p:txBody>
          <a:bodyPr wrap="square" rtlCol="0" anchor="ctr">
            <a:noAutofit/>
          </a:bodyPr>
          <a:lstStyle/>
          <a:p>
            <a:endParaRPr lang="en-GB"/>
          </a:p>
        </p:txBody>
      </p:sp>
      <p:sp>
        <p:nvSpPr>
          <p:cNvPr id="25" name="VW">
            <a:extLst>
              <a:ext uri="{FF2B5EF4-FFF2-40B4-BE49-F238E27FC236}">
                <a16:creationId xmlns:a16="http://schemas.microsoft.com/office/drawing/2014/main" id="{EEF814AA-168B-9799-12AF-0C278724E86E}"/>
              </a:ext>
            </a:extLst>
          </p:cNvPr>
          <p:cNvSpPr/>
          <p:nvPr userDrawn="1"/>
        </p:nvSpPr>
        <p:spPr>
          <a:xfrm>
            <a:off x="2628900" y="1950720"/>
            <a:ext cx="584200" cy="581659"/>
          </a:xfrm>
          <a:custGeom>
            <a:avLst/>
            <a:gdLst>
              <a:gd name="connsiteX0" fmla="*/ 291465 w 584200"/>
              <a:gd name="connsiteY0" fmla="*/ 0 h 581659"/>
              <a:gd name="connsiteX1" fmla="*/ 0 w 584200"/>
              <a:gd name="connsiteY1" fmla="*/ 290830 h 581659"/>
              <a:gd name="connsiteX2" fmla="*/ 291465 w 584200"/>
              <a:gd name="connsiteY2" fmla="*/ 581660 h 581659"/>
              <a:gd name="connsiteX3" fmla="*/ 584200 w 584200"/>
              <a:gd name="connsiteY3" fmla="*/ 290830 h 581659"/>
              <a:gd name="connsiteX4" fmla="*/ 291465 w 584200"/>
              <a:gd name="connsiteY4" fmla="*/ 0 h 581659"/>
              <a:gd name="connsiteX5" fmla="*/ 378460 w 584200"/>
              <a:gd name="connsiteY5" fmla="*/ 40005 h 581659"/>
              <a:gd name="connsiteX6" fmla="*/ 377825 w 584200"/>
              <a:gd name="connsiteY6" fmla="*/ 42545 h 581659"/>
              <a:gd name="connsiteX7" fmla="*/ 296545 w 584200"/>
              <a:gd name="connsiteY7" fmla="*/ 225425 h 581659"/>
              <a:gd name="connsiteX8" fmla="*/ 294005 w 584200"/>
              <a:gd name="connsiteY8" fmla="*/ 228600 h 581659"/>
              <a:gd name="connsiteX9" fmla="*/ 290195 w 584200"/>
              <a:gd name="connsiteY9" fmla="*/ 228600 h 581659"/>
              <a:gd name="connsiteX10" fmla="*/ 288290 w 584200"/>
              <a:gd name="connsiteY10" fmla="*/ 225425 h 581659"/>
              <a:gd name="connsiteX11" fmla="*/ 206375 w 584200"/>
              <a:gd name="connsiteY11" fmla="*/ 42545 h 581659"/>
              <a:gd name="connsiteX12" fmla="*/ 205740 w 584200"/>
              <a:gd name="connsiteY12" fmla="*/ 40005 h 581659"/>
              <a:gd name="connsiteX13" fmla="*/ 378460 w 584200"/>
              <a:gd name="connsiteY13" fmla="*/ 40005 h 581659"/>
              <a:gd name="connsiteX14" fmla="*/ 70485 w 584200"/>
              <a:gd name="connsiteY14" fmla="*/ 145415 h 581659"/>
              <a:gd name="connsiteX15" fmla="*/ 162560 w 584200"/>
              <a:gd name="connsiteY15" fmla="*/ 59690 h 581659"/>
              <a:gd name="connsiteX16" fmla="*/ 165100 w 584200"/>
              <a:gd name="connsiteY16" fmla="*/ 59055 h 581659"/>
              <a:gd name="connsiteX17" fmla="*/ 170815 w 584200"/>
              <a:gd name="connsiteY17" fmla="*/ 71120 h 581659"/>
              <a:gd name="connsiteX18" fmla="*/ 261620 w 584200"/>
              <a:gd name="connsiteY18" fmla="*/ 273685 h 581659"/>
              <a:gd name="connsiteX19" fmla="*/ 267970 w 584200"/>
              <a:gd name="connsiteY19" fmla="*/ 277495 h 581659"/>
              <a:gd name="connsiteX20" fmla="*/ 316230 w 584200"/>
              <a:gd name="connsiteY20" fmla="*/ 277495 h 581659"/>
              <a:gd name="connsiteX21" fmla="*/ 322580 w 584200"/>
              <a:gd name="connsiteY21" fmla="*/ 272415 h 581659"/>
              <a:gd name="connsiteX22" fmla="*/ 350520 w 584200"/>
              <a:gd name="connsiteY22" fmla="*/ 211455 h 581659"/>
              <a:gd name="connsiteX23" fmla="*/ 418465 w 584200"/>
              <a:gd name="connsiteY23" fmla="*/ 59690 h 581659"/>
              <a:gd name="connsiteX24" fmla="*/ 419100 w 584200"/>
              <a:gd name="connsiteY24" fmla="*/ 57785 h 581659"/>
              <a:gd name="connsiteX25" fmla="*/ 433070 w 584200"/>
              <a:gd name="connsiteY25" fmla="*/ 66040 h 581659"/>
              <a:gd name="connsiteX26" fmla="*/ 513080 w 584200"/>
              <a:gd name="connsiteY26" fmla="*/ 145415 h 581659"/>
              <a:gd name="connsiteX27" fmla="*/ 513080 w 584200"/>
              <a:gd name="connsiteY27" fmla="*/ 149225 h 581659"/>
              <a:gd name="connsiteX28" fmla="*/ 379730 w 584200"/>
              <a:gd name="connsiteY28" fmla="*/ 415290 h 581659"/>
              <a:gd name="connsiteX29" fmla="*/ 377190 w 584200"/>
              <a:gd name="connsiteY29" fmla="*/ 418465 h 581659"/>
              <a:gd name="connsiteX30" fmla="*/ 372745 w 584200"/>
              <a:gd name="connsiteY30" fmla="*/ 418465 h 581659"/>
              <a:gd name="connsiteX31" fmla="*/ 370205 w 584200"/>
              <a:gd name="connsiteY31" fmla="*/ 415290 h 581659"/>
              <a:gd name="connsiteX32" fmla="*/ 321310 w 584200"/>
              <a:gd name="connsiteY32" fmla="*/ 303530 h 581659"/>
              <a:gd name="connsiteX33" fmla="*/ 311150 w 584200"/>
              <a:gd name="connsiteY33" fmla="*/ 297180 h 581659"/>
              <a:gd name="connsiteX34" fmla="*/ 266700 w 584200"/>
              <a:gd name="connsiteY34" fmla="*/ 297180 h 581659"/>
              <a:gd name="connsiteX35" fmla="*/ 257810 w 584200"/>
              <a:gd name="connsiteY35" fmla="*/ 303530 h 581659"/>
              <a:gd name="connsiteX36" fmla="*/ 209550 w 584200"/>
              <a:gd name="connsiteY36" fmla="*/ 415290 h 581659"/>
              <a:gd name="connsiteX37" fmla="*/ 208915 w 584200"/>
              <a:gd name="connsiteY37" fmla="*/ 418465 h 581659"/>
              <a:gd name="connsiteX38" fmla="*/ 203200 w 584200"/>
              <a:gd name="connsiteY38" fmla="*/ 418465 h 581659"/>
              <a:gd name="connsiteX39" fmla="*/ 198120 w 584200"/>
              <a:gd name="connsiteY39" fmla="*/ 408305 h 581659"/>
              <a:gd name="connsiteX40" fmla="*/ 69215 w 584200"/>
              <a:gd name="connsiteY40" fmla="*/ 148590 h 581659"/>
              <a:gd name="connsiteX41" fmla="*/ 70485 w 584200"/>
              <a:gd name="connsiteY41" fmla="*/ 145415 h 581659"/>
              <a:gd name="connsiteX42" fmla="*/ 445135 w 584200"/>
              <a:gd name="connsiteY42" fmla="*/ 504825 h 581659"/>
              <a:gd name="connsiteX43" fmla="*/ 117475 w 584200"/>
              <a:gd name="connsiteY43" fmla="*/ 488315 h 581659"/>
              <a:gd name="connsiteX44" fmla="*/ 43815 w 584200"/>
              <a:gd name="connsiteY44" fmla="*/ 197485 h 581659"/>
              <a:gd name="connsiteX45" fmla="*/ 45720 w 584200"/>
              <a:gd name="connsiteY45" fmla="*/ 200660 h 581659"/>
              <a:gd name="connsiteX46" fmla="*/ 199390 w 584200"/>
              <a:gd name="connsiteY46" fmla="*/ 508000 h 581659"/>
              <a:gd name="connsiteX47" fmla="*/ 207010 w 584200"/>
              <a:gd name="connsiteY47" fmla="*/ 515620 h 581659"/>
              <a:gd name="connsiteX48" fmla="*/ 215900 w 584200"/>
              <a:gd name="connsiteY48" fmla="*/ 509905 h 581659"/>
              <a:gd name="connsiteX49" fmla="*/ 220980 w 584200"/>
              <a:gd name="connsiteY49" fmla="*/ 501015 h 581659"/>
              <a:gd name="connsiteX50" fmla="*/ 288925 w 584200"/>
              <a:gd name="connsiteY50" fmla="*/ 348615 h 581659"/>
              <a:gd name="connsiteX51" fmla="*/ 290830 w 584200"/>
              <a:gd name="connsiteY51" fmla="*/ 346710 h 581659"/>
              <a:gd name="connsiteX52" fmla="*/ 294640 w 584200"/>
              <a:gd name="connsiteY52" fmla="*/ 346710 h 581659"/>
              <a:gd name="connsiteX53" fmla="*/ 297180 w 584200"/>
              <a:gd name="connsiteY53" fmla="*/ 350520 h 581659"/>
              <a:gd name="connsiteX54" fmla="*/ 366395 w 584200"/>
              <a:gd name="connsiteY54" fmla="*/ 506095 h 581659"/>
              <a:gd name="connsiteX55" fmla="*/ 369570 w 584200"/>
              <a:gd name="connsiteY55" fmla="*/ 511175 h 581659"/>
              <a:gd name="connsiteX56" fmla="*/ 382905 w 584200"/>
              <a:gd name="connsiteY56" fmla="*/ 511175 h 581659"/>
              <a:gd name="connsiteX57" fmla="*/ 385445 w 584200"/>
              <a:gd name="connsiteY57" fmla="*/ 508000 h 581659"/>
              <a:gd name="connsiteX58" fmla="*/ 539115 w 584200"/>
              <a:gd name="connsiteY58" fmla="*/ 200660 h 581659"/>
              <a:gd name="connsiteX59" fmla="*/ 541020 w 584200"/>
              <a:gd name="connsiteY59" fmla="*/ 197485 h 581659"/>
              <a:gd name="connsiteX60" fmla="*/ 445135 w 584200"/>
              <a:gd name="connsiteY60" fmla="*/ 504825 h 58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84200" h="581659">
                <a:moveTo>
                  <a:pt x="291465" y="0"/>
                </a:moveTo>
                <a:cubicBezTo>
                  <a:pt x="130175" y="0"/>
                  <a:pt x="0" y="129540"/>
                  <a:pt x="0" y="290830"/>
                </a:cubicBezTo>
                <a:cubicBezTo>
                  <a:pt x="0" y="451485"/>
                  <a:pt x="130175" y="581025"/>
                  <a:pt x="291465" y="581660"/>
                </a:cubicBezTo>
                <a:cubicBezTo>
                  <a:pt x="453390" y="581660"/>
                  <a:pt x="584200" y="451485"/>
                  <a:pt x="584200" y="290830"/>
                </a:cubicBezTo>
                <a:cubicBezTo>
                  <a:pt x="584200" y="129540"/>
                  <a:pt x="453390" y="0"/>
                  <a:pt x="291465" y="0"/>
                </a:cubicBezTo>
                <a:close/>
                <a:moveTo>
                  <a:pt x="378460" y="40005"/>
                </a:moveTo>
                <a:lnTo>
                  <a:pt x="377825" y="42545"/>
                </a:lnTo>
                <a:cubicBezTo>
                  <a:pt x="350520" y="103505"/>
                  <a:pt x="323215" y="164465"/>
                  <a:pt x="296545" y="225425"/>
                </a:cubicBezTo>
                <a:cubicBezTo>
                  <a:pt x="295910" y="226060"/>
                  <a:pt x="294640" y="227965"/>
                  <a:pt x="294005" y="228600"/>
                </a:cubicBezTo>
                <a:cubicBezTo>
                  <a:pt x="293370" y="230505"/>
                  <a:pt x="291465" y="230505"/>
                  <a:pt x="290195" y="228600"/>
                </a:cubicBezTo>
                <a:cubicBezTo>
                  <a:pt x="289560" y="227965"/>
                  <a:pt x="288290" y="226060"/>
                  <a:pt x="288290" y="225425"/>
                </a:cubicBezTo>
                <a:cubicBezTo>
                  <a:pt x="260985" y="164465"/>
                  <a:pt x="233680" y="103505"/>
                  <a:pt x="206375" y="42545"/>
                </a:cubicBezTo>
                <a:lnTo>
                  <a:pt x="205740" y="40005"/>
                </a:lnTo>
                <a:cubicBezTo>
                  <a:pt x="262890" y="20320"/>
                  <a:pt x="320040" y="20320"/>
                  <a:pt x="378460" y="40005"/>
                </a:cubicBezTo>
                <a:close/>
                <a:moveTo>
                  <a:pt x="70485" y="145415"/>
                </a:moveTo>
                <a:cubicBezTo>
                  <a:pt x="94615" y="109855"/>
                  <a:pt x="125095" y="81280"/>
                  <a:pt x="162560" y="59690"/>
                </a:cubicBezTo>
                <a:lnTo>
                  <a:pt x="165100" y="59055"/>
                </a:lnTo>
                <a:cubicBezTo>
                  <a:pt x="167005" y="62865"/>
                  <a:pt x="168275" y="67310"/>
                  <a:pt x="170815" y="71120"/>
                </a:cubicBezTo>
                <a:cubicBezTo>
                  <a:pt x="200660" y="138430"/>
                  <a:pt x="231140" y="206375"/>
                  <a:pt x="261620" y="273685"/>
                </a:cubicBezTo>
                <a:cubicBezTo>
                  <a:pt x="263525" y="276225"/>
                  <a:pt x="264795" y="277495"/>
                  <a:pt x="267970" y="277495"/>
                </a:cubicBezTo>
                <a:cubicBezTo>
                  <a:pt x="283845" y="277495"/>
                  <a:pt x="300355" y="277495"/>
                  <a:pt x="316230" y="277495"/>
                </a:cubicBezTo>
                <a:cubicBezTo>
                  <a:pt x="319405" y="277495"/>
                  <a:pt x="321945" y="275590"/>
                  <a:pt x="322580" y="272415"/>
                </a:cubicBezTo>
                <a:cubicBezTo>
                  <a:pt x="331470" y="252095"/>
                  <a:pt x="341630" y="231140"/>
                  <a:pt x="350520" y="211455"/>
                </a:cubicBezTo>
                <a:cubicBezTo>
                  <a:pt x="372745" y="161290"/>
                  <a:pt x="396240" y="111125"/>
                  <a:pt x="418465" y="59690"/>
                </a:cubicBezTo>
                <a:lnTo>
                  <a:pt x="419100" y="57785"/>
                </a:lnTo>
                <a:cubicBezTo>
                  <a:pt x="424180" y="60325"/>
                  <a:pt x="429260" y="62865"/>
                  <a:pt x="433070" y="66040"/>
                </a:cubicBezTo>
                <a:cubicBezTo>
                  <a:pt x="465455" y="86360"/>
                  <a:pt x="492760" y="113030"/>
                  <a:pt x="513080" y="145415"/>
                </a:cubicBezTo>
                <a:cubicBezTo>
                  <a:pt x="514985" y="147320"/>
                  <a:pt x="513715" y="147955"/>
                  <a:pt x="513080" y="149225"/>
                </a:cubicBezTo>
                <a:cubicBezTo>
                  <a:pt x="468630" y="237490"/>
                  <a:pt x="423545" y="326390"/>
                  <a:pt x="379730" y="415290"/>
                </a:cubicBezTo>
                <a:cubicBezTo>
                  <a:pt x="379095" y="415925"/>
                  <a:pt x="377825" y="417830"/>
                  <a:pt x="377190" y="418465"/>
                </a:cubicBezTo>
                <a:cubicBezTo>
                  <a:pt x="376555" y="421005"/>
                  <a:pt x="374015" y="421005"/>
                  <a:pt x="372745" y="418465"/>
                </a:cubicBezTo>
                <a:cubicBezTo>
                  <a:pt x="372110" y="417830"/>
                  <a:pt x="370840" y="415925"/>
                  <a:pt x="370205" y="415290"/>
                </a:cubicBezTo>
                <a:cubicBezTo>
                  <a:pt x="353695" y="378460"/>
                  <a:pt x="337185" y="340360"/>
                  <a:pt x="321310" y="303530"/>
                </a:cubicBezTo>
                <a:cubicBezTo>
                  <a:pt x="318770" y="298450"/>
                  <a:pt x="316230" y="297180"/>
                  <a:pt x="311150" y="297180"/>
                </a:cubicBezTo>
                <a:cubicBezTo>
                  <a:pt x="296545" y="297815"/>
                  <a:pt x="281305" y="297180"/>
                  <a:pt x="266700" y="297180"/>
                </a:cubicBezTo>
                <a:cubicBezTo>
                  <a:pt x="261620" y="297180"/>
                  <a:pt x="259080" y="299085"/>
                  <a:pt x="257810" y="303530"/>
                </a:cubicBezTo>
                <a:cubicBezTo>
                  <a:pt x="241935" y="340360"/>
                  <a:pt x="226060" y="378460"/>
                  <a:pt x="209550" y="415290"/>
                </a:cubicBezTo>
                <a:lnTo>
                  <a:pt x="208915" y="418465"/>
                </a:lnTo>
                <a:cubicBezTo>
                  <a:pt x="207010" y="421005"/>
                  <a:pt x="204470" y="421005"/>
                  <a:pt x="203200" y="418465"/>
                </a:cubicBezTo>
                <a:cubicBezTo>
                  <a:pt x="201295" y="415290"/>
                  <a:pt x="200025" y="412115"/>
                  <a:pt x="198120" y="408305"/>
                </a:cubicBezTo>
                <a:cubicBezTo>
                  <a:pt x="154940" y="321945"/>
                  <a:pt x="111760" y="235585"/>
                  <a:pt x="69215" y="148590"/>
                </a:cubicBezTo>
                <a:cubicBezTo>
                  <a:pt x="69215" y="149225"/>
                  <a:pt x="69215" y="147320"/>
                  <a:pt x="70485" y="145415"/>
                </a:cubicBezTo>
                <a:close/>
                <a:moveTo>
                  <a:pt x="445135" y="504825"/>
                </a:moveTo>
                <a:cubicBezTo>
                  <a:pt x="344805" y="577215"/>
                  <a:pt x="210185" y="569595"/>
                  <a:pt x="117475" y="488315"/>
                </a:cubicBezTo>
                <a:cubicBezTo>
                  <a:pt x="19685" y="402590"/>
                  <a:pt x="11430" y="278765"/>
                  <a:pt x="43815" y="197485"/>
                </a:cubicBezTo>
                <a:cubicBezTo>
                  <a:pt x="44450" y="199390"/>
                  <a:pt x="45720" y="200025"/>
                  <a:pt x="45720" y="200660"/>
                </a:cubicBezTo>
                <a:cubicBezTo>
                  <a:pt x="97155" y="303530"/>
                  <a:pt x="148590" y="405765"/>
                  <a:pt x="199390" y="508000"/>
                </a:cubicBezTo>
                <a:cubicBezTo>
                  <a:pt x="201295" y="511175"/>
                  <a:pt x="202565" y="514350"/>
                  <a:pt x="207010" y="515620"/>
                </a:cubicBezTo>
                <a:cubicBezTo>
                  <a:pt x="211455" y="515620"/>
                  <a:pt x="214630" y="513715"/>
                  <a:pt x="215900" y="509905"/>
                </a:cubicBezTo>
                <a:cubicBezTo>
                  <a:pt x="217805" y="507365"/>
                  <a:pt x="219075" y="504190"/>
                  <a:pt x="220980" y="501015"/>
                </a:cubicBezTo>
                <a:cubicBezTo>
                  <a:pt x="243205" y="450215"/>
                  <a:pt x="266700" y="399415"/>
                  <a:pt x="288925" y="348615"/>
                </a:cubicBezTo>
                <a:lnTo>
                  <a:pt x="290830" y="346710"/>
                </a:lnTo>
                <a:cubicBezTo>
                  <a:pt x="291465" y="344805"/>
                  <a:pt x="293370" y="344805"/>
                  <a:pt x="294640" y="346710"/>
                </a:cubicBezTo>
                <a:cubicBezTo>
                  <a:pt x="295275" y="348615"/>
                  <a:pt x="296545" y="349885"/>
                  <a:pt x="297180" y="350520"/>
                </a:cubicBezTo>
                <a:cubicBezTo>
                  <a:pt x="320675" y="402590"/>
                  <a:pt x="343535" y="454025"/>
                  <a:pt x="366395" y="506095"/>
                </a:cubicBezTo>
                <a:cubicBezTo>
                  <a:pt x="367030" y="508000"/>
                  <a:pt x="368300" y="509905"/>
                  <a:pt x="369570" y="511175"/>
                </a:cubicBezTo>
                <a:cubicBezTo>
                  <a:pt x="372745" y="516255"/>
                  <a:pt x="379730" y="516255"/>
                  <a:pt x="382905" y="511175"/>
                </a:cubicBezTo>
                <a:cubicBezTo>
                  <a:pt x="383540" y="510540"/>
                  <a:pt x="384810" y="509270"/>
                  <a:pt x="385445" y="508000"/>
                </a:cubicBezTo>
                <a:cubicBezTo>
                  <a:pt x="436880" y="405765"/>
                  <a:pt x="488315" y="302895"/>
                  <a:pt x="539115" y="200660"/>
                </a:cubicBezTo>
                <a:cubicBezTo>
                  <a:pt x="539115" y="200025"/>
                  <a:pt x="539750" y="198755"/>
                  <a:pt x="541020" y="197485"/>
                </a:cubicBezTo>
                <a:cubicBezTo>
                  <a:pt x="581025" y="301625"/>
                  <a:pt x="548640" y="430530"/>
                  <a:pt x="445135" y="504825"/>
                </a:cubicBezTo>
                <a:close/>
              </a:path>
            </a:pathLst>
          </a:custGeom>
          <a:solidFill>
            <a:schemeClr val="tx2"/>
          </a:solidFill>
          <a:ln w="6350" cap="flat">
            <a:noFill/>
            <a:prstDash val="solid"/>
            <a:miter/>
          </a:ln>
        </p:spPr>
        <p:txBody>
          <a:bodyPr rtlCol="0" anchor="ctr"/>
          <a:lstStyle/>
          <a:p>
            <a:endParaRPr lang="en-GB"/>
          </a:p>
        </p:txBody>
      </p:sp>
      <p:sp>
        <p:nvSpPr>
          <p:cNvPr id="4" name="Footer Placeholder ">
            <a:extLst>
              <a:ext uri="{FF2B5EF4-FFF2-40B4-BE49-F238E27FC236}">
                <a16:creationId xmlns:a16="http://schemas.microsoft.com/office/drawing/2014/main" id="{55AB0611-DC7C-B5C5-6EFF-4DEA04F621BE}"/>
              </a:ext>
            </a:extLst>
          </p:cNvPr>
          <p:cNvSpPr>
            <a:spLocks noGrp="1"/>
          </p:cNvSpPr>
          <p:nvPr>
            <p:ph type="ftr" sz="quarter" idx="11"/>
          </p:nvPr>
        </p:nvSpPr>
        <p:spPr/>
        <p:txBody>
          <a:bodyPr/>
          <a:lstStyle/>
          <a:p>
            <a:r>
              <a:rPr lang="en-GB"/>
              <a:t>Department K-OE  |  Presentation title  |  CSD-class</a:t>
            </a:r>
          </a:p>
        </p:txBody>
      </p:sp>
      <p:sp>
        <p:nvSpPr>
          <p:cNvPr id="3" name="Date Placeholder ">
            <a:extLst>
              <a:ext uri="{FF2B5EF4-FFF2-40B4-BE49-F238E27FC236}">
                <a16:creationId xmlns:a16="http://schemas.microsoft.com/office/drawing/2014/main" id="{913D0B9C-2929-C1CC-8E44-736E941DE40B}"/>
              </a:ext>
            </a:extLst>
          </p:cNvPr>
          <p:cNvSpPr>
            <a:spLocks noGrp="1"/>
          </p:cNvSpPr>
          <p:nvPr>
            <p:ph type="dt" sz="half" idx="10"/>
          </p:nvPr>
        </p:nvSpPr>
        <p:spPr/>
        <p:txBody>
          <a:bodyPr/>
          <a:lstStyle/>
          <a:p>
            <a:r>
              <a:rPr lang="de-DE"/>
              <a:t>01.11.2023</a:t>
            </a:r>
            <a:endParaRPr lang="en-GB"/>
          </a:p>
        </p:txBody>
      </p:sp>
      <p:sp>
        <p:nvSpPr>
          <p:cNvPr id="5" name="Slide Number Placeholder ">
            <a:extLst>
              <a:ext uri="{FF2B5EF4-FFF2-40B4-BE49-F238E27FC236}">
                <a16:creationId xmlns:a16="http://schemas.microsoft.com/office/drawing/2014/main" id="{CABEE897-CB57-ECDF-128C-CE29C4FBD3BE}"/>
              </a:ext>
            </a:extLst>
          </p:cNvPr>
          <p:cNvSpPr>
            <a:spLocks noGrp="1"/>
          </p:cNvSpPr>
          <p:nvPr>
            <p:ph type="sldNum" sz="quarter" idx="12"/>
          </p:nvPr>
        </p:nvSpPr>
        <p:spPr/>
        <p:txBody>
          <a:bodyPr/>
          <a:lstStyle/>
          <a:p>
            <a:fld id="{53C98C43-8B83-4748-BA0D-B0C90A16569F}" type="slidenum">
              <a:rPr lang="en-GB" smtClean="0"/>
              <a:pPr/>
              <a:t>‹#›</a:t>
            </a:fld>
            <a:endParaRPr lang="en-GB"/>
          </a:p>
        </p:txBody>
      </p:sp>
    </p:spTree>
    <p:extLst>
      <p:ext uri="{BB962C8B-B14F-4D97-AF65-F5344CB8AC3E}">
        <p14:creationId xmlns:p14="http://schemas.microsoft.com/office/powerpoint/2010/main" val="2087648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uide: Shape language overview">
    <p:bg bwMode="gray">
      <p:bgRef idx="1001">
        <a:schemeClr val="bg1"/>
      </p:bgRef>
    </p:bg>
    <p:spTree>
      <p:nvGrpSpPr>
        <p:cNvPr id="1" name=""/>
        <p:cNvGrpSpPr/>
        <p:nvPr/>
      </p:nvGrpSpPr>
      <p:grpSpPr>
        <a:xfrm>
          <a:off x="0" y="0"/>
          <a:ext cx="0" cy="0"/>
          <a:chOff x="0" y="0"/>
          <a:chExt cx="0" cy="0"/>
        </a:xfrm>
      </p:grpSpPr>
      <p:pic>
        <p:nvPicPr>
          <p:cNvPr id="61" name="Grafik 8" descr="Ein Bild, das draußen, Baum, Wasser, Himmel enthält.&#10;&#10;Automatisch generierte Beschreibung">
            <a:extLst>
              <a:ext uri="{FF2B5EF4-FFF2-40B4-BE49-F238E27FC236}">
                <a16:creationId xmlns:a16="http://schemas.microsoft.com/office/drawing/2014/main" id="{2A601521-9C8B-B9EC-52FC-2DF1D9AA6C9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ltGray">
          <a:xfrm>
            <a:off x="9229626" y="1844703"/>
            <a:ext cx="2551176" cy="1571214"/>
          </a:xfrm>
          <a:prstGeom prst="rect">
            <a:avLst/>
          </a:prstGeom>
        </p:spPr>
      </p:pic>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de-DE" noProof="0"/>
              <a:t>01.11.2023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a:t>
            </a:fld>
            <a:endParaRPr lang="en-US" noProof="0"/>
          </a:p>
        </p:txBody>
      </p:sp>
      <p:sp>
        <p:nvSpPr>
          <p:cNvPr id="30" name="Rectangle 29">
            <a:extLst>
              <a:ext uri="{FF2B5EF4-FFF2-40B4-BE49-F238E27FC236}">
                <a16:creationId xmlns:a16="http://schemas.microsoft.com/office/drawing/2014/main" id="{52BD7868-7167-F563-7983-044CC54C6FB9}"/>
              </a:ext>
            </a:extLst>
          </p:cNvPr>
          <p:cNvSpPr/>
          <p:nvPr userDrawn="1"/>
        </p:nvSpPr>
        <p:spPr>
          <a:xfrm>
            <a:off x="411198" y="1844676"/>
            <a:ext cx="2551176" cy="3530584"/>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1" name="Rectangle 30">
            <a:extLst>
              <a:ext uri="{FF2B5EF4-FFF2-40B4-BE49-F238E27FC236}">
                <a16:creationId xmlns:a16="http://schemas.microsoft.com/office/drawing/2014/main" id="{A70A42F2-545A-A5A4-F52D-FE11EAB06A97}"/>
              </a:ext>
            </a:extLst>
          </p:cNvPr>
          <p:cNvSpPr/>
          <p:nvPr userDrawn="1"/>
        </p:nvSpPr>
        <p:spPr>
          <a:xfrm>
            <a:off x="6292288" y="3804019"/>
            <a:ext cx="2551176" cy="1571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pic>
        <p:nvPicPr>
          <p:cNvPr id="32" name="Picture 31">
            <a:extLst>
              <a:ext uri="{FF2B5EF4-FFF2-40B4-BE49-F238E27FC236}">
                <a16:creationId xmlns:a16="http://schemas.microsoft.com/office/drawing/2014/main" id="{D3659DF0-3316-0518-C32A-45874E698852}"/>
              </a:ext>
            </a:extLst>
          </p:cNvPr>
          <p:cNvPicPr>
            <a:picLocks noChangeAspect="1"/>
          </p:cNvPicPr>
          <p:nvPr userDrawn="1"/>
        </p:nvPicPr>
        <p:blipFill>
          <a:blip r:embed="rId3"/>
          <a:stretch>
            <a:fillRect/>
          </a:stretch>
        </p:blipFill>
        <p:spPr>
          <a:xfrm>
            <a:off x="6786409" y="4110373"/>
            <a:ext cx="1562934" cy="969020"/>
          </a:xfrm>
          <a:prstGeom prst="rect">
            <a:avLst/>
          </a:prstGeom>
        </p:spPr>
      </p:pic>
      <p:sp>
        <p:nvSpPr>
          <p:cNvPr id="33" name="Rectangle 32">
            <a:extLst>
              <a:ext uri="{FF2B5EF4-FFF2-40B4-BE49-F238E27FC236}">
                <a16:creationId xmlns:a16="http://schemas.microsoft.com/office/drawing/2014/main" id="{F585616D-49F9-C2FF-EFF4-E2D8D0808284}"/>
              </a:ext>
            </a:extLst>
          </p:cNvPr>
          <p:cNvSpPr/>
          <p:nvPr userDrawn="1"/>
        </p:nvSpPr>
        <p:spPr>
          <a:xfrm>
            <a:off x="3351743" y="1844676"/>
            <a:ext cx="2551176" cy="1571545"/>
          </a:xfrm>
          <a:prstGeom prst="rect">
            <a:avLst/>
          </a:prstGeom>
          <a:solidFill>
            <a:srgbClr val="D9EEE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34" name="Group 33">
            <a:extLst>
              <a:ext uri="{FF2B5EF4-FFF2-40B4-BE49-F238E27FC236}">
                <a16:creationId xmlns:a16="http://schemas.microsoft.com/office/drawing/2014/main" id="{F80A3C10-5F11-6874-3EB7-F26E03359C6E}"/>
              </a:ext>
            </a:extLst>
          </p:cNvPr>
          <p:cNvGrpSpPr/>
          <p:nvPr userDrawn="1"/>
        </p:nvGrpSpPr>
        <p:grpSpPr bwMode="ltGray">
          <a:xfrm>
            <a:off x="3345393" y="1844676"/>
            <a:ext cx="2557526" cy="1571545"/>
            <a:chOff x="0" y="-21795"/>
            <a:chExt cx="12192000" cy="6881128"/>
          </a:xfrm>
        </p:grpSpPr>
        <p:sp>
          <p:nvSpPr>
            <p:cNvPr id="35" name="Rectangle 34">
              <a:extLst>
                <a:ext uri="{FF2B5EF4-FFF2-40B4-BE49-F238E27FC236}">
                  <a16:creationId xmlns:a16="http://schemas.microsoft.com/office/drawing/2014/main" id="{3AB99217-2234-BC05-0EB7-406AE48C9E82}"/>
                </a:ext>
              </a:extLst>
            </p:cNvPr>
            <p:cNvSpPr/>
            <p:nvPr/>
          </p:nvSpPr>
          <p:spPr bwMode="ltGray">
            <a:xfrm>
              <a:off x="0" y="-21795"/>
              <a:ext cx="12192000" cy="687979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Graphic 7">
              <a:extLst>
                <a:ext uri="{FF2B5EF4-FFF2-40B4-BE49-F238E27FC236}">
                  <a16:creationId xmlns:a16="http://schemas.microsoft.com/office/drawing/2014/main" id="{AA6C3D24-DDB8-3D63-2AFF-EE1C92E9B465}"/>
                </a:ext>
              </a:extLst>
            </p:cNvPr>
            <p:cNvSpPr/>
            <p:nvPr/>
          </p:nvSpPr>
          <p:spPr bwMode="ltGray">
            <a:xfrm>
              <a:off x="0" y="2844800"/>
              <a:ext cx="12192000" cy="4014533"/>
            </a:xfrm>
            <a:custGeom>
              <a:avLst/>
              <a:gdLst>
                <a:gd name="connsiteX0" fmla="*/ 4401566 w 12192000"/>
                <a:gd name="connsiteY0" fmla="*/ 2429574 h 4014533"/>
                <a:gd name="connsiteX1" fmla="*/ 0 w 12192000"/>
                <a:gd name="connsiteY1" fmla="*/ 1914462 h 4014533"/>
                <a:gd name="connsiteX2" fmla="*/ 0 w 12192000"/>
                <a:gd name="connsiteY2" fmla="*/ 4014534 h 4014533"/>
                <a:gd name="connsiteX3" fmla="*/ 12192000 w 12192000"/>
                <a:gd name="connsiteY3" fmla="*/ 4014534 h 4014533"/>
                <a:gd name="connsiteX4" fmla="*/ 12192000 w 12192000"/>
                <a:gd name="connsiteY4" fmla="*/ 0 h 4014533"/>
                <a:gd name="connsiteX5" fmla="*/ 4401566 w 12192000"/>
                <a:gd name="connsiteY5" fmla="*/ 2429574 h 401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014533">
                  <a:moveTo>
                    <a:pt x="4401566" y="2429574"/>
                  </a:moveTo>
                  <a:cubicBezTo>
                    <a:pt x="2427827" y="2429574"/>
                    <a:pt x="819023" y="2113820"/>
                    <a:pt x="0" y="1914462"/>
                  </a:cubicBezTo>
                  <a:lnTo>
                    <a:pt x="0" y="4014534"/>
                  </a:lnTo>
                  <a:lnTo>
                    <a:pt x="12192000" y="4014534"/>
                  </a:lnTo>
                  <a:lnTo>
                    <a:pt x="12192000" y="0"/>
                  </a:lnTo>
                  <a:cubicBezTo>
                    <a:pt x="12192000" y="0"/>
                    <a:pt x="11434255" y="2429574"/>
                    <a:pt x="4401566" y="2429574"/>
                  </a:cubicBezTo>
                  <a:close/>
                </a:path>
              </a:pathLst>
            </a:custGeom>
            <a:gradFill flip="none" rotWithShape="1">
              <a:gsLst>
                <a:gs pos="37000">
                  <a:srgbClr val="005552">
                    <a:alpha val="11448"/>
                  </a:srgbClr>
                </a:gs>
                <a:gs pos="27000">
                  <a:srgbClr val="002733">
                    <a:alpha val="7000"/>
                  </a:srgbClr>
                </a:gs>
                <a:gs pos="62000">
                  <a:srgbClr val="00806F">
                    <a:alpha val="39000"/>
                  </a:srgbClr>
                </a:gs>
                <a:gs pos="94000">
                  <a:srgbClr val="00806F"/>
                </a:gs>
              </a:gsLst>
              <a:lin ang="17400000" scaled="0"/>
              <a:tileRect/>
            </a:gradFill>
            <a:ln w="317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sp>
        <p:nvSpPr>
          <p:cNvPr id="37" name="Rectangle 36">
            <a:extLst>
              <a:ext uri="{FF2B5EF4-FFF2-40B4-BE49-F238E27FC236}">
                <a16:creationId xmlns:a16="http://schemas.microsoft.com/office/drawing/2014/main" id="{CF4A605B-B3FE-B5AA-D8D9-5AB716C462FF}"/>
              </a:ext>
            </a:extLst>
          </p:cNvPr>
          <p:cNvSpPr/>
          <p:nvPr userDrawn="1"/>
        </p:nvSpPr>
        <p:spPr>
          <a:xfrm>
            <a:off x="6292288" y="1844676"/>
            <a:ext cx="2551176" cy="1571545"/>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8" name="Rectangle 37">
            <a:extLst>
              <a:ext uri="{FF2B5EF4-FFF2-40B4-BE49-F238E27FC236}">
                <a16:creationId xmlns:a16="http://schemas.microsoft.com/office/drawing/2014/main" id="{CBF0F2D2-3F39-9772-5869-D95EC33DDA0F}"/>
              </a:ext>
            </a:extLst>
          </p:cNvPr>
          <p:cNvSpPr/>
          <p:nvPr userDrawn="1"/>
        </p:nvSpPr>
        <p:spPr bwMode="invGray">
          <a:xfrm>
            <a:off x="3351743" y="3804019"/>
            <a:ext cx="2551176" cy="1571545"/>
          </a:xfrm>
          <a:prstGeom prst="rect">
            <a:avLst/>
          </a:prstGeom>
          <a:gradFill flip="none" rotWithShape="1">
            <a:gsLst>
              <a:gs pos="82990">
                <a:srgbClr val="002531"/>
              </a:gs>
              <a:gs pos="65000">
                <a:srgbClr val="002F3E"/>
              </a:gs>
              <a:gs pos="0">
                <a:srgbClr val="013241"/>
              </a:gs>
              <a:gs pos="100000">
                <a:srgbClr val="001C25"/>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9" name="Title 4">
            <a:extLst>
              <a:ext uri="{FF2B5EF4-FFF2-40B4-BE49-F238E27FC236}">
                <a16:creationId xmlns:a16="http://schemas.microsoft.com/office/drawing/2014/main" id="{D0963E26-EC85-7EA4-98F3-CC00F70498D9}"/>
              </a:ext>
            </a:extLst>
          </p:cNvPr>
          <p:cNvSpPr txBox="1">
            <a:spLocks/>
          </p:cNvSpPr>
          <p:nvPr userDrawn="1"/>
        </p:nvSpPr>
        <p:spPr bwMode="gray">
          <a:xfrm>
            <a:off x="589601" y="2459744"/>
            <a:ext cx="2194370" cy="116339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2733"/>
                </a:solidFill>
                <a:effectLst/>
                <a:uLnTx/>
                <a:uFillTx/>
                <a:latin typeface="+mj-lt"/>
                <a:ea typeface="+mj-ea"/>
                <a:cs typeface="+mj-cs"/>
              </a:rPr>
              <a:t>Headline in The Group Head Light</a:t>
            </a:r>
          </a:p>
        </p:txBody>
      </p:sp>
      <p:sp>
        <p:nvSpPr>
          <p:cNvPr id="40" name="Title 4">
            <a:extLst>
              <a:ext uri="{FF2B5EF4-FFF2-40B4-BE49-F238E27FC236}">
                <a16:creationId xmlns:a16="http://schemas.microsoft.com/office/drawing/2014/main" id="{2E06B52A-2E2B-653C-14AF-3F67EC6DCAAA}"/>
              </a:ext>
            </a:extLst>
          </p:cNvPr>
          <p:cNvSpPr txBox="1">
            <a:spLocks/>
          </p:cNvSpPr>
          <p:nvPr userDrawn="1"/>
        </p:nvSpPr>
        <p:spPr bwMode="gray">
          <a:xfrm>
            <a:off x="589601" y="3701899"/>
            <a:ext cx="219437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800" b="0" i="0" u="none" strike="noStrike" kern="1200" cap="none" spc="0" normalizeH="0" baseline="0" noProof="0">
                <a:ln>
                  <a:noFill/>
                </a:ln>
                <a:solidFill>
                  <a:srgbClr val="008C82"/>
                </a:solidFill>
                <a:effectLst/>
                <a:uLnTx/>
                <a:uFillTx/>
                <a:latin typeface="+mn-lt"/>
                <a:ea typeface="+mj-ea"/>
                <a:cs typeface="+mj-cs"/>
              </a:rPr>
              <a:t>Subheadline in </a:t>
            </a:r>
            <a:br>
              <a:rPr kumimoji="0" lang="en-GB" sz="1800" b="0" i="0" u="none" strike="noStrike" kern="1200" cap="none" spc="0" normalizeH="0" baseline="0" noProof="0">
                <a:ln>
                  <a:noFill/>
                </a:ln>
                <a:solidFill>
                  <a:srgbClr val="008C82"/>
                </a:solidFill>
                <a:effectLst/>
                <a:uLnTx/>
                <a:uFillTx/>
                <a:latin typeface="+mn-lt"/>
                <a:ea typeface="+mj-ea"/>
                <a:cs typeface="+mj-cs"/>
              </a:rPr>
            </a:br>
            <a:r>
              <a:rPr kumimoji="0" lang="en-GB" sz="1800" b="0" i="0" u="none" strike="noStrike" kern="1200" cap="none" spc="0" normalizeH="0" baseline="0" noProof="0">
                <a:ln>
                  <a:noFill/>
                </a:ln>
                <a:solidFill>
                  <a:srgbClr val="008C82"/>
                </a:solidFill>
                <a:effectLst/>
                <a:uLnTx/>
                <a:uFillTx/>
                <a:latin typeface="+mn-lt"/>
                <a:ea typeface="+mj-ea"/>
                <a:cs typeface="+mj-cs"/>
              </a:rPr>
              <a:t>The Group Text</a:t>
            </a:r>
          </a:p>
        </p:txBody>
      </p:sp>
      <p:sp>
        <p:nvSpPr>
          <p:cNvPr id="41" name="Title 4">
            <a:extLst>
              <a:ext uri="{FF2B5EF4-FFF2-40B4-BE49-F238E27FC236}">
                <a16:creationId xmlns:a16="http://schemas.microsoft.com/office/drawing/2014/main" id="{DFEC640A-976D-314A-8E86-E1B379DE8BEF}"/>
              </a:ext>
            </a:extLst>
          </p:cNvPr>
          <p:cNvSpPr txBox="1">
            <a:spLocks/>
          </p:cNvSpPr>
          <p:nvPr userDrawn="1"/>
        </p:nvSpPr>
        <p:spPr bwMode="gray">
          <a:xfrm>
            <a:off x="589601" y="4533519"/>
            <a:ext cx="2194370" cy="664797"/>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mn-lt"/>
                <a:ea typeface="+mj-ea"/>
                <a:cs typeface="+mj-cs"/>
              </a:rPr>
              <a:t>Lorem ipsum dolor sit amet,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1200" b="0" i="0" u="none" strike="noStrike" kern="1200" cap="none" spc="0" normalizeH="0" baseline="0" noProof="1">
              <a:ln>
                <a:noFill/>
              </a:ln>
              <a:solidFill>
                <a:srgbClr val="002733"/>
              </a:solidFill>
              <a:effectLst/>
              <a:uLnTx/>
              <a:uFillTx/>
              <a:latin typeface="+mn-lt"/>
              <a:ea typeface="+mj-ea"/>
              <a:cs typeface="+mj-cs"/>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mn-lt"/>
                <a:ea typeface="+mj-ea"/>
                <a:cs typeface="+mj-cs"/>
              </a:rPr>
              <a:t>Consectetuer adipiscing elit,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mn-lt"/>
                <a:ea typeface="+mj-ea"/>
                <a:cs typeface="+mj-cs"/>
              </a:rPr>
              <a:t>sed diam nonummy nibh.</a:t>
            </a:r>
          </a:p>
        </p:txBody>
      </p:sp>
      <p:sp>
        <p:nvSpPr>
          <p:cNvPr id="42" name="Title 4">
            <a:extLst>
              <a:ext uri="{FF2B5EF4-FFF2-40B4-BE49-F238E27FC236}">
                <a16:creationId xmlns:a16="http://schemas.microsoft.com/office/drawing/2014/main" id="{EE188949-87A2-DB1C-1355-6A46ACDE8A9F}"/>
              </a:ext>
            </a:extLst>
          </p:cNvPr>
          <p:cNvSpPr txBox="1">
            <a:spLocks/>
          </p:cNvSpPr>
          <p:nvPr userDrawn="1"/>
        </p:nvSpPr>
        <p:spPr bwMode="black">
          <a:xfrm>
            <a:off x="352697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mn-lt"/>
                <a:ea typeface="+mj-ea"/>
                <a:cs typeface="+mj-cs"/>
              </a:rPr>
              <a:t>Graphical elements</a:t>
            </a:r>
            <a:endParaRPr kumimoji="0" lang="en-GB" sz="1200" b="0" i="0" u="none" strike="noStrike" kern="1200" cap="none" spc="0" normalizeH="0" baseline="0" noProof="1">
              <a:ln>
                <a:noFill/>
              </a:ln>
              <a:solidFill>
                <a:srgbClr val="FFFFFF"/>
              </a:solidFill>
              <a:effectLst/>
              <a:uLnTx/>
              <a:uFillTx/>
              <a:latin typeface="+mn-lt"/>
              <a:ea typeface="+mj-ea"/>
              <a:cs typeface="+mj-cs"/>
            </a:endParaRPr>
          </a:p>
        </p:txBody>
      </p:sp>
      <p:sp>
        <p:nvSpPr>
          <p:cNvPr id="43" name="Title 4">
            <a:extLst>
              <a:ext uri="{FF2B5EF4-FFF2-40B4-BE49-F238E27FC236}">
                <a16:creationId xmlns:a16="http://schemas.microsoft.com/office/drawing/2014/main" id="{8B0BF495-8206-F877-1EB7-ACA67C3EBA12}"/>
              </a:ext>
            </a:extLst>
          </p:cNvPr>
          <p:cNvSpPr txBox="1">
            <a:spLocks/>
          </p:cNvSpPr>
          <p:nvPr userDrawn="1"/>
        </p:nvSpPr>
        <p:spPr bwMode="black">
          <a:xfrm>
            <a:off x="352697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mn-lt"/>
                <a:ea typeface="+mj-ea"/>
                <a:cs typeface="+mj-cs"/>
              </a:rPr>
              <a:t>Gradient</a:t>
            </a:r>
            <a:endParaRPr kumimoji="0" lang="en-GB" sz="1200" b="0" i="0" u="none" strike="noStrike" kern="1200" cap="none" spc="0" normalizeH="0" baseline="0" noProof="1">
              <a:ln>
                <a:noFill/>
              </a:ln>
              <a:solidFill>
                <a:srgbClr val="FFFFFF"/>
              </a:solidFill>
              <a:effectLst/>
              <a:uLnTx/>
              <a:uFillTx/>
              <a:latin typeface="+mn-lt"/>
              <a:ea typeface="+mj-ea"/>
              <a:cs typeface="+mj-cs"/>
            </a:endParaRPr>
          </a:p>
        </p:txBody>
      </p:sp>
      <p:sp>
        <p:nvSpPr>
          <p:cNvPr id="44" name="Title 4">
            <a:extLst>
              <a:ext uri="{FF2B5EF4-FFF2-40B4-BE49-F238E27FC236}">
                <a16:creationId xmlns:a16="http://schemas.microsoft.com/office/drawing/2014/main" id="{6E11D89B-6057-0828-8BE7-91E998EF5CFF}"/>
              </a:ext>
            </a:extLst>
          </p:cNvPr>
          <p:cNvSpPr txBox="1">
            <a:spLocks/>
          </p:cNvSpPr>
          <p:nvPr userDrawn="1"/>
        </p:nvSpPr>
        <p:spPr bwMode="gray">
          <a:xfrm>
            <a:off x="58960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mn-lt"/>
                <a:ea typeface="+mj-ea"/>
                <a:cs typeface="+mj-cs"/>
              </a:rPr>
              <a:t>Typography</a:t>
            </a:r>
            <a:endParaRPr kumimoji="0" lang="en-GB" sz="1200" b="0" i="0" u="none" strike="noStrike" kern="1200" cap="none" spc="0" normalizeH="0" baseline="0" noProof="1">
              <a:ln>
                <a:noFill/>
              </a:ln>
              <a:solidFill>
                <a:srgbClr val="002733"/>
              </a:solidFill>
              <a:effectLst/>
              <a:uLnTx/>
              <a:uFillTx/>
              <a:latin typeface="+mn-lt"/>
              <a:ea typeface="+mj-ea"/>
              <a:cs typeface="+mj-cs"/>
            </a:endParaRPr>
          </a:p>
        </p:txBody>
      </p:sp>
      <p:sp>
        <p:nvSpPr>
          <p:cNvPr id="45" name="Title 4">
            <a:extLst>
              <a:ext uri="{FF2B5EF4-FFF2-40B4-BE49-F238E27FC236}">
                <a16:creationId xmlns:a16="http://schemas.microsoft.com/office/drawing/2014/main" id="{966B0435-2041-468F-9846-EEA6B2899D20}"/>
              </a:ext>
            </a:extLst>
          </p:cNvPr>
          <p:cNvSpPr txBox="1">
            <a:spLocks/>
          </p:cNvSpPr>
          <p:nvPr userDrawn="1"/>
        </p:nvSpPr>
        <p:spPr bwMode="gray">
          <a:xfrm>
            <a:off x="6470691" y="3972533"/>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mn-lt"/>
                <a:ea typeface="+mj-ea"/>
                <a:cs typeface="+mj-cs"/>
              </a:rPr>
              <a:t>Chart</a:t>
            </a:r>
            <a:endParaRPr kumimoji="0" lang="en-GB" sz="1200" b="0" i="0" u="none" strike="noStrike" kern="1200" cap="none" spc="0" normalizeH="0" baseline="0" noProof="1">
              <a:ln>
                <a:noFill/>
              </a:ln>
              <a:solidFill>
                <a:srgbClr val="FFFFFF"/>
              </a:solidFill>
              <a:effectLst/>
              <a:uLnTx/>
              <a:uFillTx/>
              <a:latin typeface="+mn-lt"/>
              <a:ea typeface="+mj-ea"/>
              <a:cs typeface="+mj-cs"/>
            </a:endParaRPr>
          </a:p>
        </p:txBody>
      </p:sp>
      <p:sp>
        <p:nvSpPr>
          <p:cNvPr id="46" name="Title 4">
            <a:extLst>
              <a:ext uri="{FF2B5EF4-FFF2-40B4-BE49-F238E27FC236}">
                <a16:creationId xmlns:a16="http://schemas.microsoft.com/office/drawing/2014/main" id="{37ABB19C-B435-7698-81D3-755E2FE5BF91}"/>
              </a:ext>
            </a:extLst>
          </p:cNvPr>
          <p:cNvSpPr txBox="1">
            <a:spLocks/>
          </p:cNvSpPr>
          <p:nvPr userDrawn="1"/>
        </p:nvSpPr>
        <p:spPr bwMode="black">
          <a:xfrm>
            <a:off x="9408029"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FFFFFF"/>
                </a:solidFill>
                <a:effectLst/>
                <a:uLnTx/>
                <a:uFillTx/>
                <a:latin typeface="+mn-lt"/>
                <a:ea typeface="+mj-ea"/>
                <a:cs typeface="+mj-cs"/>
              </a:rPr>
              <a:t>Photography</a:t>
            </a:r>
            <a:endParaRPr kumimoji="0" lang="en-GB" sz="1200" b="0" i="0" u="none" strike="noStrike" kern="1200" cap="none" spc="0" normalizeH="0" baseline="0" noProof="1">
              <a:ln>
                <a:noFill/>
              </a:ln>
              <a:solidFill>
                <a:srgbClr val="FFFFFF"/>
              </a:solidFill>
              <a:effectLst/>
              <a:uLnTx/>
              <a:uFillTx/>
              <a:latin typeface="+mn-lt"/>
              <a:ea typeface="+mj-ea"/>
              <a:cs typeface="+mj-cs"/>
            </a:endParaRPr>
          </a:p>
        </p:txBody>
      </p:sp>
      <p:sp>
        <p:nvSpPr>
          <p:cNvPr id="47" name="Title 4">
            <a:extLst>
              <a:ext uri="{FF2B5EF4-FFF2-40B4-BE49-F238E27FC236}">
                <a16:creationId xmlns:a16="http://schemas.microsoft.com/office/drawing/2014/main" id="{C350496C-5C1B-706C-B899-8EBD856862D3}"/>
              </a:ext>
            </a:extLst>
          </p:cNvPr>
          <p:cNvSpPr txBox="1">
            <a:spLocks/>
          </p:cNvSpPr>
          <p:nvPr userDrawn="1"/>
        </p:nvSpPr>
        <p:spPr bwMode="black">
          <a:xfrm>
            <a:off x="6470691" y="2009154"/>
            <a:ext cx="2194370" cy="166199"/>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1" i="0" u="none" strike="noStrike" kern="1200" cap="none" spc="0" normalizeH="0" baseline="0" noProof="1">
                <a:ln>
                  <a:noFill/>
                </a:ln>
                <a:solidFill>
                  <a:srgbClr val="002733"/>
                </a:solidFill>
                <a:effectLst/>
                <a:uLnTx/>
                <a:uFillTx/>
                <a:latin typeface="+mn-lt"/>
                <a:ea typeface="+mj-ea"/>
                <a:cs typeface="+mj-cs"/>
              </a:rPr>
              <a:t>Iconography</a:t>
            </a:r>
            <a:endParaRPr kumimoji="0" lang="en-GB" sz="1200" b="0" i="0" u="none" strike="noStrike" kern="1200" cap="none" spc="0" normalizeH="0" baseline="0" noProof="1">
              <a:ln>
                <a:noFill/>
              </a:ln>
              <a:solidFill>
                <a:srgbClr val="002733"/>
              </a:solidFill>
              <a:effectLst/>
              <a:uLnTx/>
              <a:uFillTx/>
              <a:latin typeface="+mn-lt"/>
              <a:ea typeface="+mj-ea"/>
              <a:cs typeface="+mj-cs"/>
            </a:endParaRPr>
          </a:p>
        </p:txBody>
      </p:sp>
      <p:cxnSp>
        <p:nvCxnSpPr>
          <p:cNvPr id="48" name="Straight Connector 47">
            <a:extLst>
              <a:ext uri="{FF2B5EF4-FFF2-40B4-BE49-F238E27FC236}">
                <a16:creationId xmlns:a16="http://schemas.microsoft.com/office/drawing/2014/main" id="{B4A95E01-03F1-5448-ADFA-FFC96BD66EC0}"/>
              </a:ext>
            </a:extLst>
          </p:cNvPr>
          <p:cNvCxnSpPr>
            <a:cxnSpLocks/>
          </p:cNvCxnSpPr>
          <p:nvPr userDrawn="1"/>
        </p:nvCxnSpPr>
        <p:spPr>
          <a:xfrm>
            <a:off x="3526971" y="4517866"/>
            <a:ext cx="2194370" cy="0"/>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597A03F-3889-709B-1A70-1116235E2654}"/>
              </a:ext>
            </a:extLst>
          </p:cNvPr>
          <p:cNvCxnSpPr>
            <a:cxnSpLocks/>
          </p:cNvCxnSpPr>
          <p:nvPr userDrawn="1"/>
        </p:nvCxnSpPr>
        <p:spPr>
          <a:xfrm>
            <a:off x="3526971" y="4624753"/>
            <a:ext cx="2194370" cy="0"/>
          </a:xfrm>
          <a:prstGeom prst="line">
            <a:avLst/>
          </a:prstGeom>
          <a:ln w="9525">
            <a:solidFill>
              <a:srgbClr val="99A9AD"/>
            </a:solidFill>
            <a:prstDash val="sysDot"/>
            <a:tailEnd type="none" w="med" len="sm"/>
          </a:ln>
        </p:spPr>
        <p:style>
          <a:lnRef idx="1">
            <a:schemeClr val="accent1"/>
          </a:lnRef>
          <a:fillRef idx="0">
            <a:schemeClr val="accent1"/>
          </a:fillRef>
          <a:effectRef idx="0">
            <a:schemeClr val="accent1"/>
          </a:effectRef>
          <a:fontRef idx="minor">
            <a:schemeClr val="tx1"/>
          </a:fontRef>
        </p:style>
      </p:cxnSp>
      <p:sp>
        <p:nvSpPr>
          <p:cNvPr id="50" name="Title 4">
            <a:extLst>
              <a:ext uri="{FF2B5EF4-FFF2-40B4-BE49-F238E27FC236}">
                <a16:creationId xmlns:a16="http://schemas.microsoft.com/office/drawing/2014/main" id="{1425760F-CE8F-9DE8-2C1E-54083789D925}"/>
              </a:ext>
            </a:extLst>
          </p:cNvPr>
          <p:cNvSpPr txBox="1">
            <a:spLocks/>
          </p:cNvSpPr>
          <p:nvPr userDrawn="1"/>
        </p:nvSpPr>
        <p:spPr bwMode="black">
          <a:xfrm>
            <a:off x="3526971" y="4313985"/>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mn-lt"/>
                <a:ea typeface="+mj-ea"/>
                <a:cs typeface="+mj-cs"/>
              </a:rPr>
              <a:t>Arrow and separator lines at 0.75pt</a:t>
            </a:r>
          </a:p>
        </p:txBody>
      </p:sp>
      <p:cxnSp>
        <p:nvCxnSpPr>
          <p:cNvPr id="51" name="Straight Connector 50">
            <a:extLst>
              <a:ext uri="{FF2B5EF4-FFF2-40B4-BE49-F238E27FC236}">
                <a16:creationId xmlns:a16="http://schemas.microsoft.com/office/drawing/2014/main" id="{C32A3D18-9278-F596-34E5-BDB62241D45E}"/>
              </a:ext>
            </a:extLst>
          </p:cNvPr>
          <p:cNvCxnSpPr>
            <a:cxnSpLocks/>
          </p:cNvCxnSpPr>
          <p:nvPr userDrawn="1"/>
        </p:nvCxnSpPr>
        <p:spPr>
          <a:xfrm>
            <a:off x="3526971" y="5030995"/>
            <a:ext cx="2194370" cy="0"/>
          </a:xfrm>
          <a:prstGeom prst="line">
            <a:avLst/>
          </a:prstGeom>
          <a:ln w="19050">
            <a:solidFill>
              <a:schemeClr val="accent3"/>
            </a:solidFill>
            <a:tailEnd type="none" w="med" len="sm"/>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5727491-B182-5083-92EC-2BE1EF6E2820}"/>
              </a:ext>
            </a:extLst>
          </p:cNvPr>
          <p:cNvCxnSpPr>
            <a:cxnSpLocks/>
          </p:cNvCxnSpPr>
          <p:nvPr userDrawn="1"/>
        </p:nvCxnSpPr>
        <p:spPr>
          <a:xfrm>
            <a:off x="3526971" y="5137882"/>
            <a:ext cx="2194370" cy="0"/>
          </a:xfrm>
          <a:prstGeom prst="line">
            <a:avLst/>
          </a:prstGeom>
          <a:ln w="19050">
            <a:solidFill>
              <a:schemeClr val="bg1"/>
            </a:solidFill>
            <a:prstDash val="solid"/>
            <a:tailEnd type="none" w="med" len="sm"/>
          </a:ln>
        </p:spPr>
        <p:style>
          <a:lnRef idx="1">
            <a:schemeClr val="accent1"/>
          </a:lnRef>
          <a:fillRef idx="0">
            <a:schemeClr val="accent1"/>
          </a:fillRef>
          <a:effectRef idx="0">
            <a:schemeClr val="accent1"/>
          </a:effectRef>
          <a:fontRef idx="minor">
            <a:schemeClr val="tx1"/>
          </a:fontRef>
        </p:style>
      </p:cxnSp>
      <p:sp>
        <p:nvSpPr>
          <p:cNvPr id="53" name="Title 4">
            <a:extLst>
              <a:ext uri="{FF2B5EF4-FFF2-40B4-BE49-F238E27FC236}">
                <a16:creationId xmlns:a16="http://schemas.microsoft.com/office/drawing/2014/main" id="{C0E98A30-619E-9BD7-0285-5693AF0EB85E}"/>
              </a:ext>
            </a:extLst>
          </p:cNvPr>
          <p:cNvSpPr txBox="1">
            <a:spLocks/>
          </p:cNvSpPr>
          <p:nvPr userDrawn="1"/>
        </p:nvSpPr>
        <p:spPr bwMode="black">
          <a:xfrm>
            <a:off x="3526971" y="4827114"/>
            <a:ext cx="2194370" cy="1246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900" b="0" i="0" u="none" strike="noStrike" kern="1200" cap="none" spc="0" normalizeH="0" baseline="0" noProof="1">
                <a:ln>
                  <a:noFill/>
                </a:ln>
                <a:solidFill>
                  <a:srgbClr val="FFFFFF"/>
                </a:solidFill>
                <a:effectLst/>
                <a:uLnTx/>
                <a:uFillTx/>
                <a:latin typeface="+mn-lt"/>
                <a:ea typeface="+mj-ea"/>
                <a:cs typeface="+mj-cs"/>
              </a:rPr>
              <a:t>Emphasis line at 1.5pt</a:t>
            </a:r>
          </a:p>
        </p:txBody>
      </p:sp>
      <p:sp>
        <p:nvSpPr>
          <p:cNvPr id="54" name="Oval 53">
            <a:extLst>
              <a:ext uri="{FF2B5EF4-FFF2-40B4-BE49-F238E27FC236}">
                <a16:creationId xmlns:a16="http://schemas.microsoft.com/office/drawing/2014/main" id="{2AAD88FE-2BDA-68C1-CE53-83C783D96778}"/>
              </a:ext>
            </a:extLst>
          </p:cNvPr>
          <p:cNvSpPr/>
          <p:nvPr userDrawn="1"/>
        </p:nvSpPr>
        <p:spPr>
          <a:xfrm>
            <a:off x="2805695"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5" name="Title 4">
            <a:extLst>
              <a:ext uri="{FF2B5EF4-FFF2-40B4-BE49-F238E27FC236}">
                <a16:creationId xmlns:a16="http://schemas.microsoft.com/office/drawing/2014/main" id="{4CE8BCD0-2A21-D0BD-FB68-8EA79CDDCDE6}"/>
              </a:ext>
            </a:extLst>
          </p:cNvPr>
          <p:cNvSpPr txBox="1">
            <a:spLocks/>
          </p:cNvSpPr>
          <p:nvPr userDrawn="1"/>
        </p:nvSpPr>
        <p:spPr bwMode="gray">
          <a:xfrm>
            <a:off x="2760627" y="5800104"/>
            <a:ext cx="1870560" cy="4985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1200" b="0" i="0" u="none" strike="noStrike" kern="1200" cap="none" spc="0" normalizeH="0" baseline="0" noProof="1">
                <a:ln>
                  <a:noFill/>
                </a:ln>
                <a:solidFill>
                  <a:srgbClr val="002733"/>
                </a:solidFill>
                <a:effectLst/>
                <a:uLnTx/>
                <a:uFillTx/>
                <a:latin typeface="+mn-lt"/>
                <a:ea typeface="+mj-ea"/>
                <a:cs typeface="+mj-cs"/>
              </a:rPr>
              <a:t>Use sharp corners for </a:t>
            </a:r>
            <a:br>
              <a:rPr kumimoji="0" lang="en-GB" sz="1200" b="0" i="0" u="none" strike="noStrike" kern="1200" cap="none" spc="0" normalizeH="0" baseline="0" noProof="1">
                <a:ln>
                  <a:noFill/>
                </a:ln>
                <a:solidFill>
                  <a:srgbClr val="002733"/>
                </a:solidFill>
                <a:effectLst/>
                <a:uLnTx/>
                <a:uFillTx/>
                <a:latin typeface="+mn-lt"/>
                <a:ea typeface="+mj-ea"/>
                <a:cs typeface="+mj-cs"/>
              </a:rPr>
            </a:br>
            <a:r>
              <a:rPr kumimoji="0" lang="en-GB" sz="1200" b="0" i="0" u="none" strike="noStrike" kern="1200" cap="none" spc="0" normalizeH="0" baseline="0" noProof="1">
                <a:ln>
                  <a:noFill/>
                </a:ln>
                <a:solidFill>
                  <a:srgbClr val="002733"/>
                </a:solidFill>
                <a:effectLst/>
                <a:uLnTx/>
                <a:uFillTx/>
                <a:latin typeface="+mn-lt"/>
                <a:ea typeface="+mj-ea"/>
                <a:cs typeface="+mj-cs"/>
              </a:rPr>
              <a:t>text boxes and image placeholders.</a:t>
            </a:r>
          </a:p>
        </p:txBody>
      </p:sp>
      <p:sp>
        <p:nvSpPr>
          <p:cNvPr id="56" name="Oval 55">
            <a:extLst>
              <a:ext uri="{FF2B5EF4-FFF2-40B4-BE49-F238E27FC236}">
                <a16:creationId xmlns:a16="http://schemas.microsoft.com/office/drawing/2014/main" id="{CA4B3775-76DD-6015-0F05-FAF515D72100}"/>
              </a:ext>
            </a:extLst>
          </p:cNvPr>
          <p:cNvSpPr/>
          <p:nvPr userDrawn="1"/>
        </p:nvSpPr>
        <p:spPr>
          <a:xfrm>
            <a:off x="3203996" y="5218581"/>
            <a:ext cx="313358" cy="31335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cxnSp>
        <p:nvCxnSpPr>
          <p:cNvPr id="57" name="Straight Connector 56">
            <a:extLst>
              <a:ext uri="{FF2B5EF4-FFF2-40B4-BE49-F238E27FC236}">
                <a16:creationId xmlns:a16="http://schemas.microsoft.com/office/drawing/2014/main" id="{F296D72B-CE70-F39B-4B2C-ECA4C98CFC76}"/>
              </a:ext>
            </a:extLst>
          </p:cNvPr>
          <p:cNvCxnSpPr>
            <a:cxnSpLocks/>
            <a:stCxn id="54" idx="4"/>
          </p:cNvCxnSpPr>
          <p:nvPr userDrawn="1"/>
        </p:nvCxnSpPr>
        <p:spPr>
          <a:xfrm>
            <a:off x="2962374"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F2333257-A010-E64C-A4D4-4C99E5A77602}"/>
              </a:ext>
            </a:extLst>
          </p:cNvPr>
          <p:cNvCxnSpPr>
            <a:cxnSpLocks/>
          </p:cNvCxnSpPr>
          <p:nvPr userDrawn="1"/>
        </p:nvCxnSpPr>
        <p:spPr>
          <a:xfrm>
            <a:off x="3358805" y="5531939"/>
            <a:ext cx="0" cy="231423"/>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platzhalter 5">
            <a:extLst>
              <a:ext uri="{FF2B5EF4-FFF2-40B4-BE49-F238E27FC236}">
                <a16:creationId xmlns:a16="http://schemas.microsoft.com/office/drawing/2014/main" id="{5F7CCBF4-2771-039E-EB9A-5C5F34535FBB}"/>
              </a:ext>
            </a:extLst>
          </p:cNvPr>
          <p:cNvSpPr txBox="1">
            <a:spLocks/>
          </p:cNvSpPr>
          <p:nvPr userDrawn="1"/>
        </p:nvSpPr>
        <p:spPr bwMode="black">
          <a:xfrm>
            <a:off x="9229626" y="3804019"/>
            <a:ext cx="2554388" cy="1571241"/>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sz="1200" b="0">
                <a:latin typeface="+mn-lt"/>
              </a:rPr>
              <a:t>Relevant assets available on </a:t>
            </a:r>
            <a:br>
              <a:rPr lang="en-GB" sz="1200" b="0">
                <a:latin typeface="+mn-lt"/>
              </a:rPr>
            </a:br>
            <a:r>
              <a:rPr kumimoji="0" lang="en-GB" sz="1200" b="0" i="0" u="none" strike="noStrike" kern="1200" cap="none" spc="0" normalizeH="0" baseline="0" noProof="0">
                <a:ln>
                  <a:noFill/>
                </a:ln>
                <a:solidFill>
                  <a:srgbClr val="002733"/>
                </a:solidFill>
                <a:effectLst/>
                <a:uLnTx/>
                <a:uFillTx/>
                <a:latin typeface="+mn-lt"/>
                <a:ea typeface="+mn-ea"/>
                <a:cs typeface="+mn-cs"/>
              </a:rPr>
              <a:t>the </a:t>
            </a:r>
            <a:r>
              <a:rPr kumimoji="0" lang="en-GB" sz="1200" b="0" i="0" u="none" strike="noStrike" kern="1200" cap="none" spc="0" normalizeH="0" baseline="0" noProof="0">
                <a:ln>
                  <a:noFill/>
                </a:ln>
                <a:solidFill>
                  <a:srgbClr val="002733"/>
                </a:solidFill>
                <a:effectLst/>
                <a:uLnTx/>
                <a:uFillTx/>
                <a:latin typeface="+mn-lt"/>
                <a:ea typeface="+mn-ea"/>
                <a:cs typeface="+mn-cs"/>
                <a:hlinkClick r:id="rId4"/>
              </a:rPr>
              <a:t>Volkswagen Group CD portal</a:t>
            </a:r>
            <a:r>
              <a:rPr kumimoji="0" lang="en-GB" sz="1200" b="0" i="0" u="none" strike="noStrike" kern="1200" cap="none" spc="0" normalizeH="0" baseline="0" noProof="0">
                <a:ln>
                  <a:noFill/>
                </a:ln>
                <a:solidFill>
                  <a:srgbClr val="002733"/>
                </a:solidFill>
                <a:effectLst/>
                <a:uLnTx/>
                <a:uFillTx/>
                <a:latin typeface="+mn-lt"/>
                <a:ea typeface="+mn-ea"/>
                <a:cs typeface="+mn-cs"/>
              </a:rPr>
              <a:t>.</a:t>
            </a:r>
            <a:endParaRPr lang="en-GB" sz="1200">
              <a:latin typeface="+mn-lt"/>
            </a:endParaRPr>
          </a:p>
        </p:txBody>
      </p:sp>
      <p:sp>
        <p:nvSpPr>
          <p:cNvPr id="2" name="Title 6">
            <a:extLst>
              <a:ext uri="{FF2B5EF4-FFF2-40B4-BE49-F238E27FC236}">
                <a16:creationId xmlns:a16="http://schemas.microsoft.com/office/drawing/2014/main" id="{BB3F580C-645B-81CB-9B47-BAB87406EFD5}"/>
              </a:ext>
            </a:extLst>
          </p:cNvPr>
          <p:cNvSpPr txBox="1">
            <a:spLocks/>
          </p:cNvSpPr>
          <p:nvPr userDrawn="1"/>
        </p:nvSpPr>
        <p:spPr bwMode="auto">
          <a:xfrm>
            <a:off x="407987" y="621792"/>
            <a:ext cx="11376021" cy="387798"/>
          </a:xfrm>
          <a:prstGeom prst="rect">
            <a:avLst/>
          </a:prstGeom>
        </p:spPr>
        <p:txBody>
          <a:bodyPr vert="horz" wrap="square" lIns="0" tIns="0" rIns="0" bIns="0" rtlCol="0" anchor="b"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US"/>
              <a:t>Shape language overview</a:t>
            </a:r>
          </a:p>
        </p:txBody>
      </p:sp>
      <p:grpSp>
        <p:nvGrpSpPr>
          <p:cNvPr id="16" name="Group 15">
            <a:extLst>
              <a:ext uri="{FF2B5EF4-FFF2-40B4-BE49-F238E27FC236}">
                <a16:creationId xmlns:a16="http://schemas.microsoft.com/office/drawing/2014/main" id="{DC3EC4AB-3845-0EB4-C29C-5D106736260F}"/>
              </a:ext>
            </a:extLst>
          </p:cNvPr>
          <p:cNvGrpSpPr/>
          <p:nvPr userDrawn="1"/>
        </p:nvGrpSpPr>
        <p:grpSpPr>
          <a:xfrm>
            <a:off x="6586810" y="2558864"/>
            <a:ext cx="1962132" cy="328680"/>
            <a:chOff x="6618520" y="2558864"/>
            <a:chExt cx="1962132" cy="328680"/>
          </a:xfrm>
        </p:grpSpPr>
        <p:sp>
          <p:nvSpPr>
            <p:cNvPr id="15" name="Freeform 14">
              <a:extLst>
                <a:ext uri="{FF2B5EF4-FFF2-40B4-BE49-F238E27FC236}">
                  <a16:creationId xmlns:a16="http://schemas.microsoft.com/office/drawing/2014/main" id="{18679E2E-05C1-50CB-99CD-D7C3F1799EB5}"/>
                </a:ext>
              </a:extLst>
            </p:cNvPr>
            <p:cNvSpPr/>
            <p:nvPr/>
          </p:nvSpPr>
          <p:spPr>
            <a:xfrm>
              <a:off x="6618520" y="2563150"/>
              <a:ext cx="260806" cy="324394"/>
            </a:xfrm>
            <a:custGeom>
              <a:avLst/>
              <a:gdLst>
                <a:gd name="connsiteX0" fmla="*/ 83438 w 260806"/>
                <a:gd name="connsiteY0" fmla="*/ 156996 h 324394"/>
                <a:gd name="connsiteX1" fmla="*/ 177343 w 260806"/>
                <a:gd name="connsiteY1" fmla="*/ 156996 h 324394"/>
                <a:gd name="connsiteX2" fmla="*/ 177368 w 260806"/>
                <a:gd name="connsiteY2" fmla="*/ 156996 h 324394"/>
                <a:gd name="connsiteX3" fmla="*/ 260806 w 260806"/>
                <a:gd name="connsiteY3" fmla="*/ 240695 h 324394"/>
                <a:gd name="connsiteX4" fmla="*/ 260806 w 260806"/>
                <a:gd name="connsiteY4" fmla="*/ 283869 h 324394"/>
                <a:gd name="connsiteX5" fmla="*/ 220407 w 260806"/>
                <a:gd name="connsiteY5" fmla="*/ 324394 h 324394"/>
                <a:gd name="connsiteX6" fmla="*/ 36144 w 260806"/>
                <a:gd name="connsiteY6" fmla="*/ 324394 h 324394"/>
                <a:gd name="connsiteX7" fmla="*/ 36144 w 260806"/>
                <a:gd name="connsiteY7" fmla="*/ 313968 h 324394"/>
                <a:gd name="connsiteX8" fmla="*/ 220432 w 260806"/>
                <a:gd name="connsiteY8" fmla="*/ 313968 h 324394"/>
                <a:gd name="connsiteX9" fmla="*/ 250437 w 260806"/>
                <a:gd name="connsiteY9" fmla="*/ 283869 h 324394"/>
                <a:gd name="connsiteX10" fmla="*/ 250437 w 260806"/>
                <a:gd name="connsiteY10" fmla="*/ 240695 h 324394"/>
                <a:gd name="connsiteX11" fmla="*/ 177368 w 260806"/>
                <a:gd name="connsiteY11" fmla="*/ 167397 h 324394"/>
                <a:gd name="connsiteX12" fmla="*/ 83463 w 260806"/>
                <a:gd name="connsiteY12" fmla="*/ 167397 h 324394"/>
                <a:gd name="connsiteX13" fmla="*/ 10393 w 260806"/>
                <a:gd name="connsiteY13" fmla="*/ 240695 h 324394"/>
                <a:gd name="connsiteX14" fmla="*/ 10393 w 260806"/>
                <a:gd name="connsiteY14" fmla="*/ 319193 h 324394"/>
                <a:gd name="connsiteX15" fmla="*/ 0 w 260806"/>
                <a:gd name="connsiteY15" fmla="*/ 319193 h 324394"/>
                <a:gd name="connsiteX16" fmla="*/ 0 w 260806"/>
                <a:gd name="connsiteY16" fmla="*/ 240695 h 324394"/>
                <a:gd name="connsiteX17" fmla="*/ 83438 w 260806"/>
                <a:gd name="connsiteY17" fmla="*/ 156996 h 324394"/>
                <a:gd name="connsiteX18" fmla="*/ 130415 w 260806"/>
                <a:gd name="connsiteY18" fmla="*/ 10426 h 324394"/>
                <a:gd name="connsiteX19" fmla="*/ 80626 w 260806"/>
                <a:gd name="connsiteY19" fmla="*/ 60370 h 324394"/>
                <a:gd name="connsiteX20" fmla="*/ 130415 w 260806"/>
                <a:gd name="connsiteY20" fmla="*/ 110290 h 324394"/>
                <a:gd name="connsiteX21" fmla="*/ 180180 w 260806"/>
                <a:gd name="connsiteY21" fmla="*/ 60370 h 324394"/>
                <a:gd name="connsiteX22" fmla="*/ 130415 w 260806"/>
                <a:gd name="connsiteY22" fmla="*/ 10426 h 324394"/>
                <a:gd name="connsiteX23" fmla="*/ 130415 w 260806"/>
                <a:gd name="connsiteY23" fmla="*/ 0 h 324394"/>
                <a:gd name="connsiteX24" fmla="*/ 190573 w 260806"/>
                <a:gd name="connsiteY24" fmla="*/ 60370 h 324394"/>
                <a:gd name="connsiteX25" fmla="*/ 130415 w 260806"/>
                <a:gd name="connsiteY25" fmla="*/ 120716 h 324394"/>
                <a:gd name="connsiteX26" fmla="*/ 70233 w 260806"/>
                <a:gd name="connsiteY26" fmla="*/ 60370 h 324394"/>
                <a:gd name="connsiteX27" fmla="*/ 130415 w 260806"/>
                <a:gd name="connsiteY27" fmla="*/ 0 h 324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0806" h="324394">
                  <a:moveTo>
                    <a:pt x="83438" y="156996"/>
                  </a:moveTo>
                  <a:lnTo>
                    <a:pt x="177343" y="156996"/>
                  </a:lnTo>
                  <a:lnTo>
                    <a:pt x="177368" y="156996"/>
                  </a:lnTo>
                  <a:cubicBezTo>
                    <a:pt x="223366" y="156996"/>
                    <a:pt x="260806" y="194528"/>
                    <a:pt x="260806" y="240695"/>
                  </a:cubicBezTo>
                  <a:lnTo>
                    <a:pt x="260806" y="283869"/>
                  </a:lnTo>
                  <a:cubicBezTo>
                    <a:pt x="260806" y="306217"/>
                    <a:pt x="242685" y="324394"/>
                    <a:pt x="220407" y="324394"/>
                  </a:cubicBezTo>
                  <a:lnTo>
                    <a:pt x="36144" y="324394"/>
                  </a:lnTo>
                  <a:lnTo>
                    <a:pt x="36144" y="313968"/>
                  </a:lnTo>
                  <a:lnTo>
                    <a:pt x="220432" y="313968"/>
                  </a:lnTo>
                  <a:cubicBezTo>
                    <a:pt x="236963" y="313968"/>
                    <a:pt x="250437" y="300476"/>
                    <a:pt x="250437" y="283869"/>
                  </a:cubicBezTo>
                  <a:lnTo>
                    <a:pt x="250437" y="240695"/>
                  </a:lnTo>
                  <a:cubicBezTo>
                    <a:pt x="250437" y="200268"/>
                    <a:pt x="217644" y="167397"/>
                    <a:pt x="177368" y="167397"/>
                  </a:cubicBezTo>
                  <a:lnTo>
                    <a:pt x="83463" y="167397"/>
                  </a:lnTo>
                  <a:cubicBezTo>
                    <a:pt x="43162" y="167397"/>
                    <a:pt x="10393" y="200293"/>
                    <a:pt x="10393" y="240695"/>
                  </a:cubicBezTo>
                  <a:lnTo>
                    <a:pt x="10393" y="319193"/>
                  </a:lnTo>
                  <a:lnTo>
                    <a:pt x="0" y="319193"/>
                  </a:lnTo>
                  <a:lnTo>
                    <a:pt x="0" y="240695"/>
                  </a:lnTo>
                  <a:cubicBezTo>
                    <a:pt x="0" y="194553"/>
                    <a:pt x="37440" y="156996"/>
                    <a:pt x="83438" y="156996"/>
                  </a:cubicBezTo>
                  <a:close/>
                  <a:moveTo>
                    <a:pt x="130415" y="10426"/>
                  </a:moveTo>
                  <a:cubicBezTo>
                    <a:pt x="102953" y="10426"/>
                    <a:pt x="80626" y="32847"/>
                    <a:pt x="80626" y="60370"/>
                  </a:cubicBezTo>
                  <a:cubicBezTo>
                    <a:pt x="80626" y="87894"/>
                    <a:pt x="102977" y="110290"/>
                    <a:pt x="130415" y="110290"/>
                  </a:cubicBezTo>
                  <a:cubicBezTo>
                    <a:pt x="157853" y="110290"/>
                    <a:pt x="180180" y="87918"/>
                    <a:pt x="180180" y="60370"/>
                  </a:cubicBezTo>
                  <a:cubicBezTo>
                    <a:pt x="180180" y="32822"/>
                    <a:pt x="157853" y="10426"/>
                    <a:pt x="130415" y="10426"/>
                  </a:cubicBezTo>
                  <a:close/>
                  <a:moveTo>
                    <a:pt x="130415" y="0"/>
                  </a:moveTo>
                  <a:cubicBezTo>
                    <a:pt x="163575" y="0"/>
                    <a:pt x="190573" y="27106"/>
                    <a:pt x="190573" y="60370"/>
                  </a:cubicBezTo>
                  <a:cubicBezTo>
                    <a:pt x="190573" y="93634"/>
                    <a:pt x="163600" y="120716"/>
                    <a:pt x="130415" y="120716"/>
                  </a:cubicBezTo>
                  <a:cubicBezTo>
                    <a:pt x="97231" y="120716"/>
                    <a:pt x="70233" y="93658"/>
                    <a:pt x="70233" y="60370"/>
                  </a:cubicBezTo>
                  <a:cubicBezTo>
                    <a:pt x="70233" y="27082"/>
                    <a:pt x="97255" y="0"/>
                    <a:pt x="130415" y="0"/>
                  </a:cubicBezTo>
                  <a:close/>
                </a:path>
              </a:pathLst>
            </a:custGeom>
            <a:solidFill>
              <a:schemeClr val="tx2"/>
            </a:solidFill>
            <a:ln w="2404" cap="flat">
              <a:noFill/>
              <a:prstDash val="solid"/>
              <a:miter/>
            </a:ln>
          </p:spPr>
          <p:txBody>
            <a:bodyPr rtlCol="0" anchor="ctr"/>
            <a:lstStyle/>
            <a:p>
              <a:endParaRPr/>
            </a:p>
          </p:txBody>
        </p:sp>
        <p:sp>
          <p:nvSpPr>
            <p:cNvPr id="6" name="Graphic 20">
              <a:extLst>
                <a:ext uri="{FF2B5EF4-FFF2-40B4-BE49-F238E27FC236}">
                  <a16:creationId xmlns:a16="http://schemas.microsoft.com/office/drawing/2014/main" id="{A1F94645-E436-3C0B-1A6C-4E0E8EF7AD4F}"/>
                </a:ext>
              </a:extLst>
            </p:cNvPr>
            <p:cNvSpPr/>
            <p:nvPr/>
          </p:nvSpPr>
          <p:spPr>
            <a:xfrm>
              <a:off x="7719696" y="2563144"/>
              <a:ext cx="214827" cy="323886"/>
            </a:xfrm>
            <a:custGeom>
              <a:avLst/>
              <a:gdLst>
                <a:gd name="connsiteX0" fmla="*/ 212238 w 214827"/>
                <a:gd name="connsiteY0" fmla="*/ 109577 h 323886"/>
                <a:gd name="connsiteX1" fmla="*/ 135599 w 214827"/>
                <a:gd name="connsiteY1" fmla="*/ 8649 h 323886"/>
                <a:gd name="connsiteX2" fmla="*/ 78288 w 214827"/>
                <a:gd name="connsiteY2" fmla="*/ 8575 h 323886"/>
                <a:gd name="connsiteX3" fmla="*/ 7264 w 214827"/>
                <a:gd name="connsiteY3" fmla="*/ 100685 h 323886"/>
                <a:gd name="connsiteX4" fmla="*/ 39335 w 214827"/>
                <a:gd name="connsiteY4" fmla="*/ 237207 h 323886"/>
                <a:gd name="connsiteX5" fmla="*/ 93243 w 214827"/>
                <a:gd name="connsiteY5" fmla="*/ 262065 h 323886"/>
                <a:gd name="connsiteX6" fmla="*/ 107801 w 214827"/>
                <a:gd name="connsiteY6" fmla="*/ 279252 h 323886"/>
                <a:gd name="connsiteX7" fmla="*/ 107801 w 214827"/>
                <a:gd name="connsiteY7" fmla="*/ 323887 h 323886"/>
                <a:gd name="connsiteX8" fmla="*/ 118359 w 214827"/>
                <a:gd name="connsiteY8" fmla="*/ 323887 h 323886"/>
                <a:gd name="connsiteX9" fmla="*/ 118359 w 214827"/>
                <a:gd name="connsiteY9" fmla="*/ 279351 h 323886"/>
                <a:gd name="connsiteX10" fmla="*/ 95280 w 214827"/>
                <a:gd name="connsiteY10" fmla="*/ 251703 h 323886"/>
                <a:gd name="connsiteX11" fmla="*/ 46018 w 214827"/>
                <a:gd name="connsiteY11" fmla="*/ 229037 h 323886"/>
                <a:gd name="connsiteX12" fmla="*/ 17052 w 214827"/>
                <a:gd name="connsiteY12" fmla="*/ 104621 h 323886"/>
                <a:gd name="connsiteX13" fmla="*/ 84498 w 214827"/>
                <a:gd name="connsiteY13" fmla="*/ 17143 h 323886"/>
                <a:gd name="connsiteX14" fmla="*/ 129413 w 214827"/>
                <a:gd name="connsiteY14" fmla="*/ 17243 h 323886"/>
                <a:gd name="connsiteX15" fmla="*/ 201829 w 214827"/>
                <a:gd name="connsiteY15" fmla="*/ 111445 h 323886"/>
                <a:gd name="connsiteX16" fmla="*/ 144940 w 214827"/>
                <a:gd name="connsiteY16" fmla="*/ 219646 h 323886"/>
                <a:gd name="connsiteX17" fmla="*/ 120271 w 214827"/>
                <a:gd name="connsiteY17" fmla="*/ 216134 h 323886"/>
                <a:gd name="connsiteX18" fmla="*/ 115949 w 214827"/>
                <a:gd name="connsiteY18" fmla="*/ 208737 h 323886"/>
                <a:gd name="connsiteX19" fmla="*/ 115949 w 214827"/>
                <a:gd name="connsiteY19" fmla="*/ 87932 h 323886"/>
                <a:gd name="connsiteX20" fmla="*/ 105391 w 214827"/>
                <a:gd name="connsiteY20" fmla="*/ 87932 h 323886"/>
                <a:gd name="connsiteX21" fmla="*/ 105391 w 214827"/>
                <a:gd name="connsiteY21" fmla="*/ 208737 h 323886"/>
                <a:gd name="connsiteX22" fmla="*/ 113887 w 214827"/>
                <a:gd name="connsiteY22" fmla="*/ 224553 h 323886"/>
                <a:gd name="connsiteX23" fmla="*/ 147797 w 214827"/>
                <a:gd name="connsiteY23" fmla="*/ 229809 h 323886"/>
                <a:gd name="connsiteX24" fmla="*/ 197755 w 214827"/>
                <a:gd name="connsiteY24" fmla="*/ 195361 h 323886"/>
                <a:gd name="connsiteX25" fmla="*/ 212213 w 214827"/>
                <a:gd name="connsiteY25" fmla="*/ 109552 h 32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4827" h="323886">
                  <a:moveTo>
                    <a:pt x="212238" y="109577"/>
                  </a:moveTo>
                  <a:cubicBezTo>
                    <a:pt x="207592" y="83573"/>
                    <a:pt x="179769" y="40557"/>
                    <a:pt x="135599" y="8649"/>
                  </a:cubicBezTo>
                  <a:cubicBezTo>
                    <a:pt x="119675" y="-2858"/>
                    <a:pt x="93988" y="-2883"/>
                    <a:pt x="78288" y="8575"/>
                  </a:cubicBezTo>
                  <a:cubicBezTo>
                    <a:pt x="63730" y="19210"/>
                    <a:pt x="27684" y="49474"/>
                    <a:pt x="7264" y="100685"/>
                  </a:cubicBezTo>
                  <a:cubicBezTo>
                    <a:pt x="-3096" y="126689"/>
                    <a:pt x="-9430" y="197204"/>
                    <a:pt x="39335" y="237207"/>
                  </a:cubicBezTo>
                  <a:cubicBezTo>
                    <a:pt x="54265" y="249461"/>
                    <a:pt x="72922" y="258055"/>
                    <a:pt x="93243" y="262065"/>
                  </a:cubicBezTo>
                  <a:cubicBezTo>
                    <a:pt x="102236" y="263833"/>
                    <a:pt x="107950" y="270559"/>
                    <a:pt x="107801" y="279252"/>
                  </a:cubicBezTo>
                  <a:lnTo>
                    <a:pt x="107801" y="323887"/>
                  </a:lnTo>
                  <a:lnTo>
                    <a:pt x="118359" y="323887"/>
                  </a:lnTo>
                  <a:lnTo>
                    <a:pt x="118359" y="279351"/>
                  </a:lnTo>
                  <a:cubicBezTo>
                    <a:pt x="118582" y="265577"/>
                    <a:pt x="109316" y="254468"/>
                    <a:pt x="95280" y="251703"/>
                  </a:cubicBezTo>
                  <a:cubicBezTo>
                    <a:pt x="76648" y="248017"/>
                    <a:pt x="59606" y="240196"/>
                    <a:pt x="46018" y="229037"/>
                  </a:cubicBezTo>
                  <a:cubicBezTo>
                    <a:pt x="1724" y="192671"/>
                    <a:pt x="7587" y="128358"/>
                    <a:pt x="17052" y="104621"/>
                  </a:cubicBezTo>
                  <a:cubicBezTo>
                    <a:pt x="36453" y="55950"/>
                    <a:pt x="70686" y="27231"/>
                    <a:pt x="84498" y="17143"/>
                  </a:cubicBezTo>
                  <a:cubicBezTo>
                    <a:pt x="96572" y="8326"/>
                    <a:pt x="117141" y="8375"/>
                    <a:pt x="129413" y="17243"/>
                  </a:cubicBezTo>
                  <a:cubicBezTo>
                    <a:pt x="171298" y="47506"/>
                    <a:pt x="197531" y="87534"/>
                    <a:pt x="201829" y="111445"/>
                  </a:cubicBezTo>
                  <a:cubicBezTo>
                    <a:pt x="216411" y="192820"/>
                    <a:pt x="161982" y="214839"/>
                    <a:pt x="144940" y="219646"/>
                  </a:cubicBezTo>
                  <a:cubicBezTo>
                    <a:pt x="136195" y="222112"/>
                    <a:pt x="126283" y="220693"/>
                    <a:pt x="120271" y="216134"/>
                  </a:cubicBezTo>
                  <a:cubicBezTo>
                    <a:pt x="118309" y="214640"/>
                    <a:pt x="115949" y="212149"/>
                    <a:pt x="115949" y="208737"/>
                  </a:cubicBezTo>
                  <a:lnTo>
                    <a:pt x="115949" y="87932"/>
                  </a:lnTo>
                  <a:lnTo>
                    <a:pt x="105391" y="87932"/>
                  </a:lnTo>
                  <a:lnTo>
                    <a:pt x="105391" y="208737"/>
                  </a:lnTo>
                  <a:cubicBezTo>
                    <a:pt x="105391" y="214789"/>
                    <a:pt x="108397" y="220394"/>
                    <a:pt x="113887" y="224553"/>
                  </a:cubicBezTo>
                  <a:cubicBezTo>
                    <a:pt x="122532" y="231129"/>
                    <a:pt x="135848" y="233196"/>
                    <a:pt x="147797" y="229809"/>
                  </a:cubicBezTo>
                  <a:cubicBezTo>
                    <a:pt x="159671" y="226446"/>
                    <a:pt x="181955" y="217504"/>
                    <a:pt x="197755" y="195361"/>
                  </a:cubicBezTo>
                  <a:cubicBezTo>
                    <a:pt x="213554" y="173168"/>
                    <a:pt x="218423" y="144299"/>
                    <a:pt x="212213" y="109552"/>
                  </a:cubicBezTo>
                  <a:close/>
                </a:path>
              </a:pathLst>
            </a:custGeom>
            <a:solidFill>
              <a:schemeClr val="tx2"/>
            </a:solidFill>
            <a:ln w="2437" cap="flat">
              <a:noFill/>
              <a:prstDash val="solid"/>
              <a:miter/>
            </a:ln>
          </p:spPr>
          <p:txBody>
            <a:bodyPr rtlCol="0" anchor="ctr"/>
            <a:lstStyle/>
            <a:p>
              <a:endParaRPr/>
            </a:p>
          </p:txBody>
        </p:sp>
        <p:sp>
          <p:nvSpPr>
            <p:cNvPr id="13" name="Graphic 61">
              <a:extLst>
                <a:ext uri="{FF2B5EF4-FFF2-40B4-BE49-F238E27FC236}">
                  <a16:creationId xmlns:a16="http://schemas.microsoft.com/office/drawing/2014/main" id="{0DBAC87D-090E-BBF7-8DFB-EE5C57D1EB7C}"/>
                </a:ext>
              </a:extLst>
            </p:cNvPr>
            <p:cNvSpPr/>
            <p:nvPr/>
          </p:nvSpPr>
          <p:spPr>
            <a:xfrm>
              <a:off x="7137194" y="2563148"/>
              <a:ext cx="324634" cy="323859"/>
            </a:xfrm>
            <a:custGeom>
              <a:avLst/>
              <a:gdLst>
                <a:gd name="connsiteX0" fmla="*/ 183171 w 324634"/>
                <a:gd name="connsiteY0" fmla="*/ 209 h 323859"/>
                <a:gd name="connsiteX1" fmla="*/ 132346 w 324634"/>
                <a:gd name="connsiteY1" fmla="*/ 23679 h 323859"/>
                <a:gd name="connsiteX2" fmla="*/ 95303 w 324634"/>
                <a:gd name="connsiteY2" fmla="*/ 166387 h 323859"/>
                <a:gd name="connsiteX3" fmla="*/ 95328 w 324634"/>
                <a:gd name="connsiteY3" fmla="*/ 171775 h 323859"/>
                <a:gd name="connsiteX4" fmla="*/ 11113 w 324634"/>
                <a:gd name="connsiteY4" fmla="*/ 156362 h 323859"/>
                <a:gd name="connsiteX5" fmla="*/ 85407 w 324634"/>
                <a:gd name="connsiteY5" fmla="*/ 31217 h 323859"/>
                <a:gd name="connsiteX6" fmla="*/ 79812 w 324634"/>
                <a:gd name="connsiteY6" fmla="*/ 21736 h 323859"/>
                <a:gd name="connsiteX7" fmla="*/ 0 w 324634"/>
                <a:gd name="connsiteY7" fmla="*/ 161542 h 323859"/>
                <a:gd name="connsiteX8" fmla="*/ 162317 w 324634"/>
                <a:gd name="connsiteY8" fmla="*/ 323860 h 323859"/>
                <a:gd name="connsiteX9" fmla="*/ 163820 w 324634"/>
                <a:gd name="connsiteY9" fmla="*/ 323860 h 323859"/>
                <a:gd name="connsiteX10" fmla="*/ 166644 w 324634"/>
                <a:gd name="connsiteY10" fmla="*/ 323808 h 323859"/>
                <a:gd name="connsiteX11" fmla="*/ 324635 w 324634"/>
                <a:gd name="connsiteY11" fmla="*/ 161568 h 323859"/>
                <a:gd name="connsiteX12" fmla="*/ 183171 w 324634"/>
                <a:gd name="connsiteY12" fmla="*/ 209 h 323859"/>
                <a:gd name="connsiteX13" fmla="*/ 106312 w 324634"/>
                <a:gd name="connsiteY13" fmla="*/ 166387 h 323859"/>
                <a:gd name="connsiteX14" fmla="*/ 141801 w 324634"/>
                <a:gd name="connsiteY14" fmla="*/ 29326 h 323859"/>
                <a:gd name="connsiteX15" fmla="*/ 178585 w 324634"/>
                <a:gd name="connsiteY15" fmla="*/ 11011 h 323859"/>
                <a:gd name="connsiteX16" fmla="*/ 181979 w 324634"/>
                <a:gd name="connsiteY16" fmla="*/ 11141 h 323859"/>
                <a:gd name="connsiteX17" fmla="*/ 313496 w 324634"/>
                <a:gd name="connsiteY17" fmla="*/ 155714 h 323859"/>
                <a:gd name="connsiteX18" fmla="*/ 238425 w 324634"/>
                <a:gd name="connsiteY18" fmla="*/ 171283 h 323859"/>
                <a:gd name="connsiteX19" fmla="*/ 206925 w 324634"/>
                <a:gd name="connsiteY19" fmla="*/ 37330 h 323859"/>
                <a:gd name="connsiteX20" fmla="*/ 196770 w 324634"/>
                <a:gd name="connsiteY20" fmla="*/ 41553 h 323859"/>
                <a:gd name="connsiteX21" fmla="*/ 227441 w 324634"/>
                <a:gd name="connsiteY21" fmla="*/ 171542 h 323859"/>
                <a:gd name="connsiteX22" fmla="*/ 227441 w 324634"/>
                <a:gd name="connsiteY22" fmla="*/ 172422 h 323859"/>
                <a:gd name="connsiteX23" fmla="*/ 162343 w 324634"/>
                <a:gd name="connsiteY23" fmla="*/ 175427 h 323859"/>
                <a:gd name="connsiteX24" fmla="*/ 106390 w 324634"/>
                <a:gd name="connsiteY24" fmla="*/ 172863 h 323859"/>
                <a:gd name="connsiteX25" fmla="*/ 106338 w 324634"/>
                <a:gd name="connsiteY25" fmla="*/ 166361 h 323859"/>
                <a:gd name="connsiteX26" fmla="*/ 11165 w 324634"/>
                <a:gd name="connsiteY26" fmla="*/ 167785 h 323859"/>
                <a:gd name="connsiteX27" fmla="*/ 95613 w 324634"/>
                <a:gd name="connsiteY27" fmla="*/ 182888 h 323859"/>
                <a:gd name="connsiteX28" fmla="*/ 132113 w 324634"/>
                <a:gd name="connsiteY28" fmla="*/ 309820 h 323859"/>
                <a:gd name="connsiteX29" fmla="*/ 11165 w 324634"/>
                <a:gd name="connsiteY29" fmla="*/ 167785 h 323859"/>
                <a:gd name="connsiteX30" fmla="*/ 166048 w 324634"/>
                <a:gd name="connsiteY30" fmla="*/ 312799 h 323859"/>
                <a:gd name="connsiteX31" fmla="*/ 163354 w 324634"/>
                <a:gd name="connsiteY31" fmla="*/ 312850 h 323859"/>
                <a:gd name="connsiteX32" fmla="*/ 106649 w 324634"/>
                <a:gd name="connsiteY32" fmla="*/ 183976 h 323859"/>
                <a:gd name="connsiteX33" fmla="*/ 162317 w 324634"/>
                <a:gd name="connsiteY33" fmla="*/ 186463 h 323859"/>
                <a:gd name="connsiteX34" fmla="*/ 227260 w 324634"/>
                <a:gd name="connsiteY34" fmla="*/ 183561 h 323859"/>
                <a:gd name="connsiteX35" fmla="*/ 166022 w 324634"/>
                <a:gd name="connsiteY35" fmla="*/ 312799 h 323859"/>
                <a:gd name="connsiteX36" fmla="*/ 205371 w 324634"/>
                <a:gd name="connsiteY36" fmla="*/ 306608 h 323859"/>
                <a:gd name="connsiteX37" fmla="*/ 238295 w 324634"/>
                <a:gd name="connsiteY37" fmla="*/ 182447 h 323859"/>
                <a:gd name="connsiteX38" fmla="*/ 313496 w 324634"/>
                <a:gd name="connsiteY38" fmla="*/ 167397 h 323859"/>
                <a:gd name="connsiteX39" fmla="*/ 205371 w 324634"/>
                <a:gd name="connsiteY39" fmla="*/ 306608 h 323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24634" h="323859">
                  <a:moveTo>
                    <a:pt x="183171" y="209"/>
                  </a:moveTo>
                  <a:cubicBezTo>
                    <a:pt x="181772" y="54"/>
                    <a:pt x="148510" y="-3288"/>
                    <a:pt x="132346" y="23679"/>
                  </a:cubicBezTo>
                  <a:cubicBezTo>
                    <a:pt x="107063" y="65799"/>
                    <a:pt x="95303" y="133747"/>
                    <a:pt x="95303" y="166387"/>
                  </a:cubicBezTo>
                  <a:cubicBezTo>
                    <a:pt x="95303" y="168174"/>
                    <a:pt x="95303" y="169987"/>
                    <a:pt x="95328" y="171775"/>
                  </a:cubicBezTo>
                  <a:cubicBezTo>
                    <a:pt x="53389" y="167216"/>
                    <a:pt x="22925" y="159625"/>
                    <a:pt x="11113" y="156362"/>
                  </a:cubicBezTo>
                  <a:cubicBezTo>
                    <a:pt x="12900" y="105071"/>
                    <a:pt x="41007" y="57458"/>
                    <a:pt x="85407" y="31217"/>
                  </a:cubicBezTo>
                  <a:lnTo>
                    <a:pt x="79812" y="21736"/>
                  </a:lnTo>
                  <a:cubicBezTo>
                    <a:pt x="30567" y="50853"/>
                    <a:pt x="0" y="104423"/>
                    <a:pt x="0" y="161542"/>
                  </a:cubicBezTo>
                  <a:cubicBezTo>
                    <a:pt x="0" y="251042"/>
                    <a:pt x="72817" y="323860"/>
                    <a:pt x="162317" y="323860"/>
                  </a:cubicBezTo>
                  <a:cubicBezTo>
                    <a:pt x="162810" y="323860"/>
                    <a:pt x="163302" y="323860"/>
                    <a:pt x="163820" y="323860"/>
                  </a:cubicBezTo>
                  <a:cubicBezTo>
                    <a:pt x="164778" y="323860"/>
                    <a:pt x="165711" y="323860"/>
                    <a:pt x="166644" y="323808"/>
                  </a:cubicBezTo>
                  <a:cubicBezTo>
                    <a:pt x="254149" y="321503"/>
                    <a:pt x="324635" y="249618"/>
                    <a:pt x="324635" y="161568"/>
                  </a:cubicBezTo>
                  <a:cubicBezTo>
                    <a:pt x="324609" y="78467"/>
                    <a:pt x="263811" y="9095"/>
                    <a:pt x="183171" y="209"/>
                  </a:cubicBezTo>
                  <a:close/>
                  <a:moveTo>
                    <a:pt x="106312" y="166387"/>
                  </a:moveTo>
                  <a:cubicBezTo>
                    <a:pt x="106312" y="133721"/>
                    <a:pt x="118643" y="67924"/>
                    <a:pt x="141801" y="29326"/>
                  </a:cubicBezTo>
                  <a:cubicBezTo>
                    <a:pt x="151723" y="12799"/>
                    <a:pt x="170814" y="11011"/>
                    <a:pt x="178585" y="11011"/>
                  </a:cubicBezTo>
                  <a:cubicBezTo>
                    <a:pt x="180658" y="11011"/>
                    <a:pt x="181927" y="11141"/>
                    <a:pt x="181979" y="11141"/>
                  </a:cubicBezTo>
                  <a:cubicBezTo>
                    <a:pt x="255133" y="19197"/>
                    <a:pt x="310750" y="80850"/>
                    <a:pt x="313496" y="155714"/>
                  </a:cubicBezTo>
                  <a:cubicBezTo>
                    <a:pt x="306554" y="158201"/>
                    <a:pt x="281659" y="166257"/>
                    <a:pt x="238425" y="171283"/>
                  </a:cubicBezTo>
                  <a:cubicBezTo>
                    <a:pt x="238347" y="133514"/>
                    <a:pt x="219774" y="68157"/>
                    <a:pt x="206925" y="37330"/>
                  </a:cubicBezTo>
                  <a:lnTo>
                    <a:pt x="196770" y="41553"/>
                  </a:lnTo>
                  <a:cubicBezTo>
                    <a:pt x="209567" y="72276"/>
                    <a:pt x="227441" y="136596"/>
                    <a:pt x="227441" y="171542"/>
                  </a:cubicBezTo>
                  <a:cubicBezTo>
                    <a:pt x="227441" y="171852"/>
                    <a:pt x="227441" y="172137"/>
                    <a:pt x="227441" y="172422"/>
                  </a:cubicBezTo>
                  <a:cubicBezTo>
                    <a:pt x="208738" y="174236"/>
                    <a:pt x="187082" y="175427"/>
                    <a:pt x="162343" y="175427"/>
                  </a:cubicBezTo>
                  <a:cubicBezTo>
                    <a:pt x="142319" y="175427"/>
                    <a:pt x="123538" y="174417"/>
                    <a:pt x="106390" y="172863"/>
                  </a:cubicBezTo>
                  <a:cubicBezTo>
                    <a:pt x="106364" y="170713"/>
                    <a:pt x="106338" y="168563"/>
                    <a:pt x="106338" y="166361"/>
                  </a:cubicBezTo>
                  <a:close/>
                  <a:moveTo>
                    <a:pt x="11165" y="167785"/>
                  </a:moveTo>
                  <a:cubicBezTo>
                    <a:pt x="25231" y="171516"/>
                    <a:pt x="55384" y="178588"/>
                    <a:pt x="95613" y="182888"/>
                  </a:cubicBezTo>
                  <a:cubicBezTo>
                    <a:pt x="97504" y="233039"/>
                    <a:pt x="108125" y="285444"/>
                    <a:pt x="132113" y="309820"/>
                  </a:cubicBezTo>
                  <a:cubicBezTo>
                    <a:pt x="65098" y="296194"/>
                    <a:pt x="14014" y="238090"/>
                    <a:pt x="11165" y="167785"/>
                  </a:cubicBezTo>
                  <a:close/>
                  <a:moveTo>
                    <a:pt x="166048" y="312799"/>
                  </a:moveTo>
                  <a:cubicBezTo>
                    <a:pt x="165141" y="312799"/>
                    <a:pt x="164260" y="312825"/>
                    <a:pt x="163354" y="312850"/>
                  </a:cubicBezTo>
                  <a:cubicBezTo>
                    <a:pt x="131569" y="312358"/>
                    <a:pt x="109524" y="261404"/>
                    <a:pt x="106649" y="183976"/>
                  </a:cubicBezTo>
                  <a:cubicBezTo>
                    <a:pt x="123772" y="185504"/>
                    <a:pt x="142449" y="186463"/>
                    <a:pt x="162317" y="186463"/>
                  </a:cubicBezTo>
                  <a:cubicBezTo>
                    <a:pt x="186927" y="186463"/>
                    <a:pt x="208531" y="185323"/>
                    <a:pt x="227260" y="183561"/>
                  </a:cubicBezTo>
                  <a:cubicBezTo>
                    <a:pt x="225499" y="267751"/>
                    <a:pt x="204930" y="311193"/>
                    <a:pt x="166022" y="312799"/>
                  </a:cubicBezTo>
                  <a:close/>
                  <a:moveTo>
                    <a:pt x="205371" y="306608"/>
                  </a:moveTo>
                  <a:cubicBezTo>
                    <a:pt x="226120" y="285133"/>
                    <a:pt x="237156" y="243608"/>
                    <a:pt x="238295" y="182447"/>
                  </a:cubicBezTo>
                  <a:cubicBezTo>
                    <a:pt x="277851" y="177992"/>
                    <a:pt x="302694" y="170972"/>
                    <a:pt x="313496" y="167397"/>
                  </a:cubicBezTo>
                  <a:cubicBezTo>
                    <a:pt x="310983" y="233324"/>
                    <a:pt x="266117" y="288552"/>
                    <a:pt x="205371" y="306608"/>
                  </a:cubicBezTo>
                  <a:close/>
                </a:path>
              </a:pathLst>
            </a:custGeom>
            <a:solidFill>
              <a:schemeClr val="tx2"/>
            </a:solidFill>
            <a:ln w="2515" cap="flat">
              <a:noFill/>
              <a:prstDash val="solid"/>
              <a:miter/>
            </a:ln>
          </p:spPr>
          <p:txBody>
            <a:bodyPr rtlCol="0" anchor="ctr"/>
            <a:lstStyle/>
            <a:p>
              <a:endParaRPr/>
            </a:p>
          </p:txBody>
        </p:sp>
        <p:sp>
          <p:nvSpPr>
            <p:cNvPr id="14" name="Graphic 219">
              <a:extLst>
                <a:ext uri="{FF2B5EF4-FFF2-40B4-BE49-F238E27FC236}">
                  <a16:creationId xmlns:a16="http://schemas.microsoft.com/office/drawing/2014/main" id="{728E6C4A-1572-C769-53C4-21126BFC562F}"/>
                </a:ext>
              </a:extLst>
            </p:cNvPr>
            <p:cNvSpPr/>
            <p:nvPr userDrawn="1"/>
          </p:nvSpPr>
          <p:spPr>
            <a:xfrm>
              <a:off x="8192392" y="2558864"/>
              <a:ext cx="388260" cy="322566"/>
            </a:xfrm>
            <a:custGeom>
              <a:avLst/>
              <a:gdLst>
                <a:gd name="connsiteX0" fmla="*/ 435369 w 445582"/>
                <a:gd name="connsiteY0" fmla="*/ 160339 h 370189"/>
                <a:gd name="connsiteX1" fmla="*/ 275030 w 445582"/>
                <a:gd name="connsiteY1" fmla="*/ 0 h 370189"/>
                <a:gd name="connsiteX2" fmla="*/ 267252 w 445582"/>
                <a:gd name="connsiteY2" fmla="*/ 7778 h 370189"/>
                <a:gd name="connsiteX3" fmla="*/ 427591 w 445582"/>
                <a:gd name="connsiteY3" fmla="*/ 168117 h 370189"/>
                <a:gd name="connsiteX4" fmla="*/ 433939 w 445582"/>
                <a:gd name="connsiteY4" fmla="*/ 179540 h 370189"/>
                <a:gd name="connsiteX5" fmla="*/ 0 w 445582"/>
                <a:gd name="connsiteY5" fmla="*/ 179336 h 370189"/>
                <a:gd name="connsiteX6" fmla="*/ 0 w 445582"/>
                <a:gd name="connsiteY6" fmla="*/ 190335 h 370189"/>
                <a:gd name="connsiteX7" fmla="*/ 433939 w 445582"/>
                <a:gd name="connsiteY7" fmla="*/ 190555 h 370189"/>
                <a:gd name="connsiteX8" fmla="*/ 427575 w 445582"/>
                <a:gd name="connsiteY8" fmla="*/ 202073 h 370189"/>
                <a:gd name="connsiteX9" fmla="*/ 267236 w 445582"/>
                <a:gd name="connsiteY9" fmla="*/ 362412 h 370189"/>
                <a:gd name="connsiteX10" fmla="*/ 275014 w 445582"/>
                <a:gd name="connsiteY10" fmla="*/ 370190 h 370189"/>
                <a:gd name="connsiteX11" fmla="*/ 435353 w 445582"/>
                <a:gd name="connsiteY11" fmla="*/ 209851 h 370189"/>
                <a:gd name="connsiteX12" fmla="*/ 435353 w 445582"/>
                <a:gd name="connsiteY12" fmla="*/ 160354 h 370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5582" h="370189">
                  <a:moveTo>
                    <a:pt x="435369" y="160339"/>
                  </a:moveTo>
                  <a:lnTo>
                    <a:pt x="275030" y="0"/>
                  </a:lnTo>
                  <a:lnTo>
                    <a:pt x="267252" y="7778"/>
                  </a:lnTo>
                  <a:lnTo>
                    <a:pt x="427591" y="168117"/>
                  </a:lnTo>
                  <a:cubicBezTo>
                    <a:pt x="430859" y="171385"/>
                    <a:pt x="432949" y="175360"/>
                    <a:pt x="433939" y="179540"/>
                  </a:cubicBezTo>
                  <a:lnTo>
                    <a:pt x="0" y="179336"/>
                  </a:lnTo>
                  <a:lnTo>
                    <a:pt x="0" y="190335"/>
                  </a:lnTo>
                  <a:cubicBezTo>
                    <a:pt x="0" y="190335"/>
                    <a:pt x="433939" y="190555"/>
                    <a:pt x="433939" y="190555"/>
                  </a:cubicBezTo>
                  <a:cubicBezTo>
                    <a:pt x="432965" y="194782"/>
                    <a:pt x="430859" y="198789"/>
                    <a:pt x="427575" y="202073"/>
                  </a:cubicBezTo>
                  <a:lnTo>
                    <a:pt x="267236" y="362412"/>
                  </a:lnTo>
                  <a:lnTo>
                    <a:pt x="275014" y="370190"/>
                  </a:lnTo>
                  <a:lnTo>
                    <a:pt x="435353" y="209851"/>
                  </a:lnTo>
                  <a:cubicBezTo>
                    <a:pt x="448992" y="196212"/>
                    <a:pt x="448992" y="174009"/>
                    <a:pt x="435353" y="160354"/>
                  </a:cubicBezTo>
                  <a:close/>
                </a:path>
              </a:pathLst>
            </a:custGeom>
            <a:solidFill>
              <a:schemeClr val="accent1"/>
            </a:solidFill>
            <a:ln w="1543" cap="flat">
              <a:noFill/>
              <a:prstDash val="solid"/>
              <a:miter/>
            </a:ln>
          </p:spPr>
          <p:txBody>
            <a:bodyPr rtlCol="0" anchor="ctr"/>
            <a:lstStyle/>
            <a:p>
              <a:endParaRPr/>
            </a:p>
          </p:txBody>
        </p:sp>
      </p:grpSp>
    </p:spTree>
    <p:extLst>
      <p:ext uri="{BB962C8B-B14F-4D97-AF65-F5344CB8AC3E}">
        <p14:creationId xmlns:p14="http://schemas.microsoft.com/office/powerpoint/2010/main" val="2673366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Guide: Colour specification">
    <p:bg bwMode="gray">
      <p:bgRef idx="1001">
        <a:schemeClr val="bg2"/>
      </p:bgRef>
    </p:bg>
    <p:spTree>
      <p:nvGrpSpPr>
        <p:cNvPr id="1" name=""/>
        <p:cNvGrpSpPr/>
        <p:nvPr/>
      </p:nvGrpSpPr>
      <p:grpSpPr>
        <a:xfrm>
          <a:off x="0" y="0"/>
          <a:ext cx="0" cy="0"/>
          <a:chOff x="0" y="0"/>
          <a:chExt cx="0" cy="0"/>
        </a:xfrm>
      </p:grpSpPr>
      <p:sp>
        <p:nvSpPr>
          <p:cNvPr id="6" name="Title ">
            <a:extLst>
              <a:ext uri="{FF2B5EF4-FFF2-40B4-BE49-F238E27FC236}">
                <a16:creationId xmlns:a16="http://schemas.microsoft.com/office/drawing/2014/main" id="{A587EB5B-8521-46EA-65CA-517910869145}"/>
              </a:ext>
            </a:extLst>
          </p:cNvPr>
          <p:cNvSpPr txBox="1">
            <a:spLocks/>
          </p:cNvSpPr>
          <p:nvPr userDrawn="1"/>
        </p:nvSpPr>
        <p:spPr>
          <a:xfrm>
            <a:off x="407984" y="623885"/>
            <a:ext cx="11376024" cy="431800"/>
          </a:xfrm>
          <a:prstGeom prst="rect">
            <a:avLst/>
          </a:prstGeom>
        </p:spPr>
        <p:txBody>
          <a:bodyPr vert="horz" lIns="0" tIns="0" rIns="0" bIns="0" rtlCol="0" anchor="t">
            <a:noAutofit/>
          </a:bodyPr>
          <a:lstStyle>
            <a:lvl1pPr algn="l" defTabSz="4320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solidFill>
                  <a:schemeClr val="tx2"/>
                </a:solidFill>
              </a:rPr>
              <a:t>Colour specifications </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de-DE" noProof="0"/>
              <a:t>01.11.2023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a:t>
            </a:fld>
            <a:endParaRPr lang="en-US" noProof="0"/>
          </a:p>
        </p:txBody>
      </p:sp>
      <p:sp>
        <p:nvSpPr>
          <p:cNvPr id="30" name="Titel 2">
            <a:extLst>
              <a:ext uri="{FF2B5EF4-FFF2-40B4-BE49-F238E27FC236}">
                <a16:creationId xmlns:a16="http://schemas.microsoft.com/office/drawing/2014/main" id="{717DAACF-33E1-2B10-0FD1-7D348AAAD8F9}"/>
              </a:ext>
            </a:extLst>
          </p:cNvPr>
          <p:cNvSpPr txBox="1">
            <a:spLocks/>
          </p:cNvSpPr>
          <p:nvPr userDrawn="1"/>
        </p:nvSpPr>
        <p:spPr bwMode="black">
          <a:xfrm>
            <a:off x="407986" y="5443734"/>
            <a:ext cx="1928339" cy="733881"/>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Please use only Theme</a:t>
            </a:r>
            <a:b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b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and Custom Colours — </a:t>
            </a:r>
            <a:r>
              <a:rPr lang="en-GB" sz="1200" b="0">
                <a:solidFill>
                  <a:schemeClr val="tx2"/>
                </a:solidFill>
                <a:latin typeface="The Group TEXT" panose="00000500000000000000" pitchFamily="2" charset="0"/>
                <a:cs typeface="The Group TEXT" panose="020B0604020202020204" pitchFamily="34" charset="0"/>
              </a:rPr>
              <a:t>do NOT </a:t>
            </a: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use automated tints generated by PowerPoint.</a:t>
            </a:r>
          </a:p>
        </p:txBody>
      </p:sp>
      <p:grpSp>
        <p:nvGrpSpPr>
          <p:cNvPr id="11" name="Group 10">
            <a:extLst>
              <a:ext uri="{FF2B5EF4-FFF2-40B4-BE49-F238E27FC236}">
                <a16:creationId xmlns:a16="http://schemas.microsoft.com/office/drawing/2014/main" id="{EED61AF1-3893-224C-47B6-415B89FD4492}"/>
              </a:ext>
            </a:extLst>
          </p:cNvPr>
          <p:cNvGrpSpPr/>
          <p:nvPr userDrawn="1"/>
        </p:nvGrpSpPr>
        <p:grpSpPr>
          <a:xfrm>
            <a:off x="407985" y="1840923"/>
            <a:ext cx="1945992" cy="3021943"/>
            <a:chOff x="407985" y="1863850"/>
            <a:chExt cx="1945992" cy="3021943"/>
          </a:xfrm>
        </p:grpSpPr>
        <p:pic>
          <p:nvPicPr>
            <p:cNvPr id="7" name="Picture 6">
              <a:extLst>
                <a:ext uri="{FF2B5EF4-FFF2-40B4-BE49-F238E27FC236}">
                  <a16:creationId xmlns:a16="http://schemas.microsoft.com/office/drawing/2014/main" id="{D570A29B-AA2E-1D7C-0D81-9CCD89107596}"/>
                </a:ext>
              </a:extLst>
            </p:cNvPr>
            <p:cNvPicPr>
              <a:picLocks noChangeAspect="1"/>
            </p:cNvPicPr>
            <p:nvPr userDrawn="1"/>
          </p:nvPicPr>
          <p:blipFill rotWithShape="1">
            <a:blip r:embed="rId2"/>
            <a:srcRect t="10604"/>
            <a:stretch/>
          </p:blipFill>
          <p:spPr>
            <a:xfrm>
              <a:off x="407985" y="1863850"/>
              <a:ext cx="1945992" cy="3021943"/>
            </a:xfrm>
            <a:prstGeom prst="rect">
              <a:avLst/>
            </a:prstGeom>
          </p:spPr>
        </p:pic>
        <p:grpSp>
          <p:nvGrpSpPr>
            <p:cNvPr id="32" name="Group 31">
              <a:extLst>
                <a:ext uri="{FF2B5EF4-FFF2-40B4-BE49-F238E27FC236}">
                  <a16:creationId xmlns:a16="http://schemas.microsoft.com/office/drawing/2014/main" id="{BF9B8B4E-CBBC-222F-5707-42CFB68B305F}"/>
                </a:ext>
              </a:extLst>
            </p:cNvPr>
            <p:cNvGrpSpPr/>
            <p:nvPr userDrawn="1"/>
          </p:nvGrpSpPr>
          <p:grpSpPr>
            <a:xfrm>
              <a:off x="423816" y="2375229"/>
              <a:ext cx="1914331" cy="2477539"/>
              <a:chOff x="10651997" y="2717865"/>
              <a:chExt cx="1914331" cy="2477539"/>
            </a:xfrm>
            <a:solidFill>
              <a:schemeClr val="bg1">
                <a:alpha val="80000"/>
              </a:schemeClr>
            </a:solidFill>
          </p:grpSpPr>
          <p:sp>
            <p:nvSpPr>
              <p:cNvPr id="34" name="Rechteck 111">
                <a:extLst>
                  <a:ext uri="{FF2B5EF4-FFF2-40B4-BE49-F238E27FC236}">
                    <a16:creationId xmlns:a16="http://schemas.microsoft.com/office/drawing/2014/main" id="{16352F82-C805-FC50-501A-1B1CC4C3D010}"/>
                  </a:ext>
                </a:extLst>
              </p:cNvPr>
              <p:cNvSpPr/>
              <p:nvPr/>
            </p:nvSpPr>
            <p:spPr>
              <a:xfrm>
                <a:off x="10665447" y="2717865"/>
                <a:ext cx="1900881" cy="879277"/>
              </a:xfrm>
              <a:prstGeom prst="rect">
                <a:avLst/>
              </a:prstGeom>
              <a:solidFill>
                <a:srgbClr val="E5E9EB">
                  <a:alpha val="85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36" name="Rechteck 111">
                <a:extLst>
                  <a:ext uri="{FF2B5EF4-FFF2-40B4-BE49-F238E27FC236}">
                    <a16:creationId xmlns:a16="http://schemas.microsoft.com/office/drawing/2014/main" id="{E8F8A6CE-A36C-FD0D-52AC-0C333EB7AC58}"/>
                  </a:ext>
                </a:extLst>
              </p:cNvPr>
              <p:cNvSpPr/>
              <p:nvPr/>
            </p:nvSpPr>
            <p:spPr>
              <a:xfrm>
                <a:off x="10651997" y="4651237"/>
                <a:ext cx="1900881" cy="544167"/>
              </a:xfrm>
              <a:prstGeom prst="rect">
                <a:avLst/>
              </a:prstGeom>
              <a:solidFill>
                <a:srgbClr val="E5E9EB">
                  <a:alpha val="85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fontAlgn="auto">
                  <a:lnSpc>
                    <a:spcPct val="100000"/>
                  </a:lnSpc>
                  <a:spcBef>
                    <a:spcPts val="600"/>
                  </a:spcBef>
                  <a:spcAft>
                    <a:spcPts val="0"/>
                  </a:spcAft>
                  <a:buClrTx/>
                  <a:buSzTx/>
                  <a:buFont typeface="The Group TEXT" panose="020B0604020202020204" pitchFamily="34" charset="0"/>
                  <a:buChar char="•"/>
                  <a:tabLst/>
                </a:pPr>
                <a:endParaRPr kumimoji="0" lang="en-GB" sz="1600" b="0" i="0" u="none" strike="noStrike" cap="none" spc="0" normalizeH="0" baseline="0" noProof="0">
                  <a:ln>
                    <a:noFill/>
                  </a:ln>
                  <a:solidFill>
                    <a:srgbClr val="000000"/>
                  </a:solidFill>
                  <a:effectLst/>
                  <a:uLnTx/>
                  <a:uFillTx/>
                  <a:latin typeface="The Group TEXT" panose="00000500000000000000" pitchFamily="2" charset="0"/>
                </a:endParaRPr>
              </a:p>
            </p:txBody>
          </p:sp>
        </p:grpSp>
      </p:grpSp>
      <p:sp>
        <p:nvSpPr>
          <p:cNvPr id="61" name="Rounded Rectangle 63">
            <a:extLst>
              <a:ext uri="{FF2B5EF4-FFF2-40B4-BE49-F238E27FC236}">
                <a16:creationId xmlns:a16="http://schemas.microsoft.com/office/drawing/2014/main" id="{0624B21F-C0BE-B860-55BD-DD8710C7E817}"/>
              </a:ext>
            </a:extLst>
          </p:cNvPr>
          <p:cNvSpPr/>
          <p:nvPr userDrawn="1"/>
        </p:nvSpPr>
        <p:spPr bwMode="gray">
          <a:xfrm>
            <a:off x="3144412" y="3954119"/>
            <a:ext cx="1546344" cy="484188"/>
          </a:xfrm>
          <a:prstGeom prst="rect">
            <a:avLst/>
          </a:prstGeom>
          <a:solidFill>
            <a:srgbClr val="E6736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Coral</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#E67364</a:t>
            </a:r>
          </a:p>
        </p:txBody>
      </p:sp>
      <p:sp>
        <p:nvSpPr>
          <p:cNvPr id="62" name="Titel 2">
            <a:extLst>
              <a:ext uri="{FF2B5EF4-FFF2-40B4-BE49-F238E27FC236}">
                <a16:creationId xmlns:a16="http://schemas.microsoft.com/office/drawing/2014/main" id="{749BD228-6B92-E293-A871-22184C20889E}"/>
              </a:ext>
            </a:extLst>
          </p:cNvPr>
          <p:cNvSpPr txBox="1">
            <a:spLocks/>
          </p:cNvSpPr>
          <p:nvPr userDrawn="1"/>
        </p:nvSpPr>
        <p:spPr bwMode="black">
          <a:xfrm>
            <a:off x="3144411" y="3665186"/>
            <a:ext cx="6324143"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Secondary palette </a:t>
            </a:r>
            <a:r>
              <a:rPr lang="en-GB" sz="900" b="0">
                <a:solidFill>
                  <a:schemeClr val="tx2"/>
                </a:solidFill>
                <a:latin typeface="The Group TEXT" panose="00000500000000000000" pitchFamily="2" charset="0"/>
                <a:cs typeface="The Group TEXT" panose="020B0604020202020204" pitchFamily="34" charset="0"/>
              </a:rPr>
              <a:t>— these colours can be used to emphasise/highlight data</a:t>
            </a:r>
          </a:p>
        </p:txBody>
      </p:sp>
      <p:sp>
        <p:nvSpPr>
          <p:cNvPr id="63" name="Rounded Rectangle 63">
            <a:extLst>
              <a:ext uri="{FF2B5EF4-FFF2-40B4-BE49-F238E27FC236}">
                <a16:creationId xmlns:a16="http://schemas.microsoft.com/office/drawing/2014/main" id="{923EC2C8-969E-285B-7BE2-93A65E6ECDEF}"/>
              </a:ext>
            </a:extLst>
          </p:cNvPr>
          <p:cNvSpPr/>
          <p:nvPr userDrawn="1"/>
        </p:nvSpPr>
        <p:spPr bwMode="gray">
          <a:xfrm>
            <a:off x="3144412" y="5693958"/>
            <a:ext cx="1546344" cy="484188"/>
          </a:xfrm>
          <a:prstGeom prst="rect">
            <a:avLst/>
          </a:prstGeom>
          <a:solidFill>
            <a:srgbClr val="DA0C1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Red</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#DA0C1F</a:t>
            </a:r>
          </a:p>
        </p:txBody>
      </p:sp>
      <p:sp>
        <p:nvSpPr>
          <p:cNvPr id="64" name="Titel 2">
            <a:extLst>
              <a:ext uri="{FF2B5EF4-FFF2-40B4-BE49-F238E27FC236}">
                <a16:creationId xmlns:a16="http://schemas.microsoft.com/office/drawing/2014/main" id="{58502E91-8FDE-DDEC-1E72-AF19F00106A2}"/>
              </a:ext>
            </a:extLst>
          </p:cNvPr>
          <p:cNvSpPr txBox="1">
            <a:spLocks/>
          </p:cNvSpPr>
          <p:nvPr userDrawn="1"/>
        </p:nvSpPr>
        <p:spPr bwMode="black">
          <a:xfrm>
            <a:off x="3144412" y="5405025"/>
            <a:ext cx="4731544" cy="197164"/>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Traffic light system </a:t>
            </a:r>
            <a:r>
              <a:rPr lang="en-GB" sz="900" b="0">
                <a:solidFill>
                  <a:schemeClr val="tx2"/>
                </a:solidFill>
                <a:latin typeface="The Group TEXT" panose="00000500000000000000" pitchFamily="2" charset="0"/>
                <a:cs typeface="The Group TEXT" panose="020B0604020202020204" pitchFamily="34" charset="0"/>
              </a:rPr>
              <a:t>— only for showcasing process</a:t>
            </a:r>
          </a:p>
        </p:txBody>
      </p:sp>
      <p:sp>
        <p:nvSpPr>
          <p:cNvPr id="65" name="Rounded Rectangle 63">
            <a:extLst>
              <a:ext uri="{FF2B5EF4-FFF2-40B4-BE49-F238E27FC236}">
                <a16:creationId xmlns:a16="http://schemas.microsoft.com/office/drawing/2014/main" id="{36E6B0EC-EA0A-8903-63F9-2E8403E3ADE5}"/>
              </a:ext>
            </a:extLst>
          </p:cNvPr>
          <p:cNvSpPr/>
          <p:nvPr userDrawn="1"/>
        </p:nvSpPr>
        <p:spPr bwMode="gray">
          <a:xfrm>
            <a:off x="4737012" y="5693958"/>
            <a:ext cx="1542434" cy="484188"/>
          </a:xfrm>
          <a:prstGeom prst="rect">
            <a:avLst/>
          </a:prstGeom>
          <a:solidFill>
            <a:srgbClr val="FCCD2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Amber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#FCCD22</a:t>
            </a:r>
          </a:p>
        </p:txBody>
      </p:sp>
      <p:sp>
        <p:nvSpPr>
          <p:cNvPr id="66" name="Rounded Rectangle 63">
            <a:extLst>
              <a:ext uri="{FF2B5EF4-FFF2-40B4-BE49-F238E27FC236}">
                <a16:creationId xmlns:a16="http://schemas.microsoft.com/office/drawing/2014/main" id="{3B5930C0-3AB2-2D55-81C6-D11259F8551F}"/>
              </a:ext>
            </a:extLst>
          </p:cNvPr>
          <p:cNvSpPr/>
          <p:nvPr userDrawn="1"/>
        </p:nvSpPr>
        <p:spPr bwMode="gray">
          <a:xfrm>
            <a:off x="4737012" y="3954119"/>
            <a:ext cx="1546344" cy="484188"/>
          </a:xfrm>
          <a:prstGeom prst="rect">
            <a:avLst/>
          </a:prstGeom>
          <a:solidFill>
            <a:srgbClr val="FAAA3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Orange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#FAAA3C</a:t>
            </a:r>
          </a:p>
        </p:txBody>
      </p:sp>
      <p:sp>
        <p:nvSpPr>
          <p:cNvPr id="67" name="Rounded Rectangle 63">
            <a:extLst>
              <a:ext uri="{FF2B5EF4-FFF2-40B4-BE49-F238E27FC236}">
                <a16:creationId xmlns:a16="http://schemas.microsoft.com/office/drawing/2014/main" id="{9FDEAC75-8F2E-EEC4-80EE-20836F60474F}"/>
              </a:ext>
            </a:extLst>
          </p:cNvPr>
          <p:cNvSpPr/>
          <p:nvPr userDrawn="1"/>
        </p:nvSpPr>
        <p:spPr bwMode="gray">
          <a:xfrm>
            <a:off x="6329612" y="3954119"/>
            <a:ext cx="1546344" cy="484188"/>
          </a:xfrm>
          <a:prstGeom prst="rect">
            <a:avLst/>
          </a:prstGeom>
          <a:solidFill>
            <a:srgbClr val="FAD2AA"/>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Beige</a:t>
            </a:r>
          </a:p>
          <a:p>
            <a:pPr algn="ctr">
              <a:defRPr/>
            </a:pPr>
            <a:r>
              <a:rPr lang="en-GB" sz="800">
                <a:solidFill>
                  <a:schemeClr val="tx2"/>
                </a:solidFill>
                <a:latin typeface="The Group TEXT" panose="00000500000000000000" pitchFamily="2" charset="0"/>
              </a:rPr>
              <a:t>#FAD2AA</a:t>
            </a:r>
          </a:p>
        </p:txBody>
      </p:sp>
      <p:sp>
        <p:nvSpPr>
          <p:cNvPr id="68" name="Rounded Rectangle 63">
            <a:extLst>
              <a:ext uri="{FF2B5EF4-FFF2-40B4-BE49-F238E27FC236}">
                <a16:creationId xmlns:a16="http://schemas.microsoft.com/office/drawing/2014/main" id="{D3CA50BC-351A-8C3E-A7C1-741197B284F1}"/>
              </a:ext>
            </a:extLst>
          </p:cNvPr>
          <p:cNvSpPr/>
          <p:nvPr userDrawn="1"/>
        </p:nvSpPr>
        <p:spPr bwMode="gray">
          <a:xfrm>
            <a:off x="7922211" y="3954119"/>
            <a:ext cx="1546344" cy="484188"/>
          </a:xfrm>
          <a:prstGeom prst="rect">
            <a:avLst/>
          </a:prstGeom>
          <a:solidFill>
            <a:srgbClr val="8CBE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#8CBEE6</a:t>
            </a:r>
          </a:p>
        </p:txBody>
      </p:sp>
      <p:sp>
        <p:nvSpPr>
          <p:cNvPr id="69" name="Rounded Rectangle 63">
            <a:extLst>
              <a:ext uri="{FF2B5EF4-FFF2-40B4-BE49-F238E27FC236}">
                <a16:creationId xmlns:a16="http://schemas.microsoft.com/office/drawing/2014/main" id="{6EA74CBC-AB51-2254-5952-09CB5F6386B4}"/>
              </a:ext>
            </a:extLst>
          </p:cNvPr>
          <p:cNvSpPr/>
          <p:nvPr userDrawn="1"/>
        </p:nvSpPr>
        <p:spPr bwMode="gray">
          <a:xfrm>
            <a:off x="3144412" y="4497093"/>
            <a:ext cx="1546344" cy="484188"/>
          </a:xfrm>
          <a:prstGeom prst="rect">
            <a:avLst/>
          </a:prstGeom>
          <a:solidFill>
            <a:srgbClr val="C882BE"/>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Violet</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#C882BE</a:t>
            </a:r>
          </a:p>
        </p:txBody>
      </p:sp>
      <p:sp>
        <p:nvSpPr>
          <p:cNvPr id="70" name="Rounded Rectangle 63">
            <a:extLst>
              <a:ext uri="{FF2B5EF4-FFF2-40B4-BE49-F238E27FC236}">
                <a16:creationId xmlns:a16="http://schemas.microsoft.com/office/drawing/2014/main" id="{C29E9983-BBB3-885A-B3E4-23774599758B}"/>
              </a:ext>
            </a:extLst>
          </p:cNvPr>
          <p:cNvSpPr/>
          <p:nvPr userDrawn="1"/>
        </p:nvSpPr>
        <p:spPr bwMode="gray">
          <a:xfrm>
            <a:off x="4737012" y="4497093"/>
            <a:ext cx="1546344" cy="484188"/>
          </a:xfrm>
          <a:prstGeom prst="rect">
            <a:avLst/>
          </a:prstGeom>
          <a:solidFill>
            <a:srgbClr val="DCCDF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Lavender</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#DCCDF0</a:t>
            </a:r>
          </a:p>
        </p:txBody>
      </p:sp>
      <p:sp>
        <p:nvSpPr>
          <p:cNvPr id="71" name="Rounded Rectangle 63">
            <a:extLst>
              <a:ext uri="{FF2B5EF4-FFF2-40B4-BE49-F238E27FC236}">
                <a16:creationId xmlns:a16="http://schemas.microsoft.com/office/drawing/2014/main" id="{1D97EFD6-D71C-A117-7EEB-AD14EFF0B903}"/>
              </a:ext>
            </a:extLst>
          </p:cNvPr>
          <p:cNvSpPr/>
          <p:nvPr userDrawn="1"/>
        </p:nvSpPr>
        <p:spPr bwMode="gray">
          <a:xfrm>
            <a:off x="6333522" y="5693958"/>
            <a:ext cx="1542434" cy="484188"/>
          </a:xfrm>
          <a:prstGeom prst="rect">
            <a:avLst/>
          </a:prstGeom>
          <a:solidFill>
            <a:srgbClr val="64A84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#63A844</a:t>
            </a:r>
          </a:p>
        </p:txBody>
      </p:sp>
      <p:sp>
        <p:nvSpPr>
          <p:cNvPr id="2" name="Rounded Rectangle 63">
            <a:extLst>
              <a:ext uri="{FF2B5EF4-FFF2-40B4-BE49-F238E27FC236}">
                <a16:creationId xmlns:a16="http://schemas.microsoft.com/office/drawing/2014/main" id="{388A551F-CAA2-71DB-CF2A-F08C24CFFB36}"/>
              </a:ext>
            </a:extLst>
          </p:cNvPr>
          <p:cNvSpPr/>
          <p:nvPr userDrawn="1"/>
        </p:nvSpPr>
        <p:spPr bwMode="gray">
          <a:xfrm>
            <a:off x="3144412" y="2287969"/>
            <a:ext cx="1546344" cy="484188"/>
          </a:xfrm>
          <a:prstGeom prst="rect">
            <a:avLst/>
          </a:prstGeom>
          <a:solidFill>
            <a:srgbClr val="00273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rgbClr val="FFFFFF"/>
                </a:solidFill>
                <a:effectLst/>
                <a:uLnTx/>
                <a:uFillTx/>
                <a:latin typeface="The Group TEXT" panose="00000500000000000000" pitchFamily="2" charset="0"/>
                <a:ea typeface="+mn-ea"/>
                <a:cs typeface="The Group TEXT" panose="020B0604020202020204" pitchFamily="34" charset="0"/>
              </a:rPr>
              <a:t>Deep Space Blue</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rPr>
              <a:t>#002733</a:t>
            </a:r>
          </a:p>
        </p:txBody>
      </p:sp>
      <p:sp>
        <p:nvSpPr>
          <p:cNvPr id="8" name="Titel 2">
            <a:extLst>
              <a:ext uri="{FF2B5EF4-FFF2-40B4-BE49-F238E27FC236}">
                <a16:creationId xmlns:a16="http://schemas.microsoft.com/office/drawing/2014/main" id="{A3DF2165-0F54-DE6B-95CE-7EB5A3D77347}"/>
              </a:ext>
            </a:extLst>
          </p:cNvPr>
          <p:cNvSpPr txBox="1">
            <a:spLocks/>
          </p:cNvSpPr>
          <p:nvPr userDrawn="1"/>
        </p:nvSpPr>
        <p:spPr bwMode="black">
          <a:xfrm>
            <a:off x="3144412" y="1840923"/>
            <a:ext cx="1501621"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Primary palette</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9" name="Rounded Rectangle 63">
            <a:extLst>
              <a:ext uri="{FF2B5EF4-FFF2-40B4-BE49-F238E27FC236}">
                <a16:creationId xmlns:a16="http://schemas.microsoft.com/office/drawing/2014/main" id="{5DC9490D-89D2-B5F8-0F20-955A7BBBAE96}"/>
              </a:ext>
            </a:extLst>
          </p:cNvPr>
          <p:cNvSpPr/>
          <p:nvPr userDrawn="1"/>
        </p:nvSpPr>
        <p:spPr bwMode="gray">
          <a:xfrm>
            <a:off x="3144412" y="2829561"/>
            <a:ext cx="1546344" cy="484188"/>
          </a:xfrm>
          <a:prstGeom prst="rect">
            <a:avLst/>
          </a:prstGeom>
          <a:solidFill>
            <a:srgbClr val="008C8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bg1"/>
                </a:solidFill>
                <a:effectLst/>
                <a:uLnTx/>
                <a:uFillTx/>
                <a:latin typeface="The Group TEXT" panose="00000500000000000000" pitchFamily="2" charset="0"/>
                <a:ea typeface="+mn-ea"/>
                <a:cs typeface="The Group TEXT" panose="020B0604020202020204" pitchFamily="34" charset="0"/>
              </a:rPr>
              <a:t>Vivid Green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bg1"/>
                </a:solidFill>
                <a:effectLst/>
                <a:uLnTx/>
                <a:uFillTx/>
                <a:latin typeface="The Group TEXT" panose="00000500000000000000" pitchFamily="2" charset="0"/>
                <a:ea typeface="+mn-ea"/>
                <a:cs typeface="+mn-cs"/>
              </a:rPr>
              <a:t>#008C82</a:t>
            </a:r>
          </a:p>
        </p:txBody>
      </p:sp>
      <p:sp>
        <p:nvSpPr>
          <p:cNvPr id="10" name="Rectangle 9">
            <a:extLst>
              <a:ext uri="{FF2B5EF4-FFF2-40B4-BE49-F238E27FC236}">
                <a16:creationId xmlns:a16="http://schemas.microsoft.com/office/drawing/2014/main" id="{8190BB85-D157-A3E1-0E57-9186B3502C9C}"/>
              </a:ext>
            </a:extLst>
          </p:cNvPr>
          <p:cNvSpPr/>
          <p:nvPr userDrawn="1"/>
        </p:nvSpPr>
        <p:spPr>
          <a:xfrm>
            <a:off x="4737887" y="2287969"/>
            <a:ext cx="484188" cy="484188"/>
          </a:xfrm>
          <a:prstGeom prst="rect">
            <a:avLst/>
          </a:prstGeom>
          <a:solidFill>
            <a:srgbClr val="193D47"/>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90%</a:t>
            </a:r>
          </a:p>
        </p:txBody>
      </p:sp>
      <p:sp>
        <p:nvSpPr>
          <p:cNvPr id="13" name="Rectangle 12">
            <a:extLst>
              <a:ext uri="{FF2B5EF4-FFF2-40B4-BE49-F238E27FC236}">
                <a16:creationId xmlns:a16="http://schemas.microsoft.com/office/drawing/2014/main" id="{6D473FE8-8C66-E36C-3BE4-E686AC2B0215}"/>
              </a:ext>
            </a:extLst>
          </p:cNvPr>
          <p:cNvSpPr/>
          <p:nvPr userDrawn="1"/>
        </p:nvSpPr>
        <p:spPr>
          <a:xfrm>
            <a:off x="5269206" y="2287969"/>
            <a:ext cx="484188" cy="484188"/>
          </a:xfrm>
          <a:prstGeom prst="rect">
            <a:avLst/>
          </a:prstGeom>
          <a:solidFill>
            <a:srgbClr val="667D8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15" name="Rectangle 14">
            <a:extLst>
              <a:ext uri="{FF2B5EF4-FFF2-40B4-BE49-F238E27FC236}">
                <a16:creationId xmlns:a16="http://schemas.microsoft.com/office/drawing/2014/main" id="{D77E0114-CC9B-1EF5-E2CF-5DE5AB112B2C}"/>
              </a:ext>
            </a:extLst>
          </p:cNvPr>
          <p:cNvSpPr/>
          <p:nvPr userDrawn="1"/>
        </p:nvSpPr>
        <p:spPr>
          <a:xfrm>
            <a:off x="5800525" y="2287969"/>
            <a:ext cx="484188" cy="484188"/>
          </a:xfrm>
          <a:prstGeom prst="rect">
            <a:avLst/>
          </a:prstGeom>
          <a:solidFill>
            <a:srgbClr val="99A9A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17" name="Rectangle 16">
            <a:extLst>
              <a:ext uri="{FF2B5EF4-FFF2-40B4-BE49-F238E27FC236}">
                <a16:creationId xmlns:a16="http://schemas.microsoft.com/office/drawing/2014/main" id="{4DCC8D84-34A1-8CDA-28C0-E7D36F280D44}"/>
              </a:ext>
            </a:extLst>
          </p:cNvPr>
          <p:cNvSpPr/>
          <p:nvPr userDrawn="1"/>
        </p:nvSpPr>
        <p:spPr>
          <a:xfrm>
            <a:off x="6331844" y="2287969"/>
            <a:ext cx="484188" cy="484188"/>
          </a:xfrm>
          <a:prstGeom prst="rect">
            <a:avLst/>
          </a:prstGeom>
          <a:solidFill>
            <a:srgbClr val="CCD4D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18" name="Rectangle 17">
            <a:extLst>
              <a:ext uri="{FF2B5EF4-FFF2-40B4-BE49-F238E27FC236}">
                <a16:creationId xmlns:a16="http://schemas.microsoft.com/office/drawing/2014/main" id="{7BAFA83F-A0CE-EB03-8E28-63AC62AA20D1}"/>
              </a:ext>
            </a:extLst>
          </p:cNvPr>
          <p:cNvSpPr/>
          <p:nvPr userDrawn="1"/>
        </p:nvSpPr>
        <p:spPr>
          <a:xfrm>
            <a:off x="6863163" y="2287969"/>
            <a:ext cx="484188" cy="484188"/>
          </a:xfrm>
          <a:prstGeom prst="rect">
            <a:avLst/>
          </a:prstGeom>
          <a:solidFill>
            <a:srgbClr val="E5E9E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19" name="Titel 2">
            <a:extLst>
              <a:ext uri="{FF2B5EF4-FFF2-40B4-BE49-F238E27FC236}">
                <a16:creationId xmlns:a16="http://schemas.microsoft.com/office/drawing/2014/main" id="{8FB02354-4C60-3CDF-3CF2-F6DEC9A462F7}"/>
              </a:ext>
            </a:extLst>
          </p:cNvPr>
          <p:cNvSpPr txBox="1">
            <a:spLocks/>
          </p:cNvSpPr>
          <p:nvPr userDrawn="1"/>
        </p:nvSpPr>
        <p:spPr bwMode="black">
          <a:xfrm>
            <a:off x="4739813" y="1840923"/>
            <a:ext cx="3670176"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Tints</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
        <p:nvSpPr>
          <p:cNvPr id="21" name="Rectangle 20">
            <a:extLst>
              <a:ext uri="{FF2B5EF4-FFF2-40B4-BE49-F238E27FC236}">
                <a16:creationId xmlns:a16="http://schemas.microsoft.com/office/drawing/2014/main" id="{3A998984-15F6-9700-5CB6-090D6C71922F}"/>
              </a:ext>
            </a:extLst>
          </p:cNvPr>
          <p:cNvSpPr/>
          <p:nvPr userDrawn="1"/>
        </p:nvSpPr>
        <p:spPr>
          <a:xfrm>
            <a:off x="4737887" y="2823613"/>
            <a:ext cx="484188" cy="484188"/>
          </a:xfrm>
          <a:prstGeom prst="rect">
            <a:avLst/>
          </a:prstGeom>
          <a:solidFill>
            <a:srgbClr val="33A39B"/>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80%</a:t>
            </a:r>
          </a:p>
        </p:txBody>
      </p:sp>
      <p:sp>
        <p:nvSpPr>
          <p:cNvPr id="23" name="Rectangle 22">
            <a:extLst>
              <a:ext uri="{FF2B5EF4-FFF2-40B4-BE49-F238E27FC236}">
                <a16:creationId xmlns:a16="http://schemas.microsoft.com/office/drawing/2014/main" id="{322B6DA6-37BF-6227-A704-5EA8550FC4D6}"/>
              </a:ext>
            </a:extLst>
          </p:cNvPr>
          <p:cNvSpPr/>
          <p:nvPr userDrawn="1"/>
        </p:nvSpPr>
        <p:spPr>
          <a:xfrm>
            <a:off x="5269206" y="2823613"/>
            <a:ext cx="484188" cy="484188"/>
          </a:xfrm>
          <a:prstGeom prst="rect">
            <a:avLst/>
          </a:prstGeom>
          <a:solidFill>
            <a:srgbClr val="66BAB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rgbClr val="FFFFFF"/>
                </a:solidFill>
                <a:latin typeface="The Group TEXT" panose="00000500000000000000" pitchFamily="2" charset="0"/>
                <a:cs typeface="The Group TEXT" panose="020B0604020202020204" pitchFamily="34" charset="0"/>
              </a:rPr>
              <a:t>60%</a:t>
            </a:r>
          </a:p>
        </p:txBody>
      </p:sp>
      <p:sp>
        <p:nvSpPr>
          <p:cNvPr id="25" name="Rectangle 24">
            <a:extLst>
              <a:ext uri="{FF2B5EF4-FFF2-40B4-BE49-F238E27FC236}">
                <a16:creationId xmlns:a16="http://schemas.microsoft.com/office/drawing/2014/main" id="{CF0119E8-B0DC-7E89-A7BA-22ECAEA33EBE}"/>
              </a:ext>
            </a:extLst>
          </p:cNvPr>
          <p:cNvSpPr/>
          <p:nvPr userDrawn="1"/>
        </p:nvSpPr>
        <p:spPr>
          <a:xfrm>
            <a:off x="5800525" y="2823613"/>
            <a:ext cx="484188" cy="484188"/>
          </a:xfrm>
          <a:prstGeom prst="rect">
            <a:avLst/>
          </a:prstGeom>
          <a:solidFill>
            <a:srgbClr val="99D1C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40%</a:t>
            </a:r>
          </a:p>
        </p:txBody>
      </p:sp>
      <p:sp>
        <p:nvSpPr>
          <p:cNvPr id="27" name="Rectangle 26">
            <a:extLst>
              <a:ext uri="{FF2B5EF4-FFF2-40B4-BE49-F238E27FC236}">
                <a16:creationId xmlns:a16="http://schemas.microsoft.com/office/drawing/2014/main" id="{65175937-9893-0F1C-642E-4A8873392E08}"/>
              </a:ext>
            </a:extLst>
          </p:cNvPr>
          <p:cNvSpPr/>
          <p:nvPr userDrawn="1"/>
        </p:nvSpPr>
        <p:spPr>
          <a:xfrm>
            <a:off x="6331844" y="2823613"/>
            <a:ext cx="484188" cy="484188"/>
          </a:xfrm>
          <a:prstGeom prst="rect">
            <a:avLst/>
          </a:prstGeom>
          <a:solidFill>
            <a:srgbClr val="CCE8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20%</a:t>
            </a:r>
          </a:p>
        </p:txBody>
      </p:sp>
      <p:sp>
        <p:nvSpPr>
          <p:cNvPr id="28" name="Rectangle 27">
            <a:extLst>
              <a:ext uri="{FF2B5EF4-FFF2-40B4-BE49-F238E27FC236}">
                <a16:creationId xmlns:a16="http://schemas.microsoft.com/office/drawing/2014/main" id="{85B36D8B-89DC-3743-1670-F642E0C3A2BA}"/>
              </a:ext>
            </a:extLst>
          </p:cNvPr>
          <p:cNvSpPr/>
          <p:nvPr userDrawn="1"/>
        </p:nvSpPr>
        <p:spPr>
          <a:xfrm>
            <a:off x="6863163" y="2823613"/>
            <a:ext cx="484188" cy="484188"/>
          </a:xfrm>
          <a:prstGeom prst="rect">
            <a:avLst/>
          </a:prstGeom>
          <a:solidFill>
            <a:srgbClr val="E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GB" sz="1200">
                <a:solidFill>
                  <a:schemeClr val="tx2"/>
                </a:solidFill>
                <a:latin typeface="The Group TEXT" panose="00000500000000000000" pitchFamily="2" charset="0"/>
                <a:cs typeface="The Group TEXT" panose="020B0604020202020204" pitchFamily="34" charset="0"/>
              </a:rPr>
              <a:t>10%</a:t>
            </a:r>
          </a:p>
        </p:txBody>
      </p:sp>
      <p:sp>
        <p:nvSpPr>
          <p:cNvPr id="29" name="Rounded Rectangle 63">
            <a:extLst>
              <a:ext uri="{FF2B5EF4-FFF2-40B4-BE49-F238E27FC236}">
                <a16:creationId xmlns:a16="http://schemas.microsoft.com/office/drawing/2014/main" id="{AD280010-7BD2-25AE-515E-05A31CA6AC32}"/>
              </a:ext>
            </a:extLst>
          </p:cNvPr>
          <p:cNvSpPr/>
          <p:nvPr userDrawn="1"/>
        </p:nvSpPr>
        <p:spPr bwMode="gray">
          <a:xfrm>
            <a:off x="9519754" y="2287969"/>
            <a:ext cx="1546344" cy="484188"/>
          </a:xfrm>
          <a:prstGeom prst="rect">
            <a:avLst/>
          </a:prstGeom>
          <a:solidFill>
            <a:srgbClr val="C2FE0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marL="0" marR="0" lvl="0" indent="0" algn="ctr" defTabSz="914400" rtl="0" eaLnBrk="1" fontAlgn="auto" latinLnBrk="0" hangingPunct="1">
              <a:spcBef>
                <a:spcPts val="0"/>
              </a:spcBef>
              <a:buClrTx/>
              <a:buSzTx/>
              <a:buFontTx/>
              <a:buNone/>
              <a:tabLst/>
              <a:defRPr/>
            </a:pPr>
            <a:r>
              <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n-ea"/>
                <a:cs typeface="The Group TEXT" panose="020B0604020202020204" pitchFamily="34" charset="0"/>
              </a:rPr>
              <a:t>Electric Neon</a:t>
            </a:r>
          </a:p>
          <a:p>
            <a:pPr marL="0" marR="0" lvl="0" indent="0" algn="ctr" defTabSz="914400" rtl="0" eaLnBrk="1" fontAlgn="auto" latinLnBrk="0" hangingPunct="1">
              <a:spcBef>
                <a:spcPts val="0"/>
              </a:spcBef>
              <a:buClrTx/>
              <a:buSzTx/>
              <a:buFontTx/>
              <a:buNone/>
              <a:tabLst/>
              <a:defRPr/>
            </a:pPr>
            <a:r>
              <a:rPr kumimoji="0" lang="en-GB" sz="800" b="0" i="0" u="none" strike="noStrike" kern="1200" cap="none" spc="0" normalizeH="0" baseline="0" noProof="0">
                <a:ln>
                  <a:noFill/>
                </a:ln>
                <a:solidFill>
                  <a:schemeClr val="tx2"/>
                </a:solidFill>
                <a:effectLst/>
                <a:uLnTx/>
                <a:uFillTx/>
                <a:latin typeface="The Group TEXT" panose="00000500000000000000" pitchFamily="2" charset="0"/>
                <a:ea typeface="+mn-ea"/>
                <a:cs typeface="+mn-cs"/>
              </a:rPr>
              <a:t>#C2FE06</a:t>
            </a:r>
          </a:p>
        </p:txBody>
      </p:sp>
      <p:sp>
        <p:nvSpPr>
          <p:cNvPr id="41" name="Titel 2">
            <a:extLst>
              <a:ext uri="{FF2B5EF4-FFF2-40B4-BE49-F238E27FC236}">
                <a16:creationId xmlns:a16="http://schemas.microsoft.com/office/drawing/2014/main" id="{2B5BEF9F-806A-D068-019C-0ED03F43391F}"/>
              </a:ext>
            </a:extLst>
          </p:cNvPr>
          <p:cNvSpPr txBox="1">
            <a:spLocks/>
          </p:cNvSpPr>
          <p:nvPr userDrawn="1"/>
        </p:nvSpPr>
        <p:spPr bwMode="black">
          <a:xfrm>
            <a:off x="9519755" y="1840923"/>
            <a:ext cx="1546343" cy="355278"/>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000" b="1" kern="1200" baseline="0">
                <a:solidFill>
                  <a:schemeClr val="tx1"/>
                </a:solidFill>
                <a:latin typeface="+mj-lt"/>
                <a:ea typeface="+mj-ea"/>
                <a:cs typeface="+mj-cs"/>
              </a:defRPr>
            </a:lvl1pPr>
          </a:lstStyle>
          <a:p>
            <a:pPr marL="0" marR="0" lvl="0" indent="0" defTabSz="457200" rtl="0" eaLnBrk="1" fontAlgn="auto" latinLnBrk="0" hangingPunct="1">
              <a:lnSpc>
                <a:spcPct val="100000"/>
              </a:lnSpc>
              <a:spcBef>
                <a:spcPts val="0"/>
              </a:spcBef>
              <a:buClrTx/>
              <a:buSzTx/>
              <a:buFontTx/>
              <a:buNone/>
              <a:tabLst/>
              <a:defRPr/>
            </a:pPr>
            <a:r>
              <a:rPr kumimoji="0" lang="en-GB" sz="14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rPr>
              <a:t>Accent</a:t>
            </a:r>
            <a:r>
              <a:rPr lang="en-GB" sz="1400" b="0">
                <a:solidFill>
                  <a:schemeClr val="tx2"/>
                </a:solidFill>
                <a:latin typeface="The Group TEXT" panose="00000500000000000000" pitchFamily="2" charset="0"/>
                <a:cs typeface="The Group TEXT" panose="020B0604020202020204" pitchFamily="34" charset="0"/>
              </a:rPr>
              <a:t> colour </a:t>
            </a:r>
            <a:br>
              <a:rPr lang="en-GB" sz="1400" b="0">
                <a:solidFill>
                  <a:schemeClr val="tx2"/>
                </a:solidFill>
                <a:latin typeface="The Group TEXT" panose="00000500000000000000" pitchFamily="2" charset="0"/>
                <a:cs typeface="The Group TEXT" panose="020B0604020202020204" pitchFamily="34" charset="0"/>
              </a:rPr>
            </a:br>
            <a:r>
              <a:rPr lang="en-GB" sz="900" b="0">
                <a:solidFill>
                  <a:schemeClr val="tx2"/>
                </a:solidFill>
                <a:latin typeface="The Group TEXT" panose="00000500000000000000" pitchFamily="2" charset="0"/>
                <a:cs typeface="The Group TEXT" panose="020B0604020202020204" pitchFamily="34" charset="0"/>
              </a:rPr>
              <a:t>(on dark background only)</a:t>
            </a:r>
            <a:endParaRPr kumimoji="0" lang="en-GB" sz="1200" b="0" i="0" u="none" strike="noStrike" kern="1200" cap="none" spc="0" normalizeH="0" baseline="0" noProof="0">
              <a:ln>
                <a:noFill/>
              </a:ln>
              <a:solidFill>
                <a:schemeClr val="tx2"/>
              </a:solidFill>
              <a:effectLst/>
              <a:uLnTx/>
              <a:uFillTx/>
              <a:latin typeface="The Group TEXT" panose="00000500000000000000" pitchFamily="2" charset="0"/>
              <a:ea typeface="+mj-ea"/>
              <a:cs typeface="The Group TEXT" panose="020B0604020202020204" pitchFamily="34" charset="0"/>
            </a:endParaRPr>
          </a:p>
        </p:txBody>
      </p:sp>
    </p:spTree>
    <p:extLst>
      <p:ext uri="{BB962C8B-B14F-4D97-AF65-F5344CB8AC3E}">
        <p14:creationId xmlns:p14="http://schemas.microsoft.com/office/powerpoint/2010/main" val="20142099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uide: Slides Elements">
    <p:bg bwMode="gray">
      <p:bgRef idx="1001">
        <a:schemeClr val="bg2"/>
      </p:bgRef>
    </p:bg>
    <p:spTree>
      <p:nvGrpSpPr>
        <p:cNvPr id="1" name=""/>
        <p:cNvGrpSpPr/>
        <p:nvPr/>
      </p:nvGrpSpPr>
      <p:grpSpPr>
        <a:xfrm>
          <a:off x="0" y="0"/>
          <a:ext cx="0" cy="0"/>
          <a:chOff x="0" y="0"/>
          <a:chExt cx="0" cy="0"/>
        </a:xfrm>
      </p:grpSpPr>
      <p:sp>
        <p:nvSpPr>
          <p:cNvPr id="2" name="Textplatzhalter 4">
            <a:extLst>
              <a:ext uri="{FF2B5EF4-FFF2-40B4-BE49-F238E27FC236}">
                <a16:creationId xmlns:a16="http://schemas.microsoft.com/office/drawing/2014/main" id="{ADD0FAE4-942F-3C03-CAF8-2691F4DC67D9}"/>
              </a:ext>
            </a:extLst>
          </p:cNvPr>
          <p:cNvSpPr txBox="1">
            <a:spLocks/>
          </p:cNvSpPr>
          <p:nvPr userDrawn="1"/>
        </p:nvSpPr>
        <p:spPr>
          <a:xfrm>
            <a:off x="407984" y="1844676"/>
            <a:ext cx="3602044" cy="4608512"/>
          </a:xfrm>
          <a:prstGeom prst="rect">
            <a:avLst/>
          </a:prstGeom>
          <a:solidFill>
            <a:srgbClr val="E5F3F2"/>
          </a:solidFill>
        </p:spPr>
        <p:txBody>
          <a:bodyPr lIns="216000" tIns="216000" rIns="216000" bIns="216000"/>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R="0" lvl="0" fontAlgn="auto">
              <a:spcBef>
                <a:spcPts val="1200"/>
              </a:spcBef>
              <a:spcAft>
                <a:spcPts val="0"/>
              </a:spcAft>
              <a:buClrTx/>
              <a:buSzTx/>
              <a:tabLst/>
              <a:defRPr/>
            </a:pPr>
            <a:r>
              <a:rPr lang="en-GB" sz="1400" b="1">
                <a:solidFill>
                  <a:schemeClr val="accent1"/>
                </a:solidFill>
                <a:latin typeface="+mn-lt"/>
              </a:rPr>
              <a:t>Confidentiality classification</a:t>
            </a:r>
            <a:endParaRPr kumimoji="0" lang="en-GB" sz="1400" b="1" i="0" u="none" strike="noStrike" kern="1200" cap="none" spc="0" normalizeH="0" baseline="0" noProof="0">
              <a:ln>
                <a:noFill/>
              </a:ln>
              <a:solidFill>
                <a:schemeClr val="accent1"/>
              </a:solidFill>
              <a:effectLst/>
              <a:uLnTx/>
              <a:uFillTx/>
              <a:latin typeface="+mn-lt"/>
              <a:ea typeface="+mn-ea"/>
              <a:cs typeface="+mn-cs"/>
            </a:endParaRPr>
          </a:p>
          <a:p>
            <a:pPr marR="0" lvl="0" fontAlgn="auto">
              <a:spcBef>
                <a:spcPts val="1200"/>
              </a:spcBef>
              <a:spcAft>
                <a:spcPts val="0"/>
              </a:spcAft>
              <a:buClrTx/>
              <a:buSzTx/>
              <a:tabLst/>
              <a:defRPr/>
            </a:pPr>
            <a:r>
              <a:rPr lang="en-GB" sz="1200" b="0">
                <a:solidFill>
                  <a:schemeClr val="accent1"/>
                </a:solidFill>
              </a:rPr>
              <a:t>The classification set as public, internal, confidential or secret must be defined as soon as the document is created.</a:t>
            </a:r>
          </a:p>
          <a:p>
            <a:pPr marR="0" lvl="0" fontAlgn="auto">
              <a:spcBef>
                <a:spcPts val="1200"/>
              </a:spcBef>
              <a:spcAft>
                <a:spcPts val="0"/>
              </a:spcAft>
              <a:buClrTx/>
              <a:buSzTx/>
              <a:tabLst/>
              <a:defRPr/>
            </a:pPr>
            <a:r>
              <a:rPr lang="en-GB" sz="1200" b="0">
                <a:solidFill>
                  <a:schemeClr val="accent1"/>
                </a:solidFill>
              </a:rPr>
              <a:t>On title slides, the class would need to be set manually in capital letters below the title. </a:t>
            </a:r>
          </a:p>
          <a:p>
            <a:pPr marR="0" lvl="0" fontAlgn="auto">
              <a:spcBef>
                <a:spcPts val="1200"/>
              </a:spcBef>
              <a:spcAft>
                <a:spcPts val="0"/>
              </a:spcAft>
              <a:buClrTx/>
              <a:buSzTx/>
              <a:tabLst/>
              <a:defRPr/>
            </a:pPr>
            <a:r>
              <a:rPr lang="en-GB" sz="1200" b="0">
                <a:solidFill>
                  <a:schemeClr val="accent1"/>
                </a:solidFill>
              </a:rPr>
              <a:t>On content slides, the position of the confidentiality is in the footer section on the bottom right. To view and update, go to </a:t>
            </a:r>
            <a:br>
              <a:rPr lang="en-GB" sz="1200" b="0">
                <a:solidFill>
                  <a:schemeClr val="accent1"/>
                </a:solidFill>
              </a:rPr>
            </a:br>
            <a:r>
              <a:rPr lang="en-GB" sz="1200" b="1">
                <a:solidFill>
                  <a:schemeClr val="accent1"/>
                </a:solidFill>
              </a:rPr>
              <a:t>Insert &gt; Header &amp; Footer (</a:t>
            </a:r>
            <a:r>
              <a:rPr lang="en-GB" sz="1200" b="1" err="1">
                <a:solidFill>
                  <a:schemeClr val="accent1"/>
                </a:solidFill>
              </a:rPr>
              <a:t>Einfügen</a:t>
            </a:r>
            <a:r>
              <a:rPr lang="en-GB" sz="1200" b="1">
                <a:solidFill>
                  <a:schemeClr val="accent1"/>
                </a:solidFill>
              </a:rPr>
              <a:t> &gt;  </a:t>
            </a:r>
            <a:br>
              <a:rPr lang="en-GB" sz="1200" b="1">
                <a:solidFill>
                  <a:schemeClr val="accent1"/>
                </a:solidFill>
              </a:rPr>
            </a:br>
            <a:r>
              <a:rPr lang="en-GB" sz="1200" b="1">
                <a:solidFill>
                  <a:schemeClr val="accent1"/>
                </a:solidFill>
              </a:rPr>
              <a:t>Kopf- und </a:t>
            </a:r>
            <a:r>
              <a:rPr lang="en-GB" sz="1200" b="1" err="1">
                <a:solidFill>
                  <a:schemeClr val="accent1"/>
                </a:solidFill>
              </a:rPr>
              <a:t>Fußzeile</a:t>
            </a:r>
            <a:r>
              <a:rPr lang="en-GB" sz="1200" b="1">
                <a:solidFill>
                  <a:schemeClr val="accent1"/>
                </a:solidFill>
              </a:rPr>
              <a:t>)</a:t>
            </a:r>
            <a:r>
              <a:rPr lang="en-GB" sz="1200" b="0">
                <a:solidFill>
                  <a:schemeClr val="accent1"/>
                </a:solidFill>
              </a:rPr>
              <a:t>, and apply to all. </a:t>
            </a:r>
          </a:p>
          <a:p>
            <a:pPr marR="0" lvl="0" fontAlgn="auto">
              <a:spcBef>
                <a:spcPts val="1200"/>
              </a:spcBef>
              <a:spcAft>
                <a:spcPts val="0"/>
              </a:spcAft>
              <a:buClrTx/>
              <a:buSzTx/>
              <a:tabLst/>
              <a:defRPr/>
            </a:pPr>
            <a:r>
              <a:rPr lang="en-GB" sz="1200" b="0">
                <a:solidFill>
                  <a:schemeClr val="accent1"/>
                </a:solidFill>
              </a:rPr>
              <a:t>The confidentiality classification may not appear on slides with full-page pictures — you would need to select the picture and ‘Send to Back’ to ensure the footer layer is visible.</a:t>
            </a:r>
          </a:p>
          <a:p>
            <a:pPr marL="0" marR="0" lvl="0" indent="0" algn="l" defTabSz="914400" rtl="0" eaLnBrk="1" fontAlgn="auto" latinLnBrk="0" hangingPunct="1">
              <a:lnSpc>
                <a:spcPct val="100000"/>
              </a:lnSpc>
              <a:spcBef>
                <a:spcPts val="1200"/>
              </a:spcBef>
              <a:spcAft>
                <a:spcPts val="0"/>
              </a:spcAft>
              <a:buClrTx/>
              <a:buSzTx/>
              <a:buFontTx/>
              <a:buNone/>
              <a:tabLst/>
              <a:defRPr/>
            </a:pPr>
            <a:r>
              <a:rPr lang="en-GB" sz="1200" b="0">
                <a:solidFill>
                  <a:schemeClr val="tx2"/>
                </a:solidFill>
              </a:rPr>
              <a:t>You will find detailed information about confidentiality classification in our </a:t>
            </a:r>
            <a:r>
              <a:rPr lang="en-GB" sz="1200" b="0">
                <a:solidFill>
                  <a:schemeClr val="tx2"/>
                </a:solidFill>
                <a:hlinkClick r:id="rId2"/>
              </a:rPr>
              <a:t>GroupWiki</a:t>
            </a:r>
            <a:r>
              <a:rPr lang="en-GB" sz="1200" b="0">
                <a:solidFill>
                  <a:schemeClr val="tx2"/>
                </a:solidFill>
              </a:rPr>
              <a:t>.</a:t>
            </a:r>
            <a:endParaRPr lang="en-GB" sz="1200" b="0"/>
          </a:p>
          <a:p>
            <a:pPr marR="0" lvl="0" fontAlgn="auto">
              <a:spcBef>
                <a:spcPts val="1200"/>
              </a:spcBef>
              <a:spcAft>
                <a:spcPts val="0"/>
              </a:spcAft>
              <a:buClrTx/>
              <a:buSzTx/>
              <a:tabLst/>
              <a:defRPr/>
            </a:pPr>
            <a:endParaRPr lang="en-GB" sz="1200" b="0">
              <a:solidFill>
                <a:schemeClr val="accent1"/>
              </a:solidFill>
            </a:endParaRPr>
          </a:p>
          <a:p>
            <a:pPr marL="0" marR="0" lvl="0" indent="0" algn="l" defTabSz="432000" rtl="0" eaLnBrk="1" fontAlgn="auto" latinLnBrk="0" hangingPunct="0">
              <a:lnSpc>
                <a:spcPct val="100000"/>
              </a:lnSpc>
              <a:spcBef>
                <a:spcPts val="1200"/>
              </a:spcBef>
              <a:spcAft>
                <a:spcPts val="0"/>
              </a:spcAft>
              <a:buClrTx/>
              <a:buSzTx/>
              <a:buFontTx/>
              <a:buNone/>
              <a:tabLst/>
              <a:defRPr/>
            </a:pPr>
            <a:endParaRPr kumimoji="0" lang="de-DE" sz="1200" b="0" i="0" u="none" strike="noStrike" kern="1200" cap="none" spc="0" normalizeH="0" baseline="0" noProof="0">
              <a:ln>
                <a:noFill/>
              </a:ln>
              <a:solidFill>
                <a:schemeClr val="accent1"/>
              </a:solidFill>
              <a:effectLst/>
              <a:uLnTx/>
              <a:uFillTx/>
              <a:latin typeface="The Group TEXT"/>
              <a:ea typeface="+mn-ea"/>
              <a:cs typeface="+mn-cs"/>
            </a:endParaRPr>
          </a:p>
        </p:txBody>
      </p:sp>
      <p:sp>
        <p:nvSpPr>
          <p:cNvPr id="6" name="Title ">
            <a:extLst>
              <a:ext uri="{FF2B5EF4-FFF2-40B4-BE49-F238E27FC236}">
                <a16:creationId xmlns:a16="http://schemas.microsoft.com/office/drawing/2014/main" id="{A587EB5B-8521-46EA-65CA-517910869145}"/>
              </a:ext>
            </a:extLst>
          </p:cNvPr>
          <p:cNvSpPr txBox="1">
            <a:spLocks/>
          </p:cNvSpPr>
          <p:nvPr userDrawn="1"/>
        </p:nvSpPr>
        <p:spPr>
          <a:xfrm>
            <a:off x="407984" y="623885"/>
            <a:ext cx="11376024" cy="431800"/>
          </a:xfrm>
          <a:prstGeom prst="rect">
            <a:avLst/>
          </a:prstGeom>
        </p:spPr>
        <p:txBody>
          <a:bodyPr vert="horz" lIns="0" tIns="0" rIns="0" bIns="0" rtlCol="0" anchor="t">
            <a:noAutofit/>
          </a:bodyPr>
          <a:lstStyle>
            <a:lvl1pPr algn="l" defTabSz="4320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solidFill>
                  <a:schemeClr val="tx2"/>
                </a:solidFill>
              </a:rPr>
              <a:t>Content elements and markers</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de-DE" noProof="0"/>
              <a:t>01.11.2023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p:txBody>
          <a:bodyPr/>
          <a:lstStyle/>
          <a:p>
            <a:fld id="{53C98C43-8B83-4748-BA0D-B0C90A16569F}" type="slidenum">
              <a:rPr lang="en-US" noProof="0" smtClean="0"/>
              <a:pPr/>
              <a:t>‹#›</a:t>
            </a:fld>
            <a:endParaRPr lang="en-US" noProof="0"/>
          </a:p>
        </p:txBody>
      </p:sp>
      <p:sp>
        <p:nvSpPr>
          <p:cNvPr id="12" name="Textplatzhalter 4">
            <a:extLst>
              <a:ext uri="{FF2B5EF4-FFF2-40B4-BE49-F238E27FC236}">
                <a16:creationId xmlns:a16="http://schemas.microsoft.com/office/drawing/2014/main" id="{1D79FEF2-E4E6-02FC-CDDA-167783716036}"/>
              </a:ext>
            </a:extLst>
          </p:cNvPr>
          <p:cNvSpPr txBox="1">
            <a:spLocks/>
          </p:cNvSpPr>
          <p:nvPr userDrawn="1"/>
        </p:nvSpPr>
        <p:spPr>
          <a:xfrm>
            <a:off x="4294182" y="1844676"/>
            <a:ext cx="3602044" cy="4608512"/>
          </a:xfrm>
          <a:prstGeom prst="rect">
            <a:avLst/>
          </a:prstGeom>
          <a:solidFill>
            <a:srgbClr val="E5F3F2"/>
          </a:solidFill>
        </p:spPr>
        <p:txBody>
          <a:bodyPr lIns="216000" tIns="216000" rIns="216000" bIns="216000"/>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de-DE" sz="1400" b="1" kern="1200">
                <a:solidFill>
                  <a:schemeClr val="accent1"/>
                </a:solidFill>
                <a:latin typeface="+mn-lt"/>
                <a:ea typeface="+mn-ea"/>
                <a:cs typeface="+mn-cs"/>
              </a:rPr>
              <a:t>Content status markers</a:t>
            </a:r>
          </a:p>
          <a:p>
            <a:pPr>
              <a:spcBef>
                <a:spcPts val="1200"/>
              </a:spcBef>
              <a:spcAft>
                <a:spcPts val="0"/>
              </a:spcAft>
            </a:pPr>
            <a:r>
              <a:rPr lang="en-GB" sz="1200" b="0">
                <a:solidFill>
                  <a:schemeClr val="tx2"/>
                </a:solidFill>
              </a:rPr>
              <a:t>These content status markers are available as graphic assets you can copy from this slide.</a:t>
            </a:r>
          </a:p>
          <a:p>
            <a:pPr>
              <a:spcBef>
                <a:spcPts val="1200"/>
              </a:spcBef>
              <a:spcAft>
                <a:spcPts val="0"/>
              </a:spcAft>
            </a:pPr>
            <a:r>
              <a:rPr lang="en-GB" sz="1200" b="0">
                <a:solidFill>
                  <a:schemeClr val="tx2"/>
                </a:solidFill>
              </a:rPr>
              <a:t>The selected tag will need to be placed centre-aligned and horizontally-aligned to the Volkswagen Group logo. If you need it to be applied to all slides within a presentation, go to </a:t>
            </a:r>
            <a:r>
              <a:rPr lang="en-GB" sz="1200" b="1">
                <a:solidFill>
                  <a:schemeClr val="tx2"/>
                </a:solidFill>
              </a:rPr>
              <a:t>View &gt; Slide Master (</a:t>
            </a:r>
            <a:r>
              <a:rPr lang="en-GB" sz="1200" b="1" err="1">
                <a:solidFill>
                  <a:schemeClr val="tx2"/>
                </a:solidFill>
              </a:rPr>
              <a:t>Ansicht</a:t>
            </a:r>
            <a:r>
              <a:rPr lang="en-GB" sz="1200" b="1">
                <a:solidFill>
                  <a:schemeClr val="tx2"/>
                </a:solidFill>
              </a:rPr>
              <a:t> &gt; </a:t>
            </a:r>
            <a:r>
              <a:rPr lang="en-GB" sz="1200" b="1" err="1">
                <a:solidFill>
                  <a:schemeClr val="tx2"/>
                </a:solidFill>
              </a:rPr>
              <a:t>Folienmaster</a:t>
            </a:r>
            <a:r>
              <a:rPr lang="en-GB" sz="1200" b="1">
                <a:solidFill>
                  <a:schemeClr val="tx2"/>
                </a:solidFill>
              </a:rPr>
              <a:t>) </a:t>
            </a:r>
            <a:r>
              <a:rPr lang="en-GB" sz="1200" b="0">
                <a:solidFill>
                  <a:schemeClr val="tx2"/>
                </a:solidFill>
              </a:rPr>
              <a:t>and place it on the first </a:t>
            </a:r>
            <a:br>
              <a:rPr lang="en-GB" sz="1200" b="0">
                <a:solidFill>
                  <a:schemeClr val="tx2"/>
                </a:solidFill>
              </a:rPr>
            </a:br>
            <a:r>
              <a:rPr lang="en-GB" sz="1200" b="0">
                <a:solidFill>
                  <a:schemeClr val="tx2"/>
                </a:solidFill>
              </a:rPr>
              <a:t>slide of the master theme.</a:t>
            </a:r>
          </a:p>
          <a:p>
            <a:pPr>
              <a:spcBef>
                <a:spcPts val="1200"/>
              </a:spcBef>
              <a:spcAft>
                <a:spcPts val="0"/>
              </a:spcAft>
            </a:pPr>
            <a:endParaRPr lang="de-DE" sz="1200">
              <a:solidFill>
                <a:schemeClr val="tx2"/>
              </a:solidFill>
            </a:endParaRPr>
          </a:p>
        </p:txBody>
      </p:sp>
      <p:sp>
        <p:nvSpPr>
          <p:cNvPr id="14" name="Rechteck 9">
            <a:extLst>
              <a:ext uri="{FF2B5EF4-FFF2-40B4-BE49-F238E27FC236}">
                <a16:creationId xmlns:a16="http://schemas.microsoft.com/office/drawing/2014/main" id="{CD9CC9DE-79F6-DAA8-3F04-D2ACF43F6BCB}"/>
              </a:ext>
            </a:extLst>
          </p:cNvPr>
          <p:cNvSpPr/>
          <p:nvPr userDrawn="1"/>
        </p:nvSpPr>
        <p:spPr>
          <a:xfrm>
            <a:off x="4537997" y="5007936"/>
            <a:ext cx="3116006" cy="1226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ctr"/>
          <a:lstStyle/>
          <a:p>
            <a:pPr algn="ctr"/>
            <a:endParaRPr lang="de-DE" sz="1400" err="1"/>
          </a:p>
        </p:txBody>
      </p:sp>
      <p:grpSp>
        <p:nvGrpSpPr>
          <p:cNvPr id="16" name="Group 5">
            <a:extLst>
              <a:ext uri="{FF2B5EF4-FFF2-40B4-BE49-F238E27FC236}">
                <a16:creationId xmlns:a16="http://schemas.microsoft.com/office/drawing/2014/main" id="{664CCF92-2AB9-A03B-D8B1-87C31085403A}"/>
              </a:ext>
            </a:extLst>
          </p:cNvPr>
          <p:cNvGrpSpPr/>
          <p:nvPr userDrawn="1"/>
        </p:nvGrpSpPr>
        <p:grpSpPr>
          <a:xfrm>
            <a:off x="4999495" y="5469773"/>
            <a:ext cx="858253" cy="302506"/>
            <a:chOff x="5913580" y="2232837"/>
            <a:chExt cx="1178336" cy="457201"/>
          </a:xfrm>
        </p:grpSpPr>
        <p:sp>
          <p:nvSpPr>
            <p:cNvPr id="20" name="TextBox 48">
              <a:extLst>
                <a:ext uri="{FF2B5EF4-FFF2-40B4-BE49-F238E27FC236}">
                  <a16:creationId xmlns:a16="http://schemas.microsoft.com/office/drawing/2014/main" id="{235D1793-2621-EBBF-BCAB-19C3595A5F5C}"/>
                </a:ext>
              </a:extLst>
            </p:cNvPr>
            <p:cNvSpPr txBox="1">
              <a:spLocks/>
            </p:cNvSpPr>
            <p:nvPr/>
          </p:nvSpPr>
          <p:spPr>
            <a:xfrm>
              <a:off x="5913580" y="2232838"/>
              <a:ext cx="1138418"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DRAFT</a:t>
              </a:r>
            </a:p>
          </p:txBody>
        </p:sp>
        <p:cxnSp>
          <p:nvCxnSpPr>
            <p:cNvPr id="22" name="Straight Connector 7">
              <a:extLst>
                <a:ext uri="{FF2B5EF4-FFF2-40B4-BE49-F238E27FC236}">
                  <a16:creationId xmlns:a16="http://schemas.microsoft.com/office/drawing/2014/main" id="{E4653DD2-0963-BCEF-87D3-DB806AF3D086}"/>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8">
              <a:extLst>
                <a:ext uri="{FF2B5EF4-FFF2-40B4-BE49-F238E27FC236}">
                  <a16:creationId xmlns:a16="http://schemas.microsoft.com/office/drawing/2014/main" id="{D2E88208-907C-031F-005D-6DDE71BC0897}"/>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6" name="Group 9">
            <a:extLst>
              <a:ext uri="{FF2B5EF4-FFF2-40B4-BE49-F238E27FC236}">
                <a16:creationId xmlns:a16="http://schemas.microsoft.com/office/drawing/2014/main" id="{ACB5B070-9209-B6E8-C029-0B932191A693}"/>
              </a:ext>
            </a:extLst>
          </p:cNvPr>
          <p:cNvGrpSpPr/>
          <p:nvPr userDrawn="1"/>
        </p:nvGrpSpPr>
        <p:grpSpPr>
          <a:xfrm>
            <a:off x="6334250" y="5469772"/>
            <a:ext cx="858255" cy="302508"/>
            <a:chOff x="5913578" y="2232837"/>
            <a:chExt cx="1178338" cy="457205"/>
          </a:xfrm>
        </p:grpSpPr>
        <p:sp>
          <p:nvSpPr>
            <p:cNvPr id="31" name="TextBox 48">
              <a:extLst>
                <a:ext uri="{FF2B5EF4-FFF2-40B4-BE49-F238E27FC236}">
                  <a16:creationId xmlns:a16="http://schemas.microsoft.com/office/drawing/2014/main" id="{55B53AF9-57F8-047F-F51D-DDEC4D33BB4A}"/>
                </a:ext>
              </a:extLst>
            </p:cNvPr>
            <p:cNvSpPr txBox="1">
              <a:spLocks/>
            </p:cNvSpPr>
            <p:nvPr/>
          </p:nvSpPr>
          <p:spPr>
            <a:xfrm>
              <a:off x="5913578" y="2232842"/>
              <a:ext cx="1138417" cy="457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b="0" i="0" u="none" strike="noStrike" kern="1200" cap="none" spc="50" normalizeH="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NEW</a:t>
              </a:r>
            </a:p>
          </p:txBody>
        </p:sp>
        <p:cxnSp>
          <p:nvCxnSpPr>
            <p:cNvPr id="33" name="Straight Connector 11">
              <a:extLst>
                <a:ext uri="{FF2B5EF4-FFF2-40B4-BE49-F238E27FC236}">
                  <a16:creationId xmlns:a16="http://schemas.microsoft.com/office/drawing/2014/main" id="{770B7B32-7791-A4EE-0ED4-1A43945F7CF6}"/>
                </a:ext>
              </a:extLst>
            </p:cNvPr>
            <p:cNvCxnSpPr/>
            <p:nvPr/>
          </p:nvCxnSpPr>
          <p:spPr>
            <a:xfrm>
              <a:off x="5932967" y="22328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Straight Connector 12">
              <a:extLst>
                <a:ext uri="{FF2B5EF4-FFF2-40B4-BE49-F238E27FC236}">
                  <a16:creationId xmlns:a16="http://schemas.microsoft.com/office/drawing/2014/main" id="{A21340ED-78D1-9E5E-9056-FC80D17CBAC9}"/>
                </a:ext>
              </a:extLst>
            </p:cNvPr>
            <p:cNvCxnSpPr/>
            <p:nvPr/>
          </p:nvCxnSpPr>
          <p:spPr>
            <a:xfrm>
              <a:off x="5932967" y="2690037"/>
              <a:ext cx="1158949"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6" name="Textplatzhalter 4">
            <a:extLst>
              <a:ext uri="{FF2B5EF4-FFF2-40B4-BE49-F238E27FC236}">
                <a16:creationId xmlns:a16="http://schemas.microsoft.com/office/drawing/2014/main" id="{9196C73D-B575-3058-2679-E2DEABB7C0A3}"/>
              </a:ext>
            </a:extLst>
          </p:cNvPr>
          <p:cNvSpPr txBox="1">
            <a:spLocks/>
          </p:cNvSpPr>
          <p:nvPr userDrawn="1"/>
        </p:nvSpPr>
        <p:spPr>
          <a:xfrm>
            <a:off x="8183560" y="1844676"/>
            <a:ext cx="3602044" cy="4608512"/>
          </a:xfrm>
          <a:prstGeom prst="rect">
            <a:avLst/>
          </a:prstGeom>
          <a:solidFill>
            <a:srgbClr val="E5F3F2"/>
          </a:solidFill>
        </p:spPr>
        <p:txBody>
          <a:bodyPr lIns="216000" tIns="216000" rIns="216000" bIns="216000"/>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GB" sz="1400" b="1" kern="1200" noProof="0">
                <a:solidFill>
                  <a:schemeClr val="accent1"/>
                </a:solidFill>
                <a:latin typeface="+mn-lt"/>
                <a:ea typeface="+mn-ea"/>
                <a:cs typeface="+mn-cs"/>
              </a:rPr>
              <a:t>Non-inclusion of sub-identity logos</a:t>
            </a:r>
          </a:p>
          <a:p>
            <a:pPr marL="0" marR="0" lvl="0" indent="0" algn="l" defTabSz="914400" rtl="0" eaLnBrk="1" fontAlgn="auto" latinLnBrk="0" hangingPunct="1">
              <a:lnSpc>
                <a:spcPct val="100000"/>
              </a:lnSpc>
              <a:spcBef>
                <a:spcPts val="1200"/>
              </a:spcBef>
              <a:spcAft>
                <a:spcPts val="0"/>
              </a:spcAft>
              <a:buClrTx/>
              <a:buSzTx/>
              <a:buFontTx/>
              <a:buNone/>
              <a:tabLst/>
              <a:defRPr/>
            </a:pPr>
            <a:r>
              <a:rPr lang="en-GB" sz="1200" b="0">
                <a:solidFill>
                  <a:schemeClr val="tx2"/>
                </a:solidFill>
              </a:rPr>
              <a:t>The new Volkswagen Group Corporate Design has been crafted to provide a more unified and simplified approach in presenting information. We must avoid cluttering the layout with decorative assets that do not align with the brand’s look and feel as well as </a:t>
            </a:r>
            <a:r>
              <a:rPr lang="en-GB" sz="1200" b="0" err="1">
                <a:solidFill>
                  <a:schemeClr val="tx2"/>
                </a:solidFill>
              </a:rPr>
              <a:t>as</a:t>
            </a:r>
            <a:r>
              <a:rPr lang="en-GB" sz="1200" b="0">
                <a:solidFill>
                  <a:schemeClr val="tx2"/>
                </a:solidFill>
              </a:rPr>
              <a:t> any non-essential content elements.</a:t>
            </a:r>
          </a:p>
          <a:p>
            <a:pPr>
              <a:spcBef>
                <a:spcPts val="1200"/>
              </a:spcBef>
              <a:spcAft>
                <a:spcPts val="0"/>
              </a:spcAft>
            </a:pPr>
            <a:r>
              <a:rPr lang="en-GB" sz="1200" b="0">
                <a:solidFill>
                  <a:schemeClr val="tx2"/>
                </a:solidFill>
              </a:rPr>
              <a:t>In addition, Volkswagen Group would like to steer away from organisational silos by discontinuing the previous practice of including extra logos for units, departments, projects or initiatives across the slides. This information can instead be included in the footer section.</a:t>
            </a:r>
            <a:endParaRPr lang="de-DE" sz="1200">
              <a:solidFill>
                <a:schemeClr val="tx2"/>
              </a:solidFill>
            </a:endParaRPr>
          </a:p>
        </p:txBody>
      </p:sp>
      <p:sp>
        <p:nvSpPr>
          <p:cNvPr id="48" name="Text Placeholder 4">
            <a:extLst>
              <a:ext uri="{FF2B5EF4-FFF2-40B4-BE49-F238E27FC236}">
                <a16:creationId xmlns:a16="http://schemas.microsoft.com/office/drawing/2014/main" id="{613A8621-78C8-CE0C-65C9-B3A06903F565}"/>
              </a:ext>
            </a:extLst>
          </p:cNvPr>
          <p:cNvSpPr txBox="1">
            <a:spLocks/>
          </p:cNvSpPr>
          <p:nvPr userDrawn="1"/>
        </p:nvSpPr>
        <p:spPr bwMode="auto">
          <a:xfrm>
            <a:off x="4079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Sub-identity logos, status markers and confidentiality classification</a:t>
            </a:r>
          </a:p>
        </p:txBody>
      </p:sp>
    </p:spTree>
    <p:extLst>
      <p:ext uri="{BB962C8B-B14F-4D97-AF65-F5344CB8AC3E}">
        <p14:creationId xmlns:p14="http://schemas.microsoft.com/office/powerpoint/2010/main" val="19339330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uide: Footer">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690108AE-776C-5C18-5DD5-AB52CCD1278A}"/>
              </a:ext>
            </a:extLst>
          </p:cNvPr>
          <p:cNvPicPr>
            <a:picLocks noChangeAspect="1"/>
          </p:cNvPicPr>
          <p:nvPr userDrawn="1"/>
        </p:nvPicPr>
        <p:blipFill rotWithShape="1">
          <a:blip r:embed="rId2"/>
          <a:srcRect b="63951"/>
          <a:stretch/>
        </p:blipFill>
        <p:spPr>
          <a:xfrm>
            <a:off x="7239130" y="4613350"/>
            <a:ext cx="2814023" cy="1024957"/>
          </a:xfrm>
          <a:prstGeom prst="rect">
            <a:avLst/>
          </a:prstGeom>
        </p:spPr>
      </p:pic>
      <p:sp>
        <p:nvSpPr>
          <p:cNvPr id="3" name="Date Placeholder 2">
            <a:extLst>
              <a:ext uri="{FF2B5EF4-FFF2-40B4-BE49-F238E27FC236}">
                <a16:creationId xmlns:a16="http://schemas.microsoft.com/office/drawing/2014/main" id="{F6CFE904-CE5A-6FD6-1226-B5017C90E20A}"/>
              </a:ext>
            </a:extLst>
          </p:cNvPr>
          <p:cNvSpPr>
            <a:spLocks noGrp="1"/>
          </p:cNvSpPr>
          <p:nvPr>
            <p:ph type="dt" sz="half" idx="10"/>
          </p:nvPr>
        </p:nvSpPr>
        <p:spPr/>
        <p:txBody>
          <a:bodyPr/>
          <a:lstStyle/>
          <a:p>
            <a:r>
              <a:rPr lang="de-DE"/>
              <a:t>01.11.2023</a:t>
            </a:r>
            <a:endParaRPr lang="en-GB"/>
          </a:p>
        </p:txBody>
      </p:sp>
      <p:sp>
        <p:nvSpPr>
          <p:cNvPr id="4" name="Footer Placeholder 3">
            <a:extLst>
              <a:ext uri="{FF2B5EF4-FFF2-40B4-BE49-F238E27FC236}">
                <a16:creationId xmlns:a16="http://schemas.microsoft.com/office/drawing/2014/main" id="{77D235EE-620B-C671-B0E2-995C33EE4664}"/>
              </a:ext>
            </a:extLst>
          </p:cNvPr>
          <p:cNvSpPr>
            <a:spLocks noGrp="1"/>
          </p:cNvSpPr>
          <p:nvPr>
            <p:ph type="ftr" sz="quarter" idx="11"/>
          </p:nvPr>
        </p:nvSpPr>
        <p:spPr/>
        <p:txBody>
          <a:bodyPr/>
          <a:lstStyle/>
          <a:p>
            <a:r>
              <a:rPr lang="en-GB"/>
              <a:t>Department K-OE  |  Presentation title  |  CSD-class</a:t>
            </a:r>
          </a:p>
        </p:txBody>
      </p:sp>
      <p:sp>
        <p:nvSpPr>
          <p:cNvPr id="5" name="Slide Number Placeholder 4">
            <a:extLst>
              <a:ext uri="{FF2B5EF4-FFF2-40B4-BE49-F238E27FC236}">
                <a16:creationId xmlns:a16="http://schemas.microsoft.com/office/drawing/2014/main" id="{117BC68A-259F-5FCC-1B26-7B7FED41B425}"/>
              </a:ext>
            </a:extLst>
          </p:cNvPr>
          <p:cNvSpPr>
            <a:spLocks noGrp="1"/>
          </p:cNvSpPr>
          <p:nvPr>
            <p:ph type="sldNum" sz="quarter" idx="12"/>
          </p:nvPr>
        </p:nvSpPr>
        <p:spPr/>
        <p:txBody>
          <a:bodyPr/>
          <a:lstStyle/>
          <a:p>
            <a:fld id="{53C98C43-8B83-4748-BA0D-B0C90A16569F}" type="slidenum">
              <a:rPr lang="en-GB" smtClean="0"/>
              <a:pPr/>
              <a:t>‹#›</a:t>
            </a:fld>
            <a:endParaRPr lang="en-GB"/>
          </a:p>
        </p:txBody>
      </p:sp>
      <p:sp>
        <p:nvSpPr>
          <p:cNvPr id="2" name="Title 4">
            <a:extLst>
              <a:ext uri="{FF2B5EF4-FFF2-40B4-BE49-F238E27FC236}">
                <a16:creationId xmlns:a16="http://schemas.microsoft.com/office/drawing/2014/main" id="{C982178B-37B0-DE56-9FE1-97D0455F2C98}"/>
              </a:ext>
            </a:extLst>
          </p:cNvPr>
          <p:cNvSpPr txBox="1">
            <a:spLocks/>
          </p:cNvSpPr>
          <p:nvPr userDrawn="1"/>
        </p:nvSpPr>
        <p:spPr bwMode="auto">
          <a:xfrm>
            <a:off x="407987" y="621792"/>
            <a:ext cx="11376021" cy="387798"/>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2800" kern="1200">
                <a:solidFill>
                  <a:schemeClr val="tx2"/>
                </a:solidFill>
                <a:latin typeface="+mj-lt"/>
                <a:ea typeface="+mj-ea"/>
                <a:cs typeface="+mj-cs"/>
              </a:defRPr>
            </a:lvl1pPr>
          </a:lstStyle>
          <a:p>
            <a:r>
              <a:rPr lang="en-GB">
                <a:solidFill>
                  <a:srgbClr val="002733"/>
                </a:solidFill>
              </a:rPr>
              <a:t>Footer</a:t>
            </a:r>
          </a:p>
        </p:txBody>
      </p:sp>
      <p:sp>
        <p:nvSpPr>
          <p:cNvPr id="14" name="Textplatzhalter 1">
            <a:extLst>
              <a:ext uri="{FF2B5EF4-FFF2-40B4-BE49-F238E27FC236}">
                <a16:creationId xmlns:a16="http://schemas.microsoft.com/office/drawing/2014/main" id="{9ED394AD-EAFB-51E9-0ED1-26AD5E881165}"/>
              </a:ext>
            </a:extLst>
          </p:cNvPr>
          <p:cNvSpPr txBox="1">
            <a:spLocks/>
          </p:cNvSpPr>
          <p:nvPr userDrawn="1"/>
        </p:nvSpPr>
        <p:spPr bwMode="auto">
          <a:xfrm>
            <a:off x="4138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Insert &gt; Header &amp; Footer (</a:t>
            </a:r>
            <a:r>
              <a:rPr lang="en-GB" err="1"/>
              <a:t>Einfügen</a:t>
            </a:r>
            <a:r>
              <a:rPr lang="en-GB"/>
              <a:t> &gt;  Kopf- und </a:t>
            </a:r>
            <a:r>
              <a:rPr lang="en-GB" err="1"/>
              <a:t>Fußzeile</a:t>
            </a:r>
            <a:r>
              <a:rPr lang="en-GB"/>
              <a:t>)</a:t>
            </a:r>
          </a:p>
        </p:txBody>
      </p:sp>
      <p:grpSp>
        <p:nvGrpSpPr>
          <p:cNvPr id="17" name="Group 16">
            <a:extLst>
              <a:ext uri="{FF2B5EF4-FFF2-40B4-BE49-F238E27FC236}">
                <a16:creationId xmlns:a16="http://schemas.microsoft.com/office/drawing/2014/main" id="{BA503552-1785-CA27-26CC-0F4B7539346D}"/>
              </a:ext>
            </a:extLst>
          </p:cNvPr>
          <p:cNvGrpSpPr/>
          <p:nvPr userDrawn="1"/>
        </p:nvGrpSpPr>
        <p:grpSpPr>
          <a:xfrm>
            <a:off x="2208859" y="1056085"/>
            <a:ext cx="7866579" cy="4848329"/>
            <a:chOff x="2327238" y="1311961"/>
            <a:chExt cx="7866579" cy="4848329"/>
          </a:xfrm>
        </p:grpSpPr>
        <p:grpSp>
          <p:nvGrpSpPr>
            <p:cNvPr id="18" name="Group 17">
              <a:extLst>
                <a:ext uri="{FF2B5EF4-FFF2-40B4-BE49-F238E27FC236}">
                  <a16:creationId xmlns:a16="http://schemas.microsoft.com/office/drawing/2014/main" id="{07C368FB-20C2-A202-5BE6-0FFE1BA7658E}"/>
                </a:ext>
              </a:extLst>
            </p:cNvPr>
            <p:cNvGrpSpPr/>
            <p:nvPr/>
          </p:nvGrpSpPr>
          <p:grpSpPr>
            <a:xfrm>
              <a:off x="2327238" y="2507955"/>
              <a:ext cx="6246608" cy="492380"/>
              <a:chOff x="3246919" y="3371759"/>
              <a:chExt cx="5535706" cy="436344"/>
            </a:xfrm>
          </p:grpSpPr>
          <p:pic>
            <p:nvPicPr>
              <p:cNvPr id="25" name="Picture 24">
                <a:extLst>
                  <a:ext uri="{FF2B5EF4-FFF2-40B4-BE49-F238E27FC236}">
                    <a16:creationId xmlns:a16="http://schemas.microsoft.com/office/drawing/2014/main" id="{DD26EC80-8A14-176C-AE65-17F41EB08F95}"/>
                  </a:ext>
                </a:extLst>
              </p:cNvPr>
              <p:cNvPicPr>
                <a:picLocks noChangeAspect="1"/>
              </p:cNvPicPr>
              <p:nvPr/>
            </p:nvPicPr>
            <p:blipFill>
              <a:blip r:embed="rId3"/>
              <a:stretch>
                <a:fillRect/>
              </a:stretch>
            </p:blipFill>
            <p:spPr>
              <a:xfrm>
                <a:off x="3246919" y="3371759"/>
                <a:ext cx="5535706" cy="436344"/>
              </a:xfrm>
              <a:prstGeom prst="rect">
                <a:avLst/>
              </a:prstGeom>
              <a:ln>
                <a:solidFill>
                  <a:schemeClr val="accent5"/>
                </a:solidFill>
              </a:ln>
            </p:spPr>
          </p:pic>
          <p:sp>
            <p:nvSpPr>
              <p:cNvPr id="26" name="Rectangle 25">
                <a:extLst>
                  <a:ext uri="{FF2B5EF4-FFF2-40B4-BE49-F238E27FC236}">
                    <a16:creationId xmlns:a16="http://schemas.microsoft.com/office/drawing/2014/main" id="{7B55E587-4F1F-DD6C-C993-92E8D5A1714C}"/>
                  </a:ext>
                </a:extLst>
              </p:cNvPr>
              <p:cNvSpPr/>
              <p:nvPr/>
            </p:nvSpPr>
            <p:spPr>
              <a:xfrm>
                <a:off x="7235725" y="3439323"/>
                <a:ext cx="940088"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7" name="Rectangle 26">
                <a:extLst>
                  <a:ext uri="{FF2B5EF4-FFF2-40B4-BE49-F238E27FC236}">
                    <a16:creationId xmlns:a16="http://schemas.microsoft.com/office/drawing/2014/main" id="{621CCF81-2836-EDAA-8EF0-693A08C8A0CF}"/>
                  </a:ext>
                </a:extLst>
              </p:cNvPr>
              <p:cNvSpPr/>
              <p:nvPr/>
            </p:nvSpPr>
            <p:spPr>
              <a:xfrm>
                <a:off x="8334711" y="3439323"/>
                <a:ext cx="360000"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sp>
            <p:nvSpPr>
              <p:cNvPr id="28" name="Rectangle 27">
                <a:extLst>
                  <a:ext uri="{FF2B5EF4-FFF2-40B4-BE49-F238E27FC236}">
                    <a16:creationId xmlns:a16="http://schemas.microsoft.com/office/drawing/2014/main" id="{320348BB-92E8-5BC5-1442-549D3AED15B9}"/>
                  </a:ext>
                </a:extLst>
              </p:cNvPr>
              <p:cNvSpPr/>
              <p:nvPr/>
            </p:nvSpPr>
            <p:spPr>
              <a:xfrm>
                <a:off x="3307431" y="3439323"/>
                <a:ext cx="3560781" cy="301216"/>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err="1"/>
              </a:p>
            </p:txBody>
          </p:sp>
        </p:grpSp>
        <p:sp>
          <p:nvSpPr>
            <p:cNvPr id="19" name="TextBox 18">
              <a:extLst>
                <a:ext uri="{FF2B5EF4-FFF2-40B4-BE49-F238E27FC236}">
                  <a16:creationId xmlns:a16="http://schemas.microsoft.com/office/drawing/2014/main" id="{9ECA9FDC-D17A-0456-C7B3-766667BC85A3}"/>
                </a:ext>
              </a:extLst>
            </p:cNvPr>
            <p:cNvSpPr txBox="1"/>
            <p:nvPr/>
          </p:nvSpPr>
          <p:spPr>
            <a:xfrm>
              <a:off x="8068410" y="1311961"/>
              <a:ext cx="2060879" cy="861774"/>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page number </a:t>
              </a:r>
              <a:r>
                <a:rPr lang="en-GB" sz="1400"/>
                <a:t>is counted automatically and does not need to be adapted.</a:t>
              </a:r>
            </a:p>
          </p:txBody>
        </p:sp>
        <p:sp>
          <p:nvSpPr>
            <p:cNvPr id="20" name="TextBox 19">
              <a:extLst>
                <a:ext uri="{FF2B5EF4-FFF2-40B4-BE49-F238E27FC236}">
                  <a16:creationId xmlns:a16="http://schemas.microsoft.com/office/drawing/2014/main" id="{4B9D3E18-24D8-5E30-37FD-5F36F7301B6C}"/>
                </a:ext>
              </a:extLst>
            </p:cNvPr>
            <p:cNvSpPr txBox="1"/>
            <p:nvPr/>
          </p:nvSpPr>
          <p:spPr>
            <a:xfrm>
              <a:off x="7379790" y="3359523"/>
              <a:ext cx="2814027" cy="1077218"/>
            </a:xfrm>
            <a:prstGeom prst="rect">
              <a:avLst/>
            </a:prstGeom>
            <a:noFill/>
          </p:spPr>
          <p:txBody>
            <a:bodyPr wrap="square" lIns="0" tIns="0" rIns="0" bIns="0" rtlCol="0">
              <a:spAutoFit/>
            </a:bodyPr>
            <a:lstStyle/>
            <a:p>
              <a:r>
                <a:rPr lang="en-GB" sz="1400" b="1" kern="1200">
                  <a:solidFill>
                    <a:srgbClr val="002733"/>
                  </a:solidFill>
                  <a:latin typeface="+mn-lt"/>
                  <a:ea typeface="+mn-ea"/>
                  <a:cs typeface="+mn-cs"/>
                </a:rPr>
                <a:t>The static date </a:t>
              </a:r>
              <a:r>
                <a:rPr lang="en-GB" sz="1400"/>
                <a:t>has to be adapted manually. You can change it into a dynamic one through </a:t>
              </a:r>
              <a:br>
                <a:rPr lang="en-GB" sz="1400"/>
              </a:br>
              <a:r>
                <a:rPr lang="en-GB" sz="1400" b="1"/>
                <a:t>Insert &gt; Header &amp; Footer </a:t>
              </a:r>
              <a:br>
                <a:rPr lang="en-GB" sz="1400" b="1"/>
              </a:br>
              <a:r>
                <a:rPr lang="en-GB" sz="1400" b="1"/>
                <a:t>(</a:t>
              </a:r>
              <a:r>
                <a:rPr lang="en-GB" sz="1400" b="1" err="1"/>
                <a:t>Einfügen</a:t>
              </a:r>
              <a:r>
                <a:rPr lang="en-GB" sz="1400" b="1"/>
                <a:t> &gt;  Kopf- und </a:t>
              </a:r>
              <a:r>
                <a:rPr lang="en-GB" sz="1400" b="1" err="1"/>
                <a:t>Fußzeile</a:t>
              </a:r>
              <a:r>
                <a:rPr lang="en-GB" sz="1400" b="1"/>
                <a:t>)</a:t>
              </a:r>
              <a:r>
                <a:rPr lang="en-GB" sz="1400"/>
                <a:t>.</a:t>
              </a:r>
            </a:p>
          </p:txBody>
        </p:sp>
        <p:cxnSp>
          <p:nvCxnSpPr>
            <p:cNvPr id="21" name="Straight Connector 20">
              <a:extLst>
                <a:ext uri="{FF2B5EF4-FFF2-40B4-BE49-F238E27FC236}">
                  <a16:creationId xmlns:a16="http://schemas.microsoft.com/office/drawing/2014/main" id="{5003359C-D567-C583-AA93-AD56CDB77965}"/>
                </a:ext>
              </a:extLst>
            </p:cNvPr>
            <p:cNvCxnSpPr>
              <a:cxnSpLocks/>
            </p:cNvCxnSpPr>
            <p:nvPr/>
          </p:nvCxnSpPr>
          <p:spPr>
            <a:xfrm flipV="1">
              <a:off x="7379790"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328A4559-E21D-396E-0467-012E45204620}"/>
                </a:ext>
              </a:extLst>
            </p:cNvPr>
            <p:cNvCxnSpPr>
              <a:cxnSpLocks/>
            </p:cNvCxnSpPr>
            <p:nvPr/>
          </p:nvCxnSpPr>
          <p:spPr>
            <a:xfrm flipV="1">
              <a:off x="2524613" y="2924095"/>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9D2BDD9D-D25C-24DE-3192-77B6B76DD1A5}"/>
                </a:ext>
              </a:extLst>
            </p:cNvPr>
            <p:cNvSpPr txBox="1"/>
            <p:nvPr/>
          </p:nvSpPr>
          <p:spPr>
            <a:xfrm>
              <a:off x="2395521" y="3359523"/>
              <a:ext cx="4241989" cy="2800767"/>
            </a:xfrm>
            <a:prstGeom prst="rect">
              <a:avLst/>
            </a:prstGeom>
            <a:noFill/>
          </p:spPr>
          <p:txBody>
            <a:bodyPr wrap="square" lIns="0" tIns="0" rIns="0" bIns="0" rtlCol="0">
              <a:spAutoFit/>
            </a:bodyPr>
            <a:lstStyle/>
            <a:p>
              <a:r>
                <a:rPr lang="en-GB" sz="1400"/>
                <a:t>The footer consists of three elements, which are right-aligned. At the bottom right you will find the information regarding organisational unit and CSD-class, next to the date and the page number in the right corner. </a:t>
              </a:r>
            </a:p>
            <a:p>
              <a:endParaRPr lang="en-GB" sz="1400"/>
            </a:p>
            <a:p>
              <a:r>
                <a:rPr lang="en-GB" sz="1400"/>
                <a:t>The information given in the footer can be adjusted through </a:t>
              </a:r>
              <a:r>
                <a:rPr lang="en-GB" sz="1400" b="1">
                  <a:solidFill>
                    <a:srgbClr val="002733"/>
                  </a:solidFill>
                </a:rPr>
                <a:t>Insert &gt; Header &amp; Footer (</a:t>
              </a:r>
              <a:r>
                <a:rPr lang="en-GB" sz="1400" b="1" err="1">
                  <a:solidFill>
                    <a:srgbClr val="002733"/>
                  </a:solidFill>
                </a:rPr>
                <a:t>Einfügen</a:t>
              </a:r>
              <a:r>
                <a:rPr lang="en-GB" sz="1400" b="1">
                  <a:solidFill>
                    <a:srgbClr val="002733"/>
                  </a:solidFill>
                </a:rPr>
                <a:t> &gt;  </a:t>
              </a:r>
              <a:br>
                <a:rPr lang="en-GB" sz="1400" b="1">
                  <a:solidFill>
                    <a:srgbClr val="002733"/>
                  </a:solidFill>
                </a:rPr>
              </a:br>
              <a:r>
                <a:rPr lang="en-GB" sz="1400" b="1">
                  <a:solidFill>
                    <a:srgbClr val="002733"/>
                  </a:solidFill>
                </a:rPr>
                <a:t>Kopf- und </a:t>
              </a:r>
              <a:r>
                <a:rPr lang="en-GB" sz="1400" b="1" err="1">
                  <a:solidFill>
                    <a:srgbClr val="002733"/>
                  </a:solidFill>
                </a:rPr>
                <a:t>Fußzeile</a:t>
              </a:r>
              <a:r>
                <a:rPr lang="en-GB" sz="1400" b="1">
                  <a:solidFill>
                    <a:srgbClr val="002733"/>
                  </a:solidFill>
                </a:rPr>
                <a:t>)</a:t>
              </a:r>
              <a:r>
                <a:rPr lang="en-GB" sz="1400" b="0">
                  <a:solidFill>
                    <a:srgbClr val="002733"/>
                  </a:solidFill>
                </a:rPr>
                <a:t>.</a:t>
              </a:r>
            </a:p>
            <a:p>
              <a:endParaRPr lang="en-GB" sz="1400"/>
            </a:p>
            <a:p>
              <a:r>
                <a:rPr lang="en-GB" sz="1400"/>
                <a:t>HINT: Information about CSD-class (safekeeping period) can be found in the Volkswagen Net (Intranet). Just write “</a:t>
              </a:r>
              <a:r>
                <a:rPr lang="en-GB" sz="1400" err="1"/>
                <a:t>ksu</a:t>
              </a:r>
              <a:r>
                <a:rPr lang="en-GB" sz="1400"/>
                <a:t>” into the browser bar.</a:t>
              </a:r>
            </a:p>
          </p:txBody>
        </p:sp>
        <p:cxnSp>
          <p:nvCxnSpPr>
            <p:cNvPr id="24" name="Straight Connector 23">
              <a:extLst>
                <a:ext uri="{FF2B5EF4-FFF2-40B4-BE49-F238E27FC236}">
                  <a16:creationId xmlns:a16="http://schemas.microsoft.com/office/drawing/2014/main" id="{0A27B573-98B1-5DA8-4724-01B55B397422}"/>
                </a:ext>
              </a:extLst>
            </p:cNvPr>
            <p:cNvCxnSpPr>
              <a:cxnSpLocks/>
            </p:cNvCxnSpPr>
            <p:nvPr/>
          </p:nvCxnSpPr>
          <p:spPr>
            <a:xfrm flipV="1">
              <a:off x="8271526" y="2203521"/>
              <a:ext cx="0" cy="380675"/>
            </a:xfrm>
            <a:prstGeom prst="line">
              <a:avLst/>
            </a:prstGeom>
            <a:noFill/>
            <a:ln w="9525">
              <a:solidFill>
                <a:schemeClr val="accent2"/>
              </a:solidFill>
              <a:headEnd type="none" w="med" len="sm"/>
              <a:tailEnd type="none" w="med" len="sm"/>
            </a:ln>
          </p:spPr>
          <p:style>
            <a:lnRef idx="2">
              <a:schemeClr val="accent1">
                <a:shade val="15000"/>
              </a:schemeClr>
            </a:lnRef>
            <a:fillRef idx="1">
              <a:schemeClr val="accent1"/>
            </a:fillRef>
            <a:effectRef idx="0">
              <a:schemeClr val="accent1"/>
            </a:effectRef>
            <a:fontRef idx="minor">
              <a:schemeClr val="lt1"/>
            </a:fontRef>
          </p:style>
        </p:cxnSp>
      </p:grpSp>
      <p:cxnSp>
        <p:nvCxnSpPr>
          <p:cNvPr id="29" name="Elbow Connector 28">
            <a:extLst>
              <a:ext uri="{FF2B5EF4-FFF2-40B4-BE49-F238E27FC236}">
                <a16:creationId xmlns:a16="http://schemas.microsoft.com/office/drawing/2014/main" id="{3B235A54-069D-F51F-3F1F-3716359D5A75}"/>
              </a:ext>
            </a:extLst>
          </p:cNvPr>
          <p:cNvCxnSpPr>
            <a:cxnSpLocks/>
            <a:stCxn id="25" idx="3"/>
          </p:cNvCxnSpPr>
          <p:nvPr userDrawn="1"/>
        </p:nvCxnSpPr>
        <p:spPr>
          <a:xfrm>
            <a:off x="8455467" y="2498269"/>
            <a:ext cx="2060885" cy="3958975"/>
          </a:xfrm>
          <a:prstGeom prst="bentConnector2">
            <a:avLst/>
          </a:prstGeom>
          <a:ln w="9525">
            <a:solidFill>
              <a:schemeClr val="accent5"/>
            </a:solidFill>
            <a:tailEnd type="arrow" w="med" len="sm"/>
          </a:ln>
        </p:spPr>
        <p:style>
          <a:lnRef idx="2">
            <a:schemeClr val="accent1">
              <a:shade val="15000"/>
            </a:schemeClr>
          </a:lnRef>
          <a:fillRef idx="1">
            <a:schemeClr val="accent1"/>
          </a:fillRef>
          <a:effectRef idx="0">
            <a:schemeClr val="accent1"/>
          </a:effectRef>
          <a:fontRef idx="minor">
            <a:schemeClr val="lt1"/>
          </a:fontRef>
        </p:style>
      </p:cxnSp>
      <p:pic>
        <p:nvPicPr>
          <p:cNvPr id="31" name="Picture 30">
            <a:extLst>
              <a:ext uri="{FF2B5EF4-FFF2-40B4-BE49-F238E27FC236}">
                <a16:creationId xmlns:a16="http://schemas.microsoft.com/office/drawing/2014/main" id="{D277A782-D3C6-07CA-A203-0FA864C8FE4B}"/>
              </a:ext>
            </a:extLst>
          </p:cNvPr>
          <p:cNvPicPr>
            <a:picLocks noChangeAspect="1"/>
          </p:cNvPicPr>
          <p:nvPr userDrawn="1"/>
        </p:nvPicPr>
        <p:blipFill>
          <a:blip r:embed="rId4"/>
          <a:stretch>
            <a:fillRect/>
          </a:stretch>
        </p:blipFill>
        <p:spPr>
          <a:xfrm>
            <a:off x="7239129" y="4393363"/>
            <a:ext cx="2814017" cy="295241"/>
          </a:xfrm>
          <a:prstGeom prst="rect">
            <a:avLst/>
          </a:prstGeom>
        </p:spPr>
      </p:pic>
    </p:spTree>
    <p:extLst>
      <p:ext uri="{BB962C8B-B14F-4D97-AF65-F5344CB8AC3E}">
        <p14:creationId xmlns:p14="http://schemas.microsoft.com/office/powerpoint/2010/main" val="9492325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Guide: File Size Management">
    <p:bg bwMode="gray">
      <p:bgRef idx="1001">
        <a:schemeClr val="bg2"/>
      </p:bgRef>
    </p:bg>
    <p:spTree>
      <p:nvGrpSpPr>
        <p:cNvPr id="1" name=""/>
        <p:cNvGrpSpPr/>
        <p:nvPr/>
      </p:nvGrpSpPr>
      <p:grpSpPr>
        <a:xfrm>
          <a:off x="0" y="0"/>
          <a:ext cx="0" cy="0"/>
          <a:chOff x="0" y="0"/>
          <a:chExt cx="0" cy="0"/>
        </a:xfrm>
      </p:grpSpPr>
      <p:sp>
        <p:nvSpPr>
          <p:cNvPr id="6" name="Title ">
            <a:extLst>
              <a:ext uri="{FF2B5EF4-FFF2-40B4-BE49-F238E27FC236}">
                <a16:creationId xmlns:a16="http://schemas.microsoft.com/office/drawing/2014/main" id="{A587EB5B-8521-46EA-65CA-517910869145}"/>
              </a:ext>
            </a:extLst>
          </p:cNvPr>
          <p:cNvSpPr txBox="1">
            <a:spLocks/>
          </p:cNvSpPr>
          <p:nvPr userDrawn="1"/>
        </p:nvSpPr>
        <p:spPr>
          <a:xfrm>
            <a:off x="407984" y="623885"/>
            <a:ext cx="11376024" cy="431800"/>
          </a:xfrm>
          <a:prstGeom prst="rect">
            <a:avLst/>
          </a:prstGeom>
        </p:spPr>
        <p:txBody>
          <a:bodyPr vert="horz" lIns="0" tIns="0" rIns="0" bIns="0" rtlCol="0" anchor="t">
            <a:noAutofit/>
          </a:bodyPr>
          <a:lstStyle>
            <a:lvl1pPr algn="l" defTabSz="432000" rtl="0" eaLnBrk="1" latinLnBrk="0" hangingPunct="1">
              <a:lnSpc>
                <a:spcPct val="90000"/>
              </a:lnSpc>
              <a:spcBef>
                <a:spcPct val="0"/>
              </a:spcBef>
              <a:buNone/>
              <a:defRPr sz="2800" kern="1200">
                <a:solidFill>
                  <a:schemeClr val="tx2"/>
                </a:solidFill>
                <a:latin typeface="+mj-lt"/>
                <a:ea typeface="+mj-ea"/>
                <a:cs typeface="+mj-cs"/>
              </a:defRPr>
            </a:lvl1pPr>
          </a:lstStyle>
          <a:p>
            <a:r>
              <a:rPr lang="en-GB" noProof="0">
                <a:solidFill>
                  <a:schemeClr val="tx2"/>
                </a:solidFill>
              </a:rPr>
              <a:t>File size management</a:t>
            </a:r>
          </a:p>
        </p:txBody>
      </p:sp>
      <p:sp>
        <p:nvSpPr>
          <p:cNvPr id="3" name="Datumsplatzhalter 2">
            <a:extLst>
              <a:ext uri="{FF2B5EF4-FFF2-40B4-BE49-F238E27FC236}">
                <a16:creationId xmlns:a16="http://schemas.microsoft.com/office/drawing/2014/main" id="{1425F633-74B1-966B-09BF-401AAD86B6C4}"/>
              </a:ext>
            </a:extLst>
          </p:cNvPr>
          <p:cNvSpPr>
            <a:spLocks noGrp="1"/>
          </p:cNvSpPr>
          <p:nvPr>
            <p:ph type="dt" sz="half" idx="10"/>
          </p:nvPr>
        </p:nvSpPr>
        <p:spPr bwMode="auto"/>
        <p:txBody>
          <a:bodyPr/>
          <a:lstStyle/>
          <a:p>
            <a:r>
              <a:rPr lang="de-DE" noProof="0"/>
              <a:t>01.11.2023</a:t>
            </a:r>
            <a:endParaRPr lang="en-US" noProof="0"/>
          </a:p>
        </p:txBody>
      </p:sp>
      <p:sp>
        <p:nvSpPr>
          <p:cNvPr id="4" name="Fußzeilenplatzhalter 3">
            <a:extLst>
              <a:ext uri="{FF2B5EF4-FFF2-40B4-BE49-F238E27FC236}">
                <a16:creationId xmlns:a16="http://schemas.microsoft.com/office/drawing/2014/main" id="{5E0C1D7A-B4A9-2164-BBD6-BBAB508404C2}"/>
              </a:ext>
            </a:extLst>
          </p:cNvPr>
          <p:cNvSpPr>
            <a:spLocks noGrp="1"/>
          </p:cNvSpPr>
          <p:nvPr>
            <p:ph type="ftr" sz="quarter" idx="11"/>
          </p:nvPr>
        </p:nvSpPr>
        <p:spPr bwMode="auto"/>
        <p:txBody>
          <a:bodyPr/>
          <a:lstStyle/>
          <a:p>
            <a:r>
              <a:rPr lang="en-US" noProof="0"/>
              <a:t>Department K-OE  |  Presentation title  |  CSD-class</a:t>
            </a:r>
          </a:p>
        </p:txBody>
      </p:sp>
      <p:sp>
        <p:nvSpPr>
          <p:cNvPr id="5" name="Foliennummernplatzhalter 4">
            <a:extLst>
              <a:ext uri="{FF2B5EF4-FFF2-40B4-BE49-F238E27FC236}">
                <a16:creationId xmlns:a16="http://schemas.microsoft.com/office/drawing/2014/main" id="{3B490FCE-2BE3-C232-F8C8-3614C79C9E77}"/>
              </a:ext>
            </a:extLst>
          </p:cNvPr>
          <p:cNvSpPr>
            <a:spLocks noGrp="1"/>
          </p:cNvSpPr>
          <p:nvPr>
            <p:ph type="sldNum" sz="quarter" idx="12"/>
          </p:nvPr>
        </p:nvSpPr>
        <p:spPr bwMode="auto">
          <a:xfrm>
            <a:off x="11424012" y="6579882"/>
            <a:ext cx="360000" cy="125999"/>
          </a:xfrm>
        </p:spPr>
        <p:txBody>
          <a:bodyPr/>
          <a:lstStyle/>
          <a:p>
            <a:fld id="{53C98C43-8B83-4748-BA0D-B0C90A16569F}" type="slidenum">
              <a:rPr lang="en-US" noProof="0" smtClean="0"/>
              <a:pPr/>
              <a:t>‹#›</a:t>
            </a:fld>
            <a:endParaRPr lang="en-US" noProof="0"/>
          </a:p>
        </p:txBody>
      </p:sp>
      <p:sp>
        <p:nvSpPr>
          <p:cNvPr id="48" name="Text Placeholder 4">
            <a:extLst>
              <a:ext uri="{FF2B5EF4-FFF2-40B4-BE49-F238E27FC236}">
                <a16:creationId xmlns:a16="http://schemas.microsoft.com/office/drawing/2014/main" id="{613A8621-78C8-CE0C-65C9-B3A06903F565}"/>
              </a:ext>
            </a:extLst>
          </p:cNvPr>
          <p:cNvSpPr txBox="1">
            <a:spLocks/>
          </p:cNvSpPr>
          <p:nvPr userDrawn="1"/>
        </p:nvSpPr>
        <p:spPr bwMode="auto">
          <a:xfrm>
            <a:off x="407988" y="1056085"/>
            <a:ext cx="11380751" cy="276999"/>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buFontTx/>
              <a:buNone/>
              <a:defRPr sz="1800" b="0" kern="1200">
                <a:solidFill>
                  <a:schemeClr val="accent2"/>
                </a:solidFill>
                <a:latin typeface="+mj-lt"/>
                <a:ea typeface="+mn-ea"/>
                <a:cs typeface="+mn-cs"/>
              </a:defRPr>
            </a:lvl1pPr>
            <a:lvl2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2pPr>
            <a:lvl3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3pPr>
            <a:lvl4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4pPr>
            <a:lvl5pPr marL="0" indent="0" algn="l" defTabSz="914400" rtl="0" eaLnBrk="1" latinLnBrk="0" hangingPunct="1">
              <a:lnSpc>
                <a:spcPct val="100000"/>
              </a:lnSpc>
              <a:spcBef>
                <a:spcPts val="0"/>
              </a:spcBef>
              <a:buFontTx/>
              <a:buNone/>
              <a:defRPr sz="3200" b="0" kern="1200">
                <a:solidFill>
                  <a:schemeClr val="accent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r>
              <a:rPr lang="en-GB"/>
              <a:t>Tips and tricks</a:t>
            </a:r>
          </a:p>
        </p:txBody>
      </p:sp>
      <p:sp>
        <p:nvSpPr>
          <p:cNvPr id="2" name="Content Placeholder 5">
            <a:extLst>
              <a:ext uri="{FF2B5EF4-FFF2-40B4-BE49-F238E27FC236}">
                <a16:creationId xmlns:a16="http://schemas.microsoft.com/office/drawing/2014/main" id="{E3B1B37A-673C-4D98-1284-F89A25193EB5}"/>
              </a:ext>
            </a:extLst>
          </p:cNvPr>
          <p:cNvSpPr txBox="1">
            <a:spLocks/>
          </p:cNvSpPr>
          <p:nvPr userDrawn="1"/>
        </p:nvSpPr>
        <p:spPr bwMode="auto">
          <a:xfrm>
            <a:off x="406400" y="1844675"/>
            <a:ext cx="5689600" cy="4608513"/>
          </a:xfrm>
          <a:prstGeom prst="rect">
            <a:avLst/>
          </a:prstGeom>
        </p:spPr>
        <p:txBody>
          <a:bodyPr vert="horz" lIns="0" tIns="0" rIns="0" bIns="0" rtlCol="0">
            <a:noAutofit/>
          </a:bodyPr>
          <a:lstStyle>
            <a:lvl1pPr marL="0" indent="0" algn="l" defTabSz="914400" rtl="0" eaLnBrk="1" latinLnBrk="0" hangingPunct="1">
              <a:lnSpc>
                <a:spcPct val="100000"/>
              </a:lnSpc>
              <a:spcBef>
                <a:spcPts val="1200"/>
              </a:spcBef>
              <a:buFontTx/>
              <a:buNone/>
              <a:defRPr sz="1400" b="1" kern="1200">
                <a:solidFill>
                  <a:schemeClr val="tx2"/>
                </a:solidFill>
                <a:latin typeface="+mn-lt"/>
                <a:ea typeface="+mn-ea"/>
                <a:cs typeface="+mn-cs"/>
              </a:defRPr>
            </a:lvl1pPr>
            <a:lvl2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2pPr>
            <a:lvl3pPr marL="180000" indent="-180000" algn="l" defTabSz="914400" rtl="0" eaLnBrk="1" latinLnBrk="0" hangingPunct="1">
              <a:lnSpc>
                <a:spcPct val="100000"/>
              </a:lnSpc>
              <a:spcBef>
                <a:spcPts val="600"/>
              </a:spcBef>
              <a:buFont typeface="The Group TEXT" panose="020B0604020202020204" pitchFamily="34" charset="0"/>
              <a:buChar char="•"/>
              <a:defRPr sz="1400" kern="1200">
                <a:solidFill>
                  <a:schemeClr val="tx2"/>
                </a:solidFill>
                <a:latin typeface="+mn-lt"/>
                <a:ea typeface="+mn-ea"/>
                <a:cs typeface="+mn-cs"/>
              </a:defRPr>
            </a:lvl3pPr>
            <a:lvl4pPr marL="432000" indent="-252000" algn="l" defTabSz="914400" rtl="0" eaLnBrk="1" latinLnBrk="0" hangingPunct="1">
              <a:lnSpc>
                <a:spcPct val="100000"/>
              </a:lnSpc>
              <a:spcBef>
                <a:spcPts val="600"/>
              </a:spcBef>
              <a:buFont typeface="Symbol" panose="05050102010706020507" pitchFamily="18" charset="2"/>
              <a:buChar char="-"/>
              <a:defRPr sz="1400" kern="1200">
                <a:solidFill>
                  <a:schemeClr val="tx2"/>
                </a:solidFill>
                <a:latin typeface="+mn-lt"/>
                <a:ea typeface="+mn-ea"/>
                <a:cs typeface="+mn-cs"/>
              </a:defRPr>
            </a:lvl4pPr>
            <a:lvl5pPr marL="180000" indent="0" algn="l" defTabSz="914400" rtl="0" eaLnBrk="1" latinLnBrk="0" hangingPunct="1">
              <a:lnSpc>
                <a:spcPct val="100000"/>
              </a:lnSpc>
              <a:spcBef>
                <a:spcPts val="600"/>
              </a:spcBef>
              <a:buFont typeface="Symbol" panose="05050102010706020507" pitchFamily="18" charset="2"/>
              <a:buNone/>
              <a:defRPr sz="1400" kern="1200">
                <a:solidFill>
                  <a:schemeClr val="tx2"/>
                </a:solidFill>
                <a:latin typeface="+mn-lt"/>
                <a:ea typeface="+mn-ea"/>
                <a:cs typeface="+mn-cs"/>
              </a:defRPr>
            </a:lvl5pPr>
            <a:lvl6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6pPr>
            <a:lvl7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7pPr>
            <a:lvl8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8pPr>
            <a:lvl9pPr marL="432000" indent="-252000" algn="l" defTabSz="914400" rtl="0" eaLnBrk="1" latinLnBrk="0" hangingPunct="1">
              <a:lnSpc>
                <a:spcPct val="100000"/>
              </a:lnSpc>
              <a:spcBef>
                <a:spcPts val="600"/>
              </a:spcBef>
              <a:buFont typeface="Symbol" panose="05050102010706020507" pitchFamily="18" charset="2"/>
              <a:buChar char="-"/>
              <a:defRPr sz="1800" kern="1200">
                <a:solidFill>
                  <a:schemeClr val="tx1"/>
                </a:solidFill>
                <a:latin typeface="+mn-lt"/>
                <a:ea typeface="+mn-ea"/>
                <a:cs typeface="+mn-cs"/>
              </a:defRPr>
            </a:lvl9pPr>
          </a:lstStyle>
          <a:p>
            <a:pPr lvl="1"/>
            <a:r>
              <a:rPr lang="en-GB" dirty="0"/>
              <a:t>This template contains an extensive variety of useful layouts within the Master. To avoid significant increase in size, please note:</a:t>
            </a:r>
          </a:p>
          <a:p>
            <a:pPr lvl="2">
              <a:spcBef>
                <a:spcPts val="1200"/>
              </a:spcBef>
            </a:pPr>
            <a:r>
              <a:rPr lang="en-GB" b="1" dirty="0"/>
              <a:t>Copy/pasting slides from other sources</a:t>
            </a:r>
          </a:p>
          <a:p>
            <a:pPr lvl="3"/>
            <a:r>
              <a:rPr lang="en-GB" dirty="0"/>
              <a:t>When copying slides from external sources, we often see cases where the source’s Master layouts are imported alongside a single slide, causing a significant increase in file size.</a:t>
            </a:r>
          </a:p>
          <a:p>
            <a:pPr lvl="3"/>
            <a:r>
              <a:rPr lang="en-GB" dirty="0"/>
              <a:t>Please always use </a:t>
            </a:r>
            <a:r>
              <a:rPr lang="en-US" b="1" dirty="0"/>
              <a:t>Home &gt; Paste &gt; Use Destination Theme </a:t>
            </a:r>
            <a:br>
              <a:rPr lang="en-US" b="1" dirty="0"/>
            </a:br>
            <a:r>
              <a:rPr lang="en-US" b="1" dirty="0"/>
              <a:t>(Start &gt; </a:t>
            </a:r>
            <a:r>
              <a:rPr lang="en-US" b="1" dirty="0" err="1"/>
              <a:t>Einfügen</a:t>
            </a:r>
            <a:r>
              <a:rPr lang="en-US" b="1" dirty="0"/>
              <a:t> &gt; </a:t>
            </a:r>
            <a:r>
              <a:rPr lang="en-US" b="1" dirty="0" err="1"/>
              <a:t>Zieldesign</a:t>
            </a:r>
            <a:r>
              <a:rPr lang="en-US" b="1" dirty="0"/>
              <a:t> </a:t>
            </a:r>
            <a:r>
              <a:rPr lang="en-US" b="1" dirty="0" err="1"/>
              <a:t>verwenden</a:t>
            </a:r>
            <a:r>
              <a:rPr lang="en-US" b="1" dirty="0"/>
              <a:t>)</a:t>
            </a:r>
            <a:r>
              <a:rPr lang="en-GB" b="1" dirty="0"/>
              <a:t> </a:t>
            </a:r>
            <a:r>
              <a:rPr lang="en-GB" dirty="0"/>
              <a:t>when pasting a </a:t>
            </a:r>
            <a:br>
              <a:rPr lang="en-GB" dirty="0"/>
            </a:br>
            <a:r>
              <a:rPr lang="en-GB" dirty="0"/>
              <a:t>new slide from other templates.</a:t>
            </a:r>
          </a:p>
          <a:p>
            <a:pPr marL="180000" lvl="2" indent="-180000" algn="l" defTabSz="914400" rtl="0" eaLnBrk="1" latinLnBrk="0" hangingPunct="1">
              <a:lnSpc>
                <a:spcPct val="100000"/>
              </a:lnSpc>
              <a:spcBef>
                <a:spcPts val="1200"/>
              </a:spcBef>
              <a:buFont typeface="The Group TEXT" panose="020B0604020202020204" pitchFamily="34" charset="0"/>
              <a:buChar char="•"/>
            </a:pPr>
            <a:r>
              <a:rPr lang="en-GB" sz="1400" b="1" kern="1200" dirty="0">
                <a:solidFill>
                  <a:schemeClr val="tx2"/>
                </a:solidFill>
                <a:latin typeface="+mn-lt"/>
                <a:ea typeface="+mn-ea"/>
                <a:cs typeface="+mn-cs"/>
              </a:rPr>
              <a:t>Picture size</a:t>
            </a:r>
          </a:p>
          <a:p>
            <a:pPr lvl="3"/>
            <a:r>
              <a:rPr lang="en-GB" dirty="0"/>
              <a:t>Reduce picture size by compressing</a:t>
            </a:r>
          </a:p>
          <a:p>
            <a:pPr lvl="3"/>
            <a:r>
              <a:rPr lang="en-GB" dirty="0"/>
              <a:t>Click on picture, then go to </a:t>
            </a:r>
            <a:r>
              <a:rPr lang="en-GB" b="1" dirty="0"/>
              <a:t>Picture Format &gt; Compress Pictures (</a:t>
            </a:r>
            <a:r>
              <a:rPr lang="de-DE" b="1" dirty="0"/>
              <a:t>Bildformat &gt; Bilder komprimieren</a:t>
            </a:r>
            <a:r>
              <a:rPr lang="en-GB" b="1" dirty="0"/>
              <a:t>)</a:t>
            </a:r>
          </a:p>
          <a:p>
            <a:pPr lvl="3"/>
            <a:endParaRPr lang="en-GB" dirty="0"/>
          </a:p>
          <a:p>
            <a:pPr lvl="1"/>
            <a:endParaRPr lang="en-GB" dirty="0"/>
          </a:p>
        </p:txBody>
      </p:sp>
      <p:pic>
        <p:nvPicPr>
          <p:cNvPr id="7" name="Picture 6">
            <a:extLst>
              <a:ext uri="{FF2B5EF4-FFF2-40B4-BE49-F238E27FC236}">
                <a16:creationId xmlns:a16="http://schemas.microsoft.com/office/drawing/2014/main" id="{ACC3BB8D-33F2-DDB6-EBFC-5A58A1897F60}"/>
              </a:ext>
            </a:extLst>
          </p:cNvPr>
          <p:cNvPicPr>
            <a:picLocks noChangeAspect="1"/>
          </p:cNvPicPr>
          <p:nvPr userDrawn="1"/>
        </p:nvPicPr>
        <p:blipFill>
          <a:blip r:embed="rId2"/>
          <a:stretch>
            <a:fillRect/>
          </a:stretch>
        </p:blipFill>
        <p:spPr>
          <a:xfrm>
            <a:off x="6233556" y="2711596"/>
            <a:ext cx="2179839" cy="1314161"/>
          </a:xfrm>
          <a:prstGeom prst="rect">
            <a:avLst/>
          </a:prstGeom>
        </p:spPr>
      </p:pic>
      <p:pic>
        <p:nvPicPr>
          <p:cNvPr id="8" name="Picture 2">
            <a:extLst>
              <a:ext uri="{FF2B5EF4-FFF2-40B4-BE49-F238E27FC236}">
                <a16:creationId xmlns:a16="http://schemas.microsoft.com/office/drawing/2014/main" id="{3F2DE676-CDFA-0210-8CD9-9EDD46C38E9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545176" y="2711596"/>
            <a:ext cx="3238836" cy="1314161"/>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42D4C0C1-BD21-2453-2D8C-0758D8DE7FA0}"/>
              </a:ext>
            </a:extLst>
          </p:cNvPr>
          <p:cNvGrpSpPr/>
          <p:nvPr userDrawn="1"/>
        </p:nvGrpSpPr>
        <p:grpSpPr>
          <a:xfrm>
            <a:off x="830087" y="5293096"/>
            <a:ext cx="7583309" cy="1202956"/>
            <a:chOff x="830087" y="5293096"/>
            <a:chExt cx="7583309" cy="1202956"/>
          </a:xfrm>
        </p:grpSpPr>
        <p:pic>
          <p:nvPicPr>
            <p:cNvPr id="16" name="Grafik 16" descr="Ein Bild, das Text, Screenshot, Schrift, Software enthält.&#10;&#10;Automatisch generierte Beschreibung">
              <a:extLst>
                <a:ext uri="{FF2B5EF4-FFF2-40B4-BE49-F238E27FC236}">
                  <a16:creationId xmlns:a16="http://schemas.microsoft.com/office/drawing/2014/main" id="{183C0AF1-5278-C0EC-9B16-B338CD250419}"/>
                </a:ext>
              </a:extLst>
            </p:cNvPr>
            <p:cNvPicPr>
              <a:picLocks noChangeAspect="1"/>
            </p:cNvPicPr>
            <p:nvPr/>
          </p:nvPicPr>
          <p:blipFill rotWithShape="1">
            <a:blip r:embed="rId4"/>
            <a:srcRect r="19073"/>
            <a:stretch/>
          </p:blipFill>
          <p:spPr>
            <a:xfrm>
              <a:off x="5561356" y="5293096"/>
              <a:ext cx="2852040" cy="1202956"/>
            </a:xfrm>
            <a:prstGeom prst="rect">
              <a:avLst/>
            </a:prstGeom>
          </p:spPr>
        </p:pic>
        <p:pic>
          <p:nvPicPr>
            <p:cNvPr id="17" name="Picture 16">
              <a:extLst>
                <a:ext uri="{FF2B5EF4-FFF2-40B4-BE49-F238E27FC236}">
                  <a16:creationId xmlns:a16="http://schemas.microsoft.com/office/drawing/2014/main" id="{8542AF9B-5C24-CB7D-0283-41A19BC1995A}"/>
                </a:ext>
              </a:extLst>
            </p:cNvPr>
            <p:cNvPicPr>
              <a:picLocks noChangeAspect="1"/>
            </p:cNvPicPr>
            <p:nvPr/>
          </p:nvPicPr>
          <p:blipFill rotWithShape="1">
            <a:blip r:embed="rId5"/>
            <a:srcRect l="10327" r="23774" b="69934"/>
            <a:stretch/>
          </p:blipFill>
          <p:spPr>
            <a:xfrm>
              <a:off x="830087" y="5293096"/>
              <a:ext cx="4689662" cy="1202956"/>
            </a:xfrm>
            <a:prstGeom prst="rect">
              <a:avLst/>
            </a:prstGeom>
          </p:spPr>
        </p:pic>
      </p:grpSp>
    </p:spTree>
    <p:extLst>
      <p:ext uri="{BB962C8B-B14F-4D97-AF65-F5344CB8AC3E}">
        <p14:creationId xmlns:p14="http://schemas.microsoft.com/office/powerpoint/2010/main" val="4408940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theme" Target="../theme/theme1.xml"/><Relationship Id="rId63" Type="http://schemas.openxmlformats.org/officeDocument/2006/relationships/tags" Target="../tags/tag17.xml"/><Relationship Id="rId68" Type="http://schemas.openxmlformats.org/officeDocument/2006/relationships/tags" Target="../tags/tag2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ags" Target="../tags/tag7.xml"/><Relationship Id="rId58" Type="http://schemas.openxmlformats.org/officeDocument/2006/relationships/tags" Target="../tags/tag12.xml"/><Relationship Id="rId66" Type="http://schemas.openxmlformats.org/officeDocument/2006/relationships/tags" Target="../tags/tag20.xml"/><Relationship Id="rId74" Type="http://schemas.openxmlformats.org/officeDocument/2006/relationships/image" Target="../media/image3.svg"/><Relationship Id="rId5" Type="http://schemas.openxmlformats.org/officeDocument/2006/relationships/slideLayout" Target="../slideLayouts/slideLayout5.xml"/><Relationship Id="rId61" Type="http://schemas.openxmlformats.org/officeDocument/2006/relationships/tags" Target="../tags/tag1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56" Type="http://schemas.openxmlformats.org/officeDocument/2006/relationships/tags" Target="../tags/tag10.xml"/><Relationship Id="rId64" Type="http://schemas.openxmlformats.org/officeDocument/2006/relationships/tags" Target="../tags/tag18.xml"/><Relationship Id="rId69" Type="http://schemas.openxmlformats.org/officeDocument/2006/relationships/tags" Target="../tags/tag23.xml"/><Relationship Id="rId8" Type="http://schemas.openxmlformats.org/officeDocument/2006/relationships/slideLayout" Target="../slideLayouts/slideLayout8.xml"/><Relationship Id="rId51" Type="http://schemas.openxmlformats.org/officeDocument/2006/relationships/tags" Target="../tags/tag5.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ags" Target="../tags/tag13.xml"/><Relationship Id="rId67" Type="http://schemas.openxmlformats.org/officeDocument/2006/relationships/tags" Target="../tags/tag2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ags" Target="../tags/tag8.xml"/><Relationship Id="rId62" Type="http://schemas.openxmlformats.org/officeDocument/2006/relationships/tags" Target="../tags/tag16.xml"/><Relationship Id="rId70" Type="http://schemas.openxmlformats.org/officeDocument/2006/relationships/tags" Target="../tags/tag2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3.xml"/><Relationship Id="rId57" Type="http://schemas.openxmlformats.org/officeDocument/2006/relationships/tags" Target="../tags/tag1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6.xml"/><Relationship Id="rId60" Type="http://schemas.openxmlformats.org/officeDocument/2006/relationships/tags" Target="../tags/tag14.xml"/><Relationship Id="rId65" Type="http://schemas.openxmlformats.org/officeDocument/2006/relationships/tags" Target="../tags/tag19.xml"/><Relationship Id="rId73"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tags" Target="../tags/tag4.xml"/><Relationship Id="rId55" Type="http://schemas.openxmlformats.org/officeDocument/2006/relationships/tags" Target="../tags/tag9.xml"/><Relationship Id="rId7" Type="http://schemas.openxmlformats.org/officeDocument/2006/relationships/slideLayout" Target="../slideLayouts/slideLayout7.xml"/><Relationship Id="rId71"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0" name="think-cell data - do not delete" hidden="1">
            <a:extLst>
              <a:ext uri="{FF2B5EF4-FFF2-40B4-BE49-F238E27FC236}">
                <a16:creationId xmlns:a16="http://schemas.microsoft.com/office/drawing/2014/main" id="{1725F483-A086-88C3-0F15-89BCC521529E}"/>
              </a:ext>
            </a:extLst>
          </p:cNvPr>
          <p:cNvGraphicFramePr>
            <a:graphicFrameLocks noChangeAspect="1"/>
          </p:cNvGraphicFramePr>
          <p:nvPr userDrawn="1">
            <p:custDataLst>
              <p:tags r:id="rId48"/>
            </p:custDataLst>
            <p:extLst>
              <p:ext uri="{D42A27DB-BD31-4B8C-83A1-F6EECF244321}">
                <p14:modId xmlns:p14="http://schemas.microsoft.com/office/powerpoint/2010/main" val="1089449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1" imgW="473" imgH="473" progId="TCLayout.ActiveDocument.1">
                  <p:embed/>
                </p:oleObj>
              </mc:Choice>
              <mc:Fallback>
                <p:oleObj name="think-cell Slide" r:id="rId71" imgW="473" imgH="473" progId="TCLayout.ActiveDocument.1">
                  <p:embed/>
                  <p:pic>
                    <p:nvPicPr>
                      <p:cNvPr id="60" name="think-cell data - do not delete" hidden="1">
                        <a:extLst>
                          <a:ext uri="{FF2B5EF4-FFF2-40B4-BE49-F238E27FC236}">
                            <a16:creationId xmlns:a16="http://schemas.microsoft.com/office/drawing/2014/main" id="{1725F483-A086-88C3-0F15-89BCC521529E}"/>
                          </a:ext>
                        </a:extLst>
                      </p:cNvPr>
                      <p:cNvPicPr/>
                      <p:nvPr/>
                    </p:nvPicPr>
                    <p:blipFill>
                      <a:blip r:embed="rId72"/>
                      <a:stretch>
                        <a:fillRect/>
                      </a:stretch>
                    </p:blipFill>
                    <p:spPr>
                      <a:xfrm>
                        <a:off x="1588" y="1588"/>
                        <a:ext cx="1588" cy="1588"/>
                      </a:xfrm>
                      <a:prstGeom prst="rect">
                        <a:avLst/>
                      </a:prstGeom>
                    </p:spPr>
                  </p:pic>
                </p:oleObj>
              </mc:Fallback>
            </mc:AlternateContent>
          </a:graphicData>
        </a:graphic>
      </p:graphicFrame>
      <p:sp>
        <p:nvSpPr>
          <p:cNvPr id="2" name="Title Placeholder ">
            <a:extLst>
              <a:ext uri="{FF2B5EF4-FFF2-40B4-BE49-F238E27FC236}">
                <a16:creationId xmlns:a16="http://schemas.microsoft.com/office/drawing/2014/main" id="{124895F0-3DA2-06FB-67FD-B200DC04A2A9}"/>
              </a:ext>
            </a:extLst>
          </p:cNvPr>
          <p:cNvSpPr>
            <a:spLocks noGrp="1"/>
          </p:cNvSpPr>
          <p:nvPr>
            <p:ph type="title"/>
          </p:nvPr>
        </p:nvSpPr>
        <p:spPr>
          <a:xfrm>
            <a:off x="407988" y="623885"/>
            <a:ext cx="11376024" cy="431800"/>
          </a:xfrm>
          <a:prstGeom prst="rect">
            <a:avLst/>
          </a:prstGeom>
        </p:spPr>
        <p:txBody>
          <a:bodyPr vert="horz" lIns="0" tIns="0" rIns="0" bIns="0" rtlCol="0" anchor="t">
            <a:noAutofit/>
          </a:bodyPr>
          <a:lstStyle/>
          <a:p>
            <a:r>
              <a:rPr lang="de-DE"/>
              <a:t>Mastertitelformat bearbeiten</a:t>
            </a:r>
            <a:endParaRPr/>
          </a:p>
        </p:txBody>
      </p:sp>
      <p:sp>
        <p:nvSpPr>
          <p:cNvPr id="3" name="Text Placeholder ">
            <a:extLst>
              <a:ext uri="{FF2B5EF4-FFF2-40B4-BE49-F238E27FC236}">
                <a16:creationId xmlns:a16="http://schemas.microsoft.com/office/drawing/2014/main" id="{EE2F02CA-0041-CD44-4AD2-5BBC4F2A5817}"/>
              </a:ext>
            </a:extLst>
          </p:cNvPr>
          <p:cNvSpPr>
            <a:spLocks noGrp="1"/>
          </p:cNvSpPr>
          <p:nvPr>
            <p:ph type="body" idx="1"/>
          </p:nvPr>
        </p:nvSpPr>
        <p:spPr>
          <a:xfrm>
            <a:off x="407987" y="1847056"/>
            <a:ext cx="11376025" cy="4606132"/>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Footer Placeholder ">
            <a:extLst>
              <a:ext uri="{FF2B5EF4-FFF2-40B4-BE49-F238E27FC236}">
                <a16:creationId xmlns:a16="http://schemas.microsoft.com/office/drawing/2014/main" id="{CBF2006F-81BC-821A-C428-EA0A604EC35A}"/>
              </a:ext>
            </a:extLst>
          </p:cNvPr>
          <p:cNvSpPr>
            <a:spLocks noGrp="1"/>
          </p:cNvSpPr>
          <p:nvPr>
            <p:ph type="ftr" sz="quarter" idx="3"/>
          </p:nvPr>
        </p:nvSpPr>
        <p:spPr>
          <a:xfrm>
            <a:off x="407988" y="6579882"/>
            <a:ext cx="10108800" cy="125999"/>
          </a:xfrm>
          <a:prstGeom prst="rect">
            <a:avLst/>
          </a:prstGeom>
        </p:spPr>
        <p:txBody>
          <a:bodyPr vert="horz" lIns="0" tIns="0" rIns="0" bIns="0" rtlCol="0" anchor="ctr"/>
          <a:lstStyle>
            <a:lvl1pPr algn="r">
              <a:defRPr sz="800">
                <a:solidFill>
                  <a:schemeClr val="accent4"/>
                </a:solidFill>
              </a:defRPr>
            </a:lvl1pPr>
          </a:lstStyle>
          <a:p>
            <a:r>
              <a:rPr lang="en-GB"/>
              <a:t>Department K-OE  |  Presentation title  |  CSD-class</a:t>
            </a:r>
          </a:p>
        </p:txBody>
      </p:sp>
      <p:sp>
        <p:nvSpPr>
          <p:cNvPr id="4" name="Date Placeholder ">
            <a:extLst>
              <a:ext uri="{FF2B5EF4-FFF2-40B4-BE49-F238E27FC236}">
                <a16:creationId xmlns:a16="http://schemas.microsoft.com/office/drawing/2014/main" id="{BBDBFAF1-7339-803F-0C2C-CF9050E5706E}"/>
              </a:ext>
            </a:extLst>
          </p:cNvPr>
          <p:cNvSpPr>
            <a:spLocks noGrp="1"/>
          </p:cNvSpPr>
          <p:nvPr>
            <p:ph type="dt" sz="half" idx="2"/>
          </p:nvPr>
        </p:nvSpPr>
        <p:spPr>
          <a:xfrm>
            <a:off x="10707152" y="6579882"/>
            <a:ext cx="720000" cy="125999"/>
          </a:xfrm>
          <a:prstGeom prst="rect">
            <a:avLst/>
          </a:prstGeom>
        </p:spPr>
        <p:txBody>
          <a:bodyPr vert="horz" lIns="0" tIns="0" rIns="0" bIns="0" rtlCol="0" anchor="ctr"/>
          <a:lstStyle>
            <a:lvl1pPr algn="r">
              <a:defRPr sz="800">
                <a:solidFill>
                  <a:schemeClr val="accent4"/>
                </a:solidFill>
              </a:defRPr>
            </a:lvl1pPr>
          </a:lstStyle>
          <a:p>
            <a:r>
              <a:rPr lang="de-DE"/>
              <a:t>01.11.2023</a:t>
            </a:r>
            <a:endParaRPr lang="en-GB"/>
          </a:p>
        </p:txBody>
      </p:sp>
      <p:sp>
        <p:nvSpPr>
          <p:cNvPr id="6" name="Slide Number Placeholder ">
            <a:extLst>
              <a:ext uri="{FF2B5EF4-FFF2-40B4-BE49-F238E27FC236}">
                <a16:creationId xmlns:a16="http://schemas.microsoft.com/office/drawing/2014/main" id="{E1A3CA1C-DC09-13B5-0B0D-CCB0B775123D}"/>
              </a:ext>
            </a:extLst>
          </p:cNvPr>
          <p:cNvSpPr>
            <a:spLocks noGrp="1"/>
          </p:cNvSpPr>
          <p:nvPr>
            <p:ph type="sldNum" sz="quarter" idx="4"/>
          </p:nvPr>
        </p:nvSpPr>
        <p:spPr>
          <a:xfrm>
            <a:off x="11424012" y="6579882"/>
            <a:ext cx="360000" cy="125999"/>
          </a:xfrm>
          <a:prstGeom prst="rect">
            <a:avLst/>
          </a:prstGeom>
        </p:spPr>
        <p:txBody>
          <a:bodyPr vert="horz" lIns="0" tIns="0" rIns="0" bIns="0" rtlCol="0" anchor="ctr"/>
          <a:lstStyle>
            <a:lvl1pPr algn="r">
              <a:defRPr sz="800">
                <a:solidFill>
                  <a:schemeClr val="accent4"/>
                </a:solidFill>
              </a:defRPr>
            </a:lvl1pPr>
          </a:lstStyle>
          <a:p>
            <a:fld id="{445898F2-00FF-CD47-84F0-CF0F3C88FCDD}" type="slidenum">
              <a:rPr lang="en-GB" smtClean="0"/>
              <a:pPr/>
              <a:t>‹#›</a:t>
            </a:fld>
            <a:endParaRPr lang="en-GB"/>
          </a:p>
        </p:txBody>
      </p:sp>
      <p:grpSp>
        <p:nvGrpSpPr>
          <p:cNvPr id="11" name="Gruppieren 10">
            <a:extLst>
              <a:ext uri="{FF2B5EF4-FFF2-40B4-BE49-F238E27FC236}">
                <a16:creationId xmlns:a16="http://schemas.microsoft.com/office/drawing/2014/main" id="{EA9D6E4E-BD80-92CA-F016-F95A17E26B41}"/>
              </a:ext>
            </a:extLst>
          </p:cNvPr>
          <p:cNvGrpSpPr/>
          <p:nvPr userDrawn="1"/>
        </p:nvGrpSpPr>
        <p:grpSpPr>
          <a:xfrm>
            <a:off x="-304797" y="621000"/>
            <a:ext cx="225294" cy="5832982"/>
            <a:chOff x="-304797" y="621000"/>
            <a:chExt cx="225294" cy="5832982"/>
          </a:xfrm>
        </p:grpSpPr>
        <p:cxnSp>
          <p:nvCxnSpPr>
            <p:cNvPr id="7" name="Gerader Verbinder 7">
              <a:extLst>
                <a:ext uri="{FF2B5EF4-FFF2-40B4-BE49-F238E27FC236}">
                  <a16:creationId xmlns:a16="http://schemas.microsoft.com/office/drawing/2014/main" id="{2516E3DB-DE40-D84F-FD89-04B632CD6BDE}"/>
                </a:ext>
              </a:extLst>
            </p:cNvPr>
            <p:cNvCxnSpPr/>
            <p:nvPr userDrawn="1"/>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06C82D70-93F8-D31D-9908-944B34857697}"/>
                </a:ext>
              </a:extLst>
            </p:cNvPr>
            <p:cNvCxnSpPr>
              <a:cxnSpLocks/>
            </p:cNvCxnSpPr>
            <p:nvPr userDrawn="1"/>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BDF0CCAE-9C94-EF30-53A2-4002150F5086}"/>
                </a:ext>
              </a:extLst>
            </p:cNvPr>
            <p:cNvCxnSpPr>
              <a:cxnSpLocks/>
            </p:cNvCxnSpPr>
            <p:nvPr userDrawn="1"/>
          </p:nvCxnSpPr>
          <p:spPr bwMode="gray">
            <a:xfrm flipH="1">
              <a:off x="-301752" y="1053000"/>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Gerader Verbinder 13">
              <a:extLst>
                <a:ext uri="{FF2B5EF4-FFF2-40B4-BE49-F238E27FC236}">
                  <a16:creationId xmlns:a16="http://schemas.microsoft.com/office/drawing/2014/main" id="{5886FEE3-E696-6495-22F2-E48CC9B016C7}"/>
                </a:ext>
              </a:extLst>
            </p:cNvPr>
            <p:cNvCxnSpPr>
              <a:cxnSpLocks/>
            </p:cNvCxnSpPr>
            <p:nvPr userDrawn="1"/>
          </p:nvCxnSpPr>
          <p:spPr bwMode="gray">
            <a:xfrm flipH="1">
              <a:off x="-301752" y="621000"/>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13" name="Gruppieren 12">
            <a:extLst>
              <a:ext uri="{FF2B5EF4-FFF2-40B4-BE49-F238E27FC236}">
                <a16:creationId xmlns:a16="http://schemas.microsoft.com/office/drawing/2014/main" id="{4D59EDDD-CCC3-F7F0-89FD-41A9377E4B86}"/>
              </a:ext>
            </a:extLst>
          </p:cNvPr>
          <p:cNvGrpSpPr/>
          <p:nvPr userDrawn="1"/>
        </p:nvGrpSpPr>
        <p:grpSpPr>
          <a:xfrm>
            <a:off x="408000" y="-229865"/>
            <a:ext cx="11376013" cy="117695"/>
            <a:chOff x="408000" y="-229865"/>
            <a:chExt cx="11376013" cy="117695"/>
          </a:xfrm>
        </p:grpSpPr>
        <p:cxnSp>
          <p:nvCxnSpPr>
            <p:cNvPr id="10" name="Gerader Verbinder 9">
              <a:extLst>
                <a:ext uri="{FF2B5EF4-FFF2-40B4-BE49-F238E27FC236}">
                  <a16:creationId xmlns:a16="http://schemas.microsoft.com/office/drawing/2014/main" id="{D08C39DA-DECF-694F-A244-5DA53BA64D83}"/>
                </a:ext>
              </a:extLst>
            </p:cNvPr>
            <p:cNvCxnSpPr/>
            <p:nvPr userDrawn="1"/>
          </p:nvCxnSpPr>
          <p:spPr bwMode="gray">
            <a:xfrm flipV="1">
              <a:off x="11784013" y="-229865"/>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Gerader Verbinder 23">
              <a:extLst>
                <a:ext uri="{FF2B5EF4-FFF2-40B4-BE49-F238E27FC236}">
                  <a16:creationId xmlns:a16="http://schemas.microsoft.com/office/drawing/2014/main" id="{ADCE4C25-EC2E-1F43-D871-5FA66C63B294}"/>
                </a:ext>
              </a:extLst>
            </p:cNvPr>
            <p:cNvCxnSpPr>
              <a:cxnSpLocks/>
            </p:cNvCxnSpPr>
            <p:nvPr userDrawn="1"/>
          </p:nvCxnSpPr>
          <p:spPr bwMode="gray">
            <a:xfrm flipV="1">
              <a:off x="408000" y="-229865"/>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15" name="Gruppieren 14">
            <a:extLst>
              <a:ext uri="{FF2B5EF4-FFF2-40B4-BE49-F238E27FC236}">
                <a16:creationId xmlns:a16="http://schemas.microsoft.com/office/drawing/2014/main" id="{AD4BADF2-E46B-976A-CC9F-DC3919D651D9}"/>
              </a:ext>
            </a:extLst>
          </p:cNvPr>
          <p:cNvGrpSpPr/>
          <p:nvPr userDrawn="1"/>
        </p:nvGrpSpPr>
        <p:grpSpPr>
          <a:xfrm>
            <a:off x="408000" y="6970170"/>
            <a:ext cx="11376013" cy="117695"/>
            <a:chOff x="408000" y="6970170"/>
            <a:chExt cx="11376013" cy="117695"/>
          </a:xfrm>
        </p:grpSpPr>
        <p:cxnSp>
          <p:nvCxnSpPr>
            <p:cNvPr id="22" name="Gerader Verbinder 9">
              <a:extLst>
                <a:ext uri="{FF2B5EF4-FFF2-40B4-BE49-F238E27FC236}">
                  <a16:creationId xmlns:a16="http://schemas.microsoft.com/office/drawing/2014/main" id="{884DF383-173E-47B8-5184-E5D576AD4FA1}"/>
                </a:ext>
              </a:extLst>
            </p:cNvPr>
            <p:cNvCxnSpPr/>
            <p:nvPr userDrawn="1"/>
          </p:nvCxnSpPr>
          <p:spPr bwMode="gray">
            <a:xfrm flipV="1">
              <a:off x="11784013" y="6970170"/>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Gerader Verbinder 23">
              <a:extLst>
                <a:ext uri="{FF2B5EF4-FFF2-40B4-BE49-F238E27FC236}">
                  <a16:creationId xmlns:a16="http://schemas.microsoft.com/office/drawing/2014/main" id="{F0C2AE78-F836-9EE3-5175-5FFAE4223AFE}"/>
                </a:ext>
              </a:extLst>
            </p:cNvPr>
            <p:cNvCxnSpPr>
              <a:cxnSpLocks/>
            </p:cNvCxnSpPr>
            <p:nvPr userDrawn="1"/>
          </p:nvCxnSpPr>
          <p:spPr bwMode="gray">
            <a:xfrm flipV="1">
              <a:off x="408000" y="6970170"/>
              <a:ext cx="0" cy="117695"/>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8" name="Gruppieren 7">
            <a:extLst>
              <a:ext uri="{FF2B5EF4-FFF2-40B4-BE49-F238E27FC236}">
                <a16:creationId xmlns:a16="http://schemas.microsoft.com/office/drawing/2014/main" id="{E1DB3A83-6DDF-1887-D4C4-40E4D8CDCBC2}"/>
              </a:ext>
            </a:extLst>
          </p:cNvPr>
          <p:cNvGrpSpPr/>
          <p:nvPr userDrawn="1"/>
        </p:nvGrpSpPr>
        <p:grpSpPr>
          <a:xfrm>
            <a:off x="12271503" y="621000"/>
            <a:ext cx="225294" cy="5832982"/>
            <a:chOff x="12271503" y="621000"/>
            <a:chExt cx="225294" cy="5832982"/>
          </a:xfrm>
        </p:grpSpPr>
        <p:cxnSp>
          <p:nvCxnSpPr>
            <p:cNvPr id="27" name="Gerader Verbinder 7">
              <a:extLst>
                <a:ext uri="{FF2B5EF4-FFF2-40B4-BE49-F238E27FC236}">
                  <a16:creationId xmlns:a16="http://schemas.microsoft.com/office/drawing/2014/main" id="{3803DE5C-BB82-795E-3E7E-FD81730D9DE2}"/>
                </a:ext>
              </a:extLst>
            </p:cNvPr>
            <p:cNvCxnSpPr/>
            <p:nvPr userDrawn="1"/>
          </p:nvCxnSpPr>
          <p:spPr bwMode="gray">
            <a:xfrm flipH="1">
              <a:off x="12271503"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8" name="Gerader Verbinder 11">
              <a:extLst>
                <a:ext uri="{FF2B5EF4-FFF2-40B4-BE49-F238E27FC236}">
                  <a16:creationId xmlns:a16="http://schemas.microsoft.com/office/drawing/2014/main" id="{B81AE7BC-482E-B3F4-5DE0-7D4734B21214}"/>
                </a:ext>
              </a:extLst>
            </p:cNvPr>
            <p:cNvCxnSpPr>
              <a:cxnSpLocks/>
            </p:cNvCxnSpPr>
            <p:nvPr userDrawn="1"/>
          </p:nvCxnSpPr>
          <p:spPr bwMode="gray">
            <a:xfrm flipH="1">
              <a:off x="12271503"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9" name="Gerader Verbinder 13">
              <a:extLst>
                <a:ext uri="{FF2B5EF4-FFF2-40B4-BE49-F238E27FC236}">
                  <a16:creationId xmlns:a16="http://schemas.microsoft.com/office/drawing/2014/main" id="{5D46751E-7F0F-D39F-8C85-E0DED22D4D09}"/>
                </a:ext>
              </a:extLst>
            </p:cNvPr>
            <p:cNvCxnSpPr>
              <a:cxnSpLocks/>
            </p:cNvCxnSpPr>
            <p:nvPr userDrawn="1"/>
          </p:nvCxnSpPr>
          <p:spPr bwMode="gray">
            <a:xfrm flipH="1">
              <a:off x="12274548" y="1053000"/>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Gerader Verbinder 13">
              <a:extLst>
                <a:ext uri="{FF2B5EF4-FFF2-40B4-BE49-F238E27FC236}">
                  <a16:creationId xmlns:a16="http://schemas.microsoft.com/office/drawing/2014/main" id="{E52BF934-CC66-976F-D74B-7F3F44E7AE5E}"/>
                </a:ext>
              </a:extLst>
            </p:cNvPr>
            <p:cNvCxnSpPr>
              <a:cxnSpLocks/>
            </p:cNvCxnSpPr>
            <p:nvPr userDrawn="1"/>
          </p:nvCxnSpPr>
          <p:spPr bwMode="gray">
            <a:xfrm flipH="1">
              <a:off x="12274548" y="621000"/>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3B111994-059E-DF32-B3CC-4BCF7F39409C}"/>
              </a:ext>
            </a:extLst>
          </p:cNvPr>
          <p:cNvSpPr txBox="1"/>
          <p:nvPr>
            <p:extLst>
              <p:ext uri="{1162E1C5-73C7-4A58-AE30-91384D911F3F}">
                <p184:classification xmlns:p184="http://schemas.microsoft.com/office/powerpoint/2018/4/main" val="ftr"/>
              </p:ext>
            </p:extLst>
          </p:nvPr>
        </p:nvSpPr>
        <p:spPr>
          <a:xfrm>
            <a:off x="63500" y="6642100"/>
            <a:ext cx="5445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a:t>
            </a:r>
          </a:p>
        </p:txBody>
      </p:sp>
      <p:pic>
        <p:nvPicPr>
          <p:cNvPr id="20" name="Graphic 19">
            <a:extLst>
              <a:ext uri="{FF2B5EF4-FFF2-40B4-BE49-F238E27FC236}">
                <a16:creationId xmlns:a16="http://schemas.microsoft.com/office/drawing/2014/main" id="{F4537912-D93E-A01F-60E8-02D01D6DA45D}"/>
              </a:ext>
            </a:extLst>
          </p:cNvPr>
          <p:cNvPicPr>
            <a:picLocks noChangeAspect="1"/>
          </p:cNvPicPr>
          <p:nvPr userDrawn="1"/>
        </p:nvPicPr>
        <p:blipFill>
          <a:blip r:embed="rId73">
            <a:extLst>
              <a:ext uri="{96DAC541-7B7A-43D3-8B79-37D633B846F1}">
                <asvg:svgBlip xmlns:asvg="http://schemas.microsoft.com/office/drawing/2016/SVG/main" r:embed="rId74"/>
              </a:ext>
            </a:extLst>
          </a:blip>
          <a:srcRect/>
          <a:stretch/>
        </p:blipFill>
        <p:spPr>
          <a:xfrm>
            <a:off x="9734632" y="257249"/>
            <a:ext cx="2049379" cy="289014"/>
          </a:xfrm>
          <a:prstGeom prst="rect">
            <a:avLst/>
          </a:prstGeom>
        </p:spPr>
      </p:pic>
      <p:cxnSp>
        <p:nvCxnSpPr>
          <p:cNvPr id="9" name="Gerader Verbinder 7">
            <a:extLst>
              <a:ext uri="{FF2B5EF4-FFF2-40B4-BE49-F238E27FC236}">
                <a16:creationId xmlns:a16="http://schemas.microsoft.com/office/drawing/2014/main" id="{78EAE5CC-C52E-5B4A-117A-5DACCE11E4D7}"/>
              </a:ext>
            </a:extLst>
          </p:cNvPr>
          <p:cNvCxnSpPr/>
          <p:nvPr userDrawn="1"/>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feld 8">
            <a:extLst>
              <a:ext uri="{FF2B5EF4-FFF2-40B4-BE49-F238E27FC236}">
                <a16:creationId xmlns:a16="http://schemas.microsoft.com/office/drawing/2014/main" id="{6501717F-7D81-E487-8810-997859AD7FAF}"/>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21" name="Gerader Verbinder 11">
            <a:extLst>
              <a:ext uri="{FF2B5EF4-FFF2-40B4-BE49-F238E27FC236}">
                <a16:creationId xmlns:a16="http://schemas.microsoft.com/office/drawing/2014/main" id="{88BD3CC7-1199-5FC8-DA4A-F5DE289DA442}"/>
              </a:ext>
            </a:extLst>
          </p:cNvPr>
          <p:cNvCxnSpPr/>
          <p:nvPr userDrawn="1"/>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4" name="Textfeld 12">
            <a:extLst>
              <a:ext uri="{FF2B5EF4-FFF2-40B4-BE49-F238E27FC236}">
                <a16:creationId xmlns:a16="http://schemas.microsoft.com/office/drawing/2014/main" id="{19846B93-5866-D7D2-B1E7-A741D5C19D12}"/>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25" name="Gerader Verbinder 13">
            <a:extLst>
              <a:ext uri="{FF2B5EF4-FFF2-40B4-BE49-F238E27FC236}">
                <a16:creationId xmlns:a16="http://schemas.microsoft.com/office/drawing/2014/main" id="{7F2C52D4-34AA-3537-4384-35AEB6AF0972}"/>
              </a:ext>
            </a:extLst>
          </p:cNvPr>
          <p:cNvCxnSpPr/>
          <p:nvPr userDrawn="1"/>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6" name="Textfeld 14">
            <a:extLst>
              <a:ext uri="{FF2B5EF4-FFF2-40B4-BE49-F238E27FC236}">
                <a16:creationId xmlns:a16="http://schemas.microsoft.com/office/drawing/2014/main" id="{127DEC94-E03D-6D68-4154-7CE9C99A9C19}"/>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cxnSp>
        <p:nvCxnSpPr>
          <p:cNvPr id="31" name="Gerader Verbinder 7">
            <a:extLst>
              <a:ext uri="{FF2B5EF4-FFF2-40B4-BE49-F238E27FC236}">
                <a16:creationId xmlns:a16="http://schemas.microsoft.com/office/drawing/2014/main" id="{5D307F12-1920-3825-8121-4054DA3DC21C}"/>
              </a:ext>
            </a:extLst>
          </p:cNvPr>
          <p:cNvCxnSpPr/>
          <p:nvPr userDrawn="1"/>
        </p:nvCxnSpPr>
        <p:spPr bwMode="gray">
          <a:xfrm flipH="1">
            <a:off x="-304797" y="645398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2" name="Textfeld 8">
            <a:extLst>
              <a:ext uri="{FF2B5EF4-FFF2-40B4-BE49-F238E27FC236}">
                <a16:creationId xmlns:a16="http://schemas.microsoft.com/office/drawing/2014/main" id="{BBBCC47C-5E5F-2C32-FEA5-3415942FBD88}"/>
              </a:ext>
            </a:extLst>
          </p:cNvPr>
          <p:cNvSpPr txBox="1"/>
          <p:nvPr userDrawn="1"/>
        </p:nvSpPr>
        <p:spPr bwMode="gray">
          <a:xfrm>
            <a:off x="-285747" y="6353974"/>
            <a:ext cx="203200"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8,40</a:t>
            </a:r>
          </a:p>
        </p:txBody>
      </p:sp>
      <p:cxnSp>
        <p:nvCxnSpPr>
          <p:cNvPr id="33" name="Gerader Verbinder 11">
            <a:extLst>
              <a:ext uri="{FF2B5EF4-FFF2-40B4-BE49-F238E27FC236}">
                <a16:creationId xmlns:a16="http://schemas.microsoft.com/office/drawing/2014/main" id="{77CC0C58-9041-3AAE-CE90-1A19F8F7447C}"/>
              </a:ext>
            </a:extLst>
          </p:cNvPr>
          <p:cNvCxnSpPr/>
          <p:nvPr userDrawn="1"/>
        </p:nvCxnSpPr>
        <p:spPr bwMode="gray">
          <a:xfrm flipH="1">
            <a:off x="-304797" y="1844622"/>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Textfeld 12">
            <a:extLst>
              <a:ext uri="{FF2B5EF4-FFF2-40B4-BE49-F238E27FC236}">
                <a16:creationId xmlns:a16="http://schemas.microsoft.com/office/drawing/2014/main" id="{438C1DA7-44A1-01C1-7DB1-C65E51E4D136}"/>
              </a:ext>
            </a:extLst>
          </p:cNvPr>
          <p:cNvSpPr txBox="1"/>
          <p:nvPr userDrawn="1"/>
        </p:nvSpPr>
        <p:spPr bwMode="gray">
          <a:xfrm>
            <a:off x="-304796" y="1874789"/>
            <a:ext cx="222248"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4,40</a:t>
            </a:r>
          </a:p>
        </p:txBody>
      </p:sp>
      <p:cxnSp>
        <p:nvCxnSpPr>
          <p:cNvPr id="35" name="Gerader Verbinder 13">
            <a:extLst>
              <a:ext uri="{FF2B5EF4-FFF2-40B4-BE49-F238E27FC236}">
                <a16:creationId xmlns:a16="http://schemas.microsoft.com/office/drawing/2014/main" id="{46F40915-8DFE-AA96-0A9A-4C1098D84147}"/>
              </a:ext>
            </a:extLst>
          </p:cNvPr>
          <p:cNvCxnSpPr/>
          <p:nvPr userDrawn="1"/>
        </p:nvCxnSpPr>
        <p:spPr bwMode="gray">
          <a:xfrm flipH="1">
            <a:off x="-304798" y="1044837"/>
            <a:ext cx="22224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6" name="Textfeld 14">
            <a:extLst>
              <a:ext uri="{FF2B5EF4-FFF2-40B4-BE49-F238E27FC236}">
                <a16:creationId xmlns:a16="http://schemas.microsoft.com/office/drawing/2014/main" id="{B26C8C80-3233-C571-D717-4FEBE63EFB43}"/>
              </a:ext>
            </a:extLst>
          </p:cNvPr>
          <p:cNvSpPr txBox="1"/>
          <p:nvPr userDrawn="1"/>
        </p:nvSpPr>
        <p:spPr bwMode="gray">
          <a:xfrm>
            <a:off x="-304797" y="1052513"/>
            <a:ext cx="222249" cy="92333"/>
          </a:xfrm>
          <a:prstGeom prst="rect">
            <a:avLst/>
          </a:prstGeom>
          <a:noFill/>
        </p:spPr>
        <p:txBody>
          <a:bodyPr wrap="square" lIns="0" tIns="0" rIns="0" bIns="0" rtlCol="0">
            <a:noAutofit/>
          </a:bodyPr>
          <a:lstStyle/>
          <a:p>
            <a:pPr algn="ctr"/>
            <a:r>
              <a:rPr lang="en-GB" sz="600" b="0" i="0" noProof="0">
                <a:solidFill>
                  <a:schemeClr val="accent4"/>
                </a:solidFill>
                <a:latin typeface="The Group TEXT" panose="00000500000000000000" pitchFamily="2" charset="0"/>
                <a:cs typeface="The Group TEXT" panose="020B0604020202020204" pitchFamily="34" charset="0"/>
              </a:rPr>
              <a:t>6,60</a:t>
            </a:r>
          </a:p>
        </p:txBody>
      </p:sp>
      <p:sp>
        <p:nvSpPr>
          <p:cNvPr id="37" name="Text Placeholder 2">
            <a:extLst>
              <a:ext uri="{FF2B5EF4-FFF2-40B4-BE49-F238E27FC236}">
                <a16:creationId xmlns:a16="http://schemas.microsoft.com/office/drawing/2014/main" id="{5E3997D3-067B-58B7-D92B-0BEACE1577BA}"/>
              </a:ext>
            </a:extLst>
          </p:cNvPr>
          <p:cNvSpPr>
            <a:spLocks noGrp="1"/>
          </p:cNvSpPr>
          <p:nvPr userDrawn="1">
            <p:custDataLst>
              <p:tags r:id="rId49"/>
            </p:custDataLst>
          </p:nvPr>
        </p:nvSpPr>
        <p:spPr bwMode="auto">
          <a:xfrm>
            <a:off x="-190500" y="603251"/>
            <a:ext cx="190500" cy="277813"/>
          </a:xfrm>
          <a:prstGeom prst="roundRect">
            <a:avLst>
              <a:gd name="adj" fmla="val 50000"/>
            </a:avLst>
          </a:prstGeom>
          <a:solidFill>
            <a:srgbClr val="002733"/>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bg1"/>
              </a:solidFill>
            </a:endParaRPr>
          </a:p>
        </p:txBody>
      </p:sp>
      <p:sp>
        <p:nvSpPr>
          <p:cNvPr id="38" name="Text Placeholder 2">
            <a:extLst>
              <a:ext uri="{FF2B5EF4-FFF2-40B4-BE49-F238E27FC236}">
                <a16:creationId xmlns:a16="http://schemas.microsoft.com/office/drawing/2014/main" id="{30251FF0-3D60-200E-D57C-71384C06E3A4}"/>
              </a:ext>
            </a:extLst>
          </p:cNvPr>
          <p:cNvSpPr>
            <a:spLocks noGrp="1"/>
          </p:cNvSpPr>
          <p:nvPr userDrawn="1">
            <p:custDataLst>
              <p:tags r:id="rId50"/>
            </p:custDataLst>
          </p:nvPr>
        </p:nvSpPr>
        <p:spPr bwMode="auto">
          <a:xfrm>
            <a:off x="-190500" y="881063"/>
            <a:ext cx="190500" cy="279400"/>
          </a:xfrm>
          <a:prstGeom prst="roundRect">
            <a:avLst>
              <a:gd name="adj" fmla="val 50000"/>
            </a:avLst>
          </a:prstGeom>
          <a:solidFill>
            <a:srgbClr val="193D47"/>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bg1"/>
              </a:solidFill>
            </a:endParaRPr>
          </a:p>
        </p:txBody>
      </p:sp>
      <p:sp>
        <p:nvSpPr>
          <p:cNvPr id="39" name="Text Placeholder 2">
            <a:extLst>
              <a:ext uri="{FF2B5EF4-FFF2-40B4-BE49-F238E27FC236}">
                <a16:creationId xmlns:a16="http://schemas.microsoft.com/office/drawing/2014/main" id="{CC9DC6C1-DC22-640A-B8A9-0665EE8F373F}"/>
              </a:ext>
            </a:extLst>
          </p:cNvPr>
          <p:cNvSpPr>
            <a:spLocks noGrp="1"/>
          </p:cNvSpPr>
          <p:nvPr userDrawn="1">
            <p:custDataLst>
              <p:tags r:id="rId51"/>
            </p:custDataLst>
          </p:nvPr>
        </p:nvSpPr>
        <p:spPr bwMode="auto">
          <a:xfrm>
            <a:off x="-190500" y="1160464"/>
            <a:ext cx="190500" cy="277813"/>
          </a:xfrm>
          <a:prstGeom prst="roundRect">
            <a:avLst>
              <a:gd name="adj" fmla="val 50000"/>
            </a:avLst>
          </a:prstGeom>
          <a:solidFill>
            <a:srgbClr val="667D85"/>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bg1"/>
              </a:solidFill>
            </a:endParaRPr>
          </a:p>
        </p:txBody>
      </p:sp>
      <p:sp>
        <p:nvSpPr>
          <p:cNvPr id="40" name="Text Placeholder 2">
            <a:extLst>
              <a:ext uri="{FF2B5EF4-FFF2-40B4-BE49-F238E27FC236}">
                <a16:creationId xmlns:a16="http://schemas.microsoft.com/office/drawing/2014/main" id="{34ABA608-0B64-5E2B-CAB4-3B5217FEA000}"/>
              </a:ext>
            </a:extLst>
          </p:cNvPr>
          <p:cNvSpPr>
            <a:spLocks noGrp="1"/>
          </p:cNvSpPr>
          <p:nvPr userDrawn="1">
            <p:custDataLst>
              <p:tags r:id="rId52"/>
            </p:custDataLst>
          </p:nvPr>
        </p:nvSpPr>
        <p:spPr bwMode="auto">
          <a:xfrm>
            <a:off x="-190500" y="1438275"/>
            <a:ext cx="190500" cy="279400"/>
          </a:xfrm>
          <a:prstGeom prst="roundRect">
            <a:avLst>
              <a:gd name="adj" fmla="val 50000"/>
            </a:avLst>
          </a:prstGeom>
          <a:solidFill>
            <a:srgbClr val="99A9AD"/>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41" name="Text Placeholder 2">
            <a:extLst>
              <a:ext uri="{FF2B5EF4-FFF2-40B4-BE49-F238E27FC236}">
                <a16:creationId xmlns:a16="http://schemas.microsoft.com/office/drawing/2014/main" id="{AE8272D8-6995-0CE8-2025-A76378121680}"/>
              </a:ext>
            </a:extLst>
          </p:cNvPr>
          <p:cNvSpPr>
            <a:spLocks noGrp="1"/>
          </p:cNvSpPr>
          <p:nvPr userDrawn="1">
            <p:custDataLst>
              <p:tags r:id="rId53"/>
            </p:custDataLst>
          </p:nvPr>
        </p:nvSpPr>
        <p:spPr bwMode="auto">
          <a:xfrm>
            <a:off x="-190500" y="1717676"/>
            <a:ext cx="190500" cy="277813"/>
          </a:xfrm>
          <a:prstGeom prst="roundRect">
            <a:avLst>
              <a:gd name="adj" fmla="val 50000"/>
            </a:avLst>
          </a:prstGeom>
          <a:solidFill>
            <a:srgbClr val="CCD4D6"/>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42" name="Text Placeholder 2">
            <a:extLst>
              <a:ext uri="{FF2B5EF4-FFF2-40B4-BE49-F238E27FC236}">
                <a16:creationId xmlns:a16="http://schemas.microsoft.com/office/drawing/2014/main" id="{1BBAA5A4-2418-31FF-F310-3F467EC40CF8}"/>
              </a:ext>
            </a:extLst>
          </p:cNvPr>
          <p:cNvSpPr>
            <a:spLocks noGrp="1"/>
          </p:cNvSpPr>
          <p:nvPr userDrawn="1">
            <p:custDataLst>
              <p:tags r:id="rId54"/>
            </p:custDataLst>
          </p:nvPr>
        </p:nvSpPr>
        <p:spPr bwMode="auto">
          <a:xfrm>
            <a:off x="-190500" y="1995488"/>
            <a:ext cx="190500" cy="279400"/>
          </a:xfrm>
          <a:prstGeom prst="roundRect">
            <a:avLst>
              <a:gd name="adj" fmla="val 50000"/>
            </a:avLst>
          </a:prstGeom>
          <a:solidFill>
            <a:srgbClr val="E5E9EB"/>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43" name="Text Placeholder 2">
            <a:extLst>
              <a:ext uri="{FF2B5EF4-FFF2-40B4-BE49-F238E27FC236}">
                <a16:creationId xmlns:a16="http://schemas.microsoft.com/office/drawing/2014/main" id="{4B619378-F1B7-DCFA-56DF-2360053DD15F}"/>
              </a:ext>
            </a:extLst>
          </p:cNvPr>
          <p:cNvSpPr>
            <a:spLocks noGrp="1"/>
          </p:cNvSpPr>
          <p:nvPr userDrawn="1">
            <p:custDataLst>
              <p:tags r:id="rId55"/>
            </p:custDataLst>
          </p:nvPr>
        </p:nvSpPr>
        <p:spPr bwMode="auto">
          <a:xfrm>
            <a:off x="-190500" y="2274889"/>
            <a:ext cx="190500" cy="277813"/>
          </a:xfrm>
          <a:prstGeom prst="roundRect">
            <a:avLst>
              <a:gd name="adj" fmla="val 50000"/>
            </a:avLst>
          </a:prstGeom>
          <a:solidFill>
            <a:srgbClr val="008C82"/>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bg1"/>
              </a:solidFill>
            </a:endParaRPr>
          </a:p>
        </p:txBody>
      </p:sp>
      <p:sp>
        <p:nvSpPr>
          <p:cNvPr id="44" name="Text Placeholder 2">
            <a:extLst>
              <a:ext uri="{FF2B5EF4-FFF2-40B4-BE49-F238E27FC236}">
                <a16:creationId xmlns:a16="http://schemas.microsoft.com/office/drawing/2014/main" id="{1B9BC9E8-1E84-84C0-AA12-A454A8D4617D}"/>
              </a:ext>
            </a:extLst>
          </p:cNvPr>
          <p:cNvSpPr>
            <a:spLocks noGrp="1"/>
          </p:cNvSpPr>
          <p:nvPr userDrawn="1">
            <p:custDataLst>
              <p:tags r:id="rId56"/>
            </p:custDataLst>
          </p:nvPr>
        </p:nvSpPr>
        <p:spPr bwMode="auto">
          <a:xfrm>
            <a:off x="-190500" y="2552700"/>
            <a:ext cx="190500" cy="279400"/>
          </a:xfrm>
          <a:prstGeom prst="roundRect">
            <a:avLst>
              <a:gd name="adj" fmla="val 50000"/>
            </a:avLst>
          </a:prstGeom>
          <a:solidFill>
            <a:srgbClr val="33A39B"/>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bg1"/>
              </a:solidFill>
            </a:endParaRPr>
          </a:p>
        </p:txBody>
      </p:sp>
      <p:sp>
        <p:nvSpPr>
          <p:cNvPr id="45" name="Text Placeholder 2">
            <a:extLst>
              <a:ext uri="{FF2B5EF4-FFF2-40B4-BE49-F238E27FC236}">
                <a16:creationId xmlns:a16="http://schemas.microsoft.com/office/drawing/2014/main" id="{84E6F387-E88E-3248-411D-B33B606AE1F9}"/>
              </a:ext>
            </a:extLst>
          </p:cNvPr>
          <p:cNvSpPr>
            <a:spLocks noGrp="1"/>
          </p:cNvSpPr>
          <p:nvPr userDrawn="1">
            <p:custDataLst>
              <p:tags r:id="rId57"/>
            </p:custDataLst>
          </p:nvPr>
        </p:nvSpPr>
        <p:spPr bwMode="auto">
          <a:xfrm>
            <a:off x="-190500" y="2832101"/>
            <a:ext cx="190500" cy="277813"/>
          </a:xfrm>
          <a:prstGeom prst="roundRect">
            <a:avLst>
              <a:gd name="adj" fmla="val 50000"/>
            </a:avLst>
          </a:prstGeom>
          <a:solidFill>
            <a:srgbClr val="66BAB4"/>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46" name="Text Placeholder 2">
            <a:extLst>
              <a:ext uri="{FF2B5EF4-FFF2-40B4-BE49-F238E27FC236}">
                <a16:creationId xmlns:a16="http://schemas.microsoft.com/office/drawing/2014/main" id="{42B0F295-7057-E821-1DDB-3825A8556460}"/>
              </a:ext>
            </a:extLst>
          </p:cNvPr>
          <p:cNvSpPr>
            <a:spLocks noGrp="1"/>
          </p:cNvSpPr>
          <p:nvPr userDrawn="1">
            <p:custDataLst>
              <p:tags r:id="rId58"/>
            </p:custDataLst>
          </p:nvPr>
        </p:nvSpPr>
        <p:spPr bwMode="auto">
          <a:xfrm>
            <a:off x="-190500" y="3109913"/>
            <a:ext cx="190500" cy="279400"/>
          </a:xfrm>
          <a:prstGeom prst="roundRect">
            <a:avLst>
              <a:gd name="adj" fmla="val 50000"/>
            </a:avLst>
          </a:prstGeom>
          <a:solidFill>
            <a:srgbClr val="99D1CD"/>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47" name="Text Placeholder 2">
            <a:extLst>
              <a:ext uri="{FF2B5EF4-FFF2-40B4-BE49-F238E27FC236}">
                <a16:creationId xmlns:a16="http://schemas.microsoft.com/office/drawing/2014/main" id="{47DCF13B-EBDD-90B5-A45D-2619A4BC8E9F}"/>
              </a:ext>
            </a:extLst>
          </p:cNvPr>
          <p:cNvSpPr>
            <a:spLocks noGrp="1"/>
          </p:cNvSpPr>
          <p:nvPr userDrawn="1">
            <p:custDataLst>
              <p:tags r:id="rId59"/>
            </p:custDataLst>
          </p:nvPr>
        </p:nvSpPr>
        <p:spPr bwMode="auto">
          <a:xfrm>
            <a:off x="-190500" y="3389314"/>
            <a:ext cx="190500" cy="277813"/>
          </a:xfrm>
          <a:prstGeom prst="roundRect">
            <a:avLst>
              <a:gd name="adj" fmla="val 50000"/>
            </a:avLst>
          </a:prstGeom>
          <a:solidFill>
            <a:srgbClr val="CCE8E6"/>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48" name="Text Placeholder 2">
            <a:extLst>
              <a:ext uri="{FF2B5EF4-FFF2-40B4-BE49-F238E27FC236}">
                <a16:creationId xmlns:a16="http://schemas.microsoft.com/office/drawing/2014/main" id="{6CF5092F-0F3E-14C8-35D9-036C13C982E3}"/>
              </a:ext>
            </a:extLst>
          </p:cNvPr>
          <p:cNvSpPr>
            <a:spLocks noGrp="1"/>
          </p:cNvSpPr>
          <p:nvPr userDrawn="1">
            <p:custDataLst>
              <p:tags r:id="rId60"/>
            </p:custDataLst>
          </p:nvPr>
        </p:nvSpPr>
        <p:spPr bwMode="auto">
          <a:xfrm>
            <a:off x="-190500" y="3667125"/>
            <a:ext cx="190500" cy="279400"/>
          </a:xfrm>
          <a:prstGeom prst="roundRect">
            <a:avLst>
              <a:gd name="adj" fmla="val 50000"/>
            </a:avLst>
          </a:prstGeom>
          <a:solidFill>
            <a:srgbClr val="E5F3F2"/>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49" name="Text Placeholder 2">
            <a:extLst>
              <a:ext uri="{FF2B5EF4-FFF2-40B4-BE49-F238E27FC236}">
                <a16:creationId xmlns:a16="http://schemas.microsoft.com/office/drawing/2014/main" id="{4B73AC0A-6C02-E69F-82C6-2BD534B14552}"/>
              </a:ext>
            </a:extLst>
          </p:cNvPr>
          <p:cNvSpPr>
            <a:spLocks noGrp="1"/>
          </p:cNvSpPr>
          <p:nvPr userDrawn="1">
            <p:custDataLst>
              <p:tags r:id="rId61"/>
            </p:custDataLst>
          </p:nvPr>
        </p:nvSpPr>
        <p:spPr bwMode="auto">
          <a:xfrm>
            <a:off x="-190500" y="3946525"/>
            <a:ext cx="190500" cy="279400"/>
          </a:xfrm>
          <a:prstGeom prst="roundRect">
            <a:avLst>
              <a:gd name="adj" fmla="val 50000"/>
            </a:avLst>
          </a:prstGeom>
          <a:solidFill>
            <a:srgbClr val="E67364"/>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bg1"/>
              </a:solidFill>
            </a:endParaRPr>
          </a:p>
        </p:txBody>
      </p:sp>
      <p:sp>
        <p:nvSpPr>
          <p:cNvPr id="50" name="Text Placeholder 2">
            <a:extLst>
              <a:ext uri="{FF2B5EF4-FFF2-40B4-BE49-F238E27FC236}">
                <a16:creationId xmlns:a16="http://schemas.microsoft.com/office/drawing/2014/main" id="{372E43F5-A017-508D-FD04-39163F86C2B3}"/>
              </a:ext>
            </a:extLst>
          </p:cNvPr>
          <p:cNvSpPr>
            <a:spLocks noGrp="1"/>
          </p:cNvSpPr>
          <p:nvPr userDrawn="1">
            <p:custDataLst>
              <p:tags r:id="rId62"/>
            </p:custDataLst>
          </p:nvPr>
        </p:nvSpPr>
        <p:spPr bwMode="auto">
          <a:xfrm>
            <a:off x="-190500" y="4225926"/>
            <a:ext cx="190500" cy="277813"/>
          </a:xfrm>
          <a:prstGeom prst="roundRect">
            <a:avLst>
              <a:gd name="adj" fmla="val 50000"/>
            </a:avLst>
          </a:prstGeom>
          <a:solidFill>
            <a:srgbClr val="FAAA3C"/>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51" name="Text Placeholder 2">
            <a:extLst>
              <a:ext uri="{FF2B5EF4-FFF2-40B4-BE49-F238E27FC236}">
                <a16:creationId xmlns:a16="http://schemas.microsoft.com/office/drawing/2014/main" id="{90F07FC3-ACA4-4B8E-4DEB-095ABBA138E5}"/>
              </a:ext>
            </a:extLst>
          </p:cNvPr>
          <p:cNvSpPr>
            <a:spLocks noGrp="1"/>
          </p:cNvSpPr>
          <p:nvPr userDrawn="1">
            <p:custDataLst>
              <p:tags r:id="rId63"/>
            </p:custDataLst>
          </p:nvPr>
        </p:nvSpPr>
        <p:spPr bwMode="auto">
          <a:xfrm>
            <a:off x="-190500" y="4503738"/>
            <a:ext cx="190500" cy="279400"/>
          </a:xfrm>
          <a:prstGeom prst="roundRect">
            <a:avLst>
              <a:gd name="adj" fmla="val 50000"/>
            </a:avLst>
          </a:prstGeom>
          <a:solidFill>
            <a:srgbClr val="FAD2AA"/>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52" name="Text Placeholder 2">
            <a:extLst>
              <a:ext uri="{FF2B5EF4-FFF2-40B4-BE49-F238E27FC236}">
                <a16:creationId xmlns:a16="http://schemas.microsoft.com/office/drawing/2014/main" id="{0ACB2EC4-0523-8BC0-8F5A-568ED43FAFB8}"/>
              </a:ext>
            </a:extLst>
          </p:cNvPr>
          <p:cNvSpPr>
            <a:spLocks noGrp="1"/>
          </p:cNvSpPr>
          <p:nvPr userDrawn="1">
            <p:custDataLst>
              <p:tags r:id="rId64"/>
            </p:custDataLst>
          </p:nvPr>
        </p:nvSpPr>
        <p:spPr bwMode="auto">
          <a:xfrm>
            <a:off x="-190500" y="4783139"/>
            <a:ext cx="190500" cy="277813"/>
          </a:xfrm>
          <a:prstGeom prst="roundRect">
            <a:avLst>
              <a:gd name="adj" fmla="val 50000"/>
            </a:avLst>
          </a:prstGeom>
          <a:solidFill>
            <a:srgbClr val="8CBEE6"/>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53" name="Text Placeholder 2">
            <a:extLst>
              <a:ext uri="{FF2B5EF4-FFF2-40B4-BE49-F238E27FC236}">
                <a16:creationId xmlns:a16="http://schemas.microsoft.com/office/drawing/2014/main" id="{EB9DBFB2-C715-E6DA-434A-D37DFEA840C2}"/>
              </a:ext>
            </a:extLst>
          </p:cNvPr>
          <p:cNvSpPr>
            <a:spLocks noGrp="1"/>
          </p:cNvSpPr>
          <p:nvPr userDrawn="1">
            <p:custDataLst>
              <p:tags r:id="rId65"/>
            </p:custDataLst>
          </p:nvPr>
        </p:nvSpPr>
        <p:spPr bwMode="auto">
          <a:xfrm>
            <a:off x="-190500" y="5060950"/>
            <a:ext cx="190500" cy="279400"/>
          </a:xfrm>
          <a:prstGeom prst="roundRect">
            <a:avLst>
              <a:gd name="adj" fmla="val 50000"/>
            </a:avLst>
          </a:prstGeom>
          <a:solidFill>
            <a:srgbClr val="C882BE"/>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54" name="Text Placeholder 2">
            <a:extLst>
              <a:ext uri="{FF2B5EF4-FFF2-40B4-BE49-F238E27FC236}">
                <a16:creationId xmlns:a16="http://schemas.microsoft.com/office/drawing/2014/main" id="{D94592C5-CD9C-DE73-2875-1656AAC2CD20}"/>
              </a:ext>
            </a:extLst>
          </p:cNvPr>
          <p:cNvSpPr>
            <a:spLocks noGrp="1"/>
          </p:cNvSpPr>
          <p:nvPr userDrawn="1">
            <p:custDataLst>
              <p:tags r:id="rId66"/>
            </p:custDataLst>
          </p:nvPr>
        </p:nvSpPr>
        <p:spPr bwMode="auto">
          <a:xfrm>
            <a:off x="-190500" y="5340351"/>
            <a:ext cx="190500" cy="277813"/>
          </a:xfrm>
          <a:prstGeom prst="roundRect">
            <a:avLst>
              <a:gd name="adj" fmla="val 50000"/>
            </a:avLst>
          </a:prstGeom>
          <a:solidFill>
            <a:srgbClr val="DCCDF0"/>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55" name="Text Placeholder 2">
            <a:extLst>
              <a:ext uri="{FF2B5EF4-FFF2-40B4-BE49-F238E27FC236}">
                <a16:creationId xmlns:a16="http://schemas.microsoft.com/office/drawing/2014/main" id="{27A3A4FA-CC25-8310-38E6-C30883C99289}"/>
              </a:ext>
            </a:extLst>
          </p:cNvPr>
          <p:cNvSpPr>
            <a:spLocks noGrp="1"/>
          </p:cNvSpPr>
          <p:nvPr userDrawn="1">
            <p:custDataLst>
              <p:tags r:id="rId67"/>
            </p:custDataLst>
          </p:nvPr>
        </p:nvSpPr>
        <p:spPr bwMode="auto">
          <a:xfrm>
            <a:off x="-190500" y="5618163"/>
            <a:ext cx="190500" cy="279400"/>
          </a:xfrm>
          <a:prstGeom prst="roundRect">
            <a:avLst>
              <a:gd name="adj" fmla="val 50000"/>
            </a:avLst>
          </a:prstGeom>
          <a:solidFill>
            <a:srgbClr val="DA0C1F"/>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bg1"/>
              </a:solidFill>
            </a:endParaRPr>
          </a:p>
        </p:txBody>
      </p:sp>
      <p:sp>
        <p:nvSpPr>
          <p:cNvPr id="56" name="Text Placeholder 2">
            <a:extLst>
              <a:ext uri="{FF2B5EF4-FFF2-40B4-BE49-F238E27FC236}">
                <a16:creationId xmlns:a16="http://schemas.microsoft.com/office/drawing/2014/main" id="{C24DC650-C216-82C0-530D-134A7DE0D2C0}"/>
              </a:ext>
            </a:extLst>
          </p:cNvPr>
          <p:cNvSpPr>
            <a:spLocks noGrp="1"/>
          </p:cNvSpPr>
          <p:nvPr userDrawn="1">
            <p:custDataLst>
              <p:tags r:id="rId68"/>
            </p:custDataLst>
          </p:nvPr>
        </p:nvSpPr>
        <p:spPr bwMode="auto">
          <a:xfrm>
            <a:off x="-190500" y="5897564"/>
            <a:ext cx="190500" cy="277813"/>
          </a:xfrm>
          <a:prstGeom prst="roundRect">
            <a:avLst>
              <a:gd name="adj" fmla="val 50000"/>
            </a:avLst>
          </a:prstGeom>
          <a:solidFill>
            <a:srgbClr val="FCCD22"/>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
        <p:nvSpPr>
          <p:cNvPr id="57" name="Text Placeholder 2">
            <a:extLst>
              <a:ext uri="{FF2B5EF4-FFF2-40B4-BE49-F238E27FC236}">
                <a16:creationId xmlns:a16="http://schemas.microsoft.com/office/drawing/2014/main" id="{81A0FDE5-C328-BBFA-1B21-ED675056C67B}"/>
              </a:ext>
            </a:extLst>
          </p:cNvPr>
          <p:cNvSpPr>
            <a:spLocks noGrp="1"/>
          </p:cNvSpPr>
          <p:nvPr userDrawn="1">
            <p:custDataLst>
              <p:tags r:id="rId69"/>
            </p:custDataLst>
          </p:nvPr>
        </p:nvSpPr>
        <p:spPr bwMode="auto">
          <a:xfrm>
            <a:off x="-190500" y="6175375"/>
            <a:ext cx="190500" cy="279400"/>
          </a:xfrm>
          <a:prstGeom prst="roundRect">
            <a:avLst>
              <a:gd name="adj" fmla="val 50000"/>
            </a:avLst>
          </a:prstGeom>
          <a:solidFill>
            <a:srgbClr val="64A844"/>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bg1"/>
              </a:solidFill>
            </a:endParaRPr>
          </a:p>
        </p:txBody>
      </p:sp>
      <p:sp>
        <p:nvSpPr>
          <p:cNvPr id="58" name="Text Placeholder 2">
            <a:extLst>
              <a:ext uri="{FF2B5EF4-FFF2-40B4-BE49-F238E27FC236}">
                <a16:creationId xmlns:a16="http://schemas.microsoft.com/office/drawing/2014/main" id="{0BBB564D-73C2-41BF-44C4-5C06347EDDA2}"/>
              </a:ext>
            </a:extLst>
          </p:cNvPr>
          <p:cNvSpPr>
            <a:spLocks noGrp="1"/>
          </p:cNvSpPr>
          <p:nvPr userDrawn="1">
            <p:custDataLst>
              <p:tags r:id="rId70"/>
            </p:custDataLst>
          </p:nvPr>
        </p:nvSpPr>
        <p:spPr bwMode="auto">
          <a:xfrm>
            <a:off x="-190500" y="323850"/>
            <a:ext cx="190500" cy="279400"/>
          </a:xfrm>
          <a:prstGeom prst="roundRect">
            <a:avLst>
              <a:gd name="adj" fmla="val 50000"/>
            </a:avLst>
          </a:prstGeom>
          <a:solidFill>
            <a:srgbClr val="C2FE06"/>
          </a:solidFill>
          <a:ln w="9525" cmpd="sng" algn="ctr">
            <a:solidFill>
              <a:schemeClr val="tx1"/>
            </a:solidFill>
          </a:ln>
          <a:effectLst/>
        </p:spPr>
        <p:txBody>
          <a:bodyPr vert="horz" wrap="none" lIns="0" tIns="0" rIns="0" bIns="0" rtlCol="0" anchor="ctr">
            <a:noAutofit/>
          </a:bodyPr>
          <a:lstStyle>
            <a:lvl1pPr marL="179996" indent="-179996" algn="l" defTabSz="914377" rtl="0" eaLnBrk="1" latinLnBrk="0" hangingPunct="1">
              <a:lnSpc>
                <a:spcPct val="110000"/>
              </a:lnSpc>
              <a:spcBef>
                <a:spcPts val="0"/>
              </a:spcBef>
              <a:spcAft>
                <a:spcPts val="451"/>
              </a:spcAft>
              <a:buFont typeface="Arial" panose="020B0604020202020204" pitchFamily="34" charset="0"/>
              <a:buChar char="•"/>
              <a:defRPr sz="1400" kern="1200">
                <a:solidFill>
                  <a:schemeClr val="tx1"/>
                </a:solidFill>
                <a:latin typeface="+mn-lt"/>
                <a:ea typeface="+mn-ea"/>
                <a:cs typeface="+mn-cs"/>
              </a:defRPr>
            </a:lvl1pPr>
            <a:lvl2pPr marL="359991" indent="-179996"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2pPr>
            <a:lvl3pPr marL="7159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3pPr>
            <a:lvl4pPr marL="98901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4pPr>
            <a:lvl5pPr marL="12525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5pPr>
            <a:lvl6pPr marL="1524000"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6pPr>
            <a:lvl7pPr marL="1795463"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7pPr>
            <a:lvl8pPr marL="205898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8pPr>
            <a:lvl9pPr marL="2332038" indent="-179388" algn="l" defTabSz="914377" rtl="0" eaLnBrk="1" latinLnBrk="0" hangingPunct="1">
              <a:lnSpc>
                <a:spcPct val="110000"/>
              </a:lnSpc>
              <a:spcBef>
                <a:spcPts val="0"/>
              </a:spcBef>
              <a:spcAft>
                <a:spcPts val="451"/>
              </a:spcAft>
              <a:buFont typeface="Symbol" panose="05050102010706020507" pitchFamily="18" charset="2"/>
              <a:buChar char="-"/>
              <a:defRPr sz="1400" kern="1200">
                <a:solidFill>
                  <a:schemeClr val="tx1"/>
                </a:solidFill>
                <a:latin typeface="+mn-lt"/>
                <a:ea typeface="+mn-ea"/>
                <a:cs typeface="+mn-cs"/>
              </a:defRPr>
            </a:lvl9pPr>
          </a:lstStyle>
          <a:p>
            <a:pPr marL="0" lvl="0" indent="0">
              <a:spcBef>
                <a:spcPct val="0"/>
              </a:spcBef>
              <a:spcAft>
                <a:spcPct val="0"/>
              </a:spcAft>
              <a:buNone/>
            </a:pPr>
            <a:endParaRPr lang="en-GB" dirty="0">
              <a:solidFill>
                <a:schemeClr val="tx2"/>
              </a:solidFill>
            </a:endParaRPr>
          </a:p>
        </p:txBody>
      </p:sp>
    </p:spTree>
    <p:extLst>
      <p:ext uri="{BB962C8B-B14F-4D97-AF65-F5344CB8AC3E}">
        <p14:creationId xmlns:p14="http://schemas.microsoft.com/office/powerpoint/2010/main" val="3825407438"/>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649" r:id="rId5"/>
    <p:sldLayoutId id="2147483663" r:id="rId6"/>
    <p:sldLayoutId id="2147483664" r:id="rId7"/>
    <p:sldLayoutId id="2147483665" r:id="rId8"/>
    <p:sldLayoutId id="2147483666" r:id="rId9"/>
    <p:sldLayoutId id="2147483667" r:id="rId10"/>
    <p:sldLayoutId id="2147483668" r:id="rId11"/>
    <p:sldLayoutId id="2147483669" r:id="rId12"/>
    <p:sldLayoutId id="2147483672" r:id="rId13"/>
    <p:sldLayoutId id="2147483670" r:id="rId14"/>
    <p:sldLayoutId id="2147483671" r:id="rId15"/>
    <p:sldLayoutId id="2147483673" r:id="rId16"/>
    <p:sldLayoutId id="2147483651" r:id="rId17"/>
    <p:sldLayoutId id="2147483674" r:id="rId18"/>
    <p:sldLayoutId id="2147483677" r:id="rId19"/>
    <p:sldLayoutId id="2147483657" r:id="rId20"/>
    <p:sldLayoutId id="2147483680" r:id="rId21"/>
    <p:sldLayoutId id="2147483681" r:id="rId22"/>
    <p:sldLayoutId id="2147483682" r:id="rId23"/>
    <p:sldLayoutId id="2147483650" r:id="rId24"/>
    <p:sldLayoutId id="2147483678" r:id="rId25"/>
    <p:sldLayoutId id="2147483654" r:id="rId26"/>
    <p:sldLayoutId id="2147483675" r:id="rId27"/>
    <p:sldLayoutId id="2147483679" r:id="rId28"/>
    <p:sldLayoutId id="2147483653" r:id="rId29"/>
    <p:sldLayoutId id="2147483683" r:id="rId30"/>
    <p:sldLayoutId id="2147483684" r:id="rId31"/>
    <p:sldLayoutId id="2147483702" r:id="rId32"/>
    <p:sldLayoutId id="2147483703" r:id="rId33"/>
    <p:sldLayoutId id="2147483701" r:id="rId34"/>
    <p:sldLayoutId id="2147483700" r:id="rId35"/>
    <p:sldLayoutId id="2147483652" r:id="rId36"/>
    <p:sldLayoutId id="2147483655" r:id="rId37"/>
    <p:sldLayoutId id="2147483676" r:id="rId38"/>
    <p:sldLayoutId id="2147483690" r:id="rId39"/>
    <p:sldLayoutId id="2147483691" r:id="rId40"/>
    <p:sldLayoutId id="2147483689" r:id="rId41"/>
    <p:sldLayoutId id="2147483685" r:id="rId42"/>
    <p:sldLayoutId id="2147483662" r:id="rId43"/>
    <p:sldLayoutId id="2147483692" r:id="rId44"/>
    <p:sldLayoutId id="2147483694" r:id="rId45"/>
    <p:sldLayoutId id="2147483693" r:id="rId46"/>
  </p:sldLayoutIdLst>
  <p:hf hdr="0"/>
  <p:txStyles>
    <p:titleStyle>
      <a:lvl1pPr algn="l" defTabSz="432000" rtl="0" eaLnBrk="1" latinLnBrk="0" hangingPunct="1">
        <a:lnSpc>
          <a:spcPct val="90000"/>
        </a:lnSpc>
        <a:spcBef>
          <a:spcPct val="0"/>
        </a:spcBef>
        <a:buNone/>
        <a:defRPr sz="2800" kern="1200">
          <a:solidFill>
            <a:schemeClr val="tx2"/>
          </a:solidFill>
          <a:latin typeface="+mj-lt"/>
          <a:ea typeface="+mj-ea"/>
          <a:cs typeface="+mj-cs"/>
        </a:defRPr>
      </a:lvl1pPr>
    </p:titleStyle>
    <p:bodyStyle>
      <a:lvl1pPr marL="0" indent="0" algn="l" defTabSz="432000" rtl="0" eaLnBrk="1" latinLnBrk="0" hangingPunct="1">
        <a:lnSpc>
          <a:spcPct val="100000"/>
        </a:lnSpc>
        <a:spcBef>
          <a:spcPts val="1000"/>
        </a:spcBef>
        <a:buFont typeface="Arial" panose="020B0604020202020204" pitchFamily="34" charset="0"/>
        <a:buNone/>
        <a:defRPr sz="1400" b="1" kern="1200">
          <a:solidFill>
            <a:schemeClr val="tx2"/>
          </a:solidFill>
          <a:latin typeface="+mn-lt"/>
          <a:ea typeface="+mn-ea"/>
          <a:cs typeface="+mn-cs"/>
        </a:defRPr>
      </a:lvl1pPr>
      <a:lvl2pPr marL="0" indent="0" algn="l" defTabSz="432000" rtl="0" eaLnBrk="1" latinLnBrk="0" hangingPunct="1">
        <a:lnSpc>
          <a:spcPct val="100000"/>
        </a:lnSpc>
        <a:spcBef>
          <a:spcPts val="1000"/>
        </a:spcBef>
        <a:buFont typeface="Arial" panose="020B0604020202020204" pitchFamily="34" charset="0"/>
        <a:buNone/>
        <a:defRPr sz="1400" kern="1200">
          <a:solidFill>
            <a:schemeClr val="tx2"/>
          </a:solidFill>
          <a:latin typeface="+mn-lt"/>
          <a:ea typeface="+mn-ea"/>
          <a:cs typeface="+mn-cs"/>
        </a:defRPr>
      </a:lvl2pPr>
      <a:lvl3pPr marL="216000" indent="-216000" algn="l" defTabSz="432000" rtl="0" eaLnBrk="1" latinLnBrk="0" hangingPunct="1">
        <a:lnSpc>
          <a:spcPct val="100000"/>
        </a:lnSpc>
        <a:spcBef>
          <a:spcPts val="600"/>
        </a:spcBef>
        <a:buFont typeface="Arial" panose="020B0604020202020204" pitchFamily="34" charset="0"/>
        <a:buChar char="•"/>
        <a:defRPr sz="1400" kern="1200">
          <a:solidFill>
            <a:schemeClr val="tx2"/>
          </a:solidFill>
          <a:latin typeface="+mn-lt"/>
          <a:ea typeface="+mn-ea"/>
          <a:cs typeface="+mn-cs"/>
        </a:defRPr>
      </a:lvl3pPr>
      <a:lvl4pPr marL="432000" indent="-216000" algn="l" defTabSz="432000" rtl="0" eaLnBrk="1" latinLnBrk="0" hangingPunct="1">
        <a:lnSpc>
          <a:spcPct val="100000"/>
        </a:lnSpc>
        <a:spcBef>
          <a:spcPts val="600"/>
        </a:spcBef>
        <a:buFont typeface="System Font Regular"/>
        <a:buChar char="–"/>
        <a:defRPr sz="1400" kern="1200">
          <a:solidFill>
            <a:schemeClr val="tx2"/>
          </a:solidFill>
          <a:latin typeface="+mn-lt"/>
          <a:ea typeface="+mn-ea"/>
          <a:cs typeface="+mn-cs"/>
        </a:defRPr>
      </a:lvl4pPr>
      <a:lvl5pPr marL="648000" indent="-216000" algn="l" defTabSz="432000" rtl="0" eaLnBrk="1" latinLnBrk="0" hangingPunct="1">
        <a:lnSpc>
          <a:spcPct val="100000"/>
        </a:lnSpc>
        <a:spcBef>
          <a:spcPts val="600"/>
        </a:spcBef>
        <a:buFont typeface="Wingdings" pitchFamily="2" charset="2"/>
        <a:buChar char="§"/>
        <a:defRPr sz="1400" kern="1200">
          <a:solidFill>
            <a:schemeClr val="tx2"/>
          </a:solidFill>
          <a:latin typeface="+mn-lt"/>
          <a:ea typeface="+mn-ea"/>
          <a:cs typeface="+mn-cs"/>
        </a:defRPr>
      </a:lvl5pPr>
      <a:lvl6pPr marL="864000" indent="-216000" algn="l" defTabSz="432000" rtl="0" eaLnBrk="1" latinLnBrk="0" hangingPunct="1">
        <a:lnSpc>
          <a:spcPct val="100000"/>
        </a:lnSpc>
        <a:spcBef>
          <a:spcPts val="600"/>
        </a:spcBef>
        <a:buFont typeface="System Font Regular"/>
        <a:buChar char="–"/>
        <a:defRPr sz="1400" kern="1200">
          <a:solidFill>
            <a:schemeClr val="tx2"/>
          </a:solidFill>
          <a:latin typeface="+mn-lt"/>
          <a:ea typeface="+mn-ea"/>
          <a:cs typeface="+mn-cs"/>
        </a:defRPr>
      </a:lvl6pPr>
      <a:lvl7pPr marL="1080000" indent="-216000" algn="l" defTabSz="432000" rtl="0" eaLnBrk="1" latinLnBrk="0" hangingPunct="1">
        <a:lnSpc>
          <a:spcPct val="100000"/>
        </a:lnSpc>
        <a:spcBef>
          <a:spcPts val="600"/>
        </a:spcBef>
        <a:buSzPct val="125000"/>
        <a:buFont typeface="System Font Regular"/>
        <a:buChar char="‣"/>
        <a:defRPr sz="1400" kern="1200">
          <a:solidFill>
            <a:schemeClr val="tx2"/>
          </a:solidFill>
          <a:latin typeface="+mn-lt"/>
          <a:ea typeface="+mn-ea"/>
          <a:cs typeface="+mn-cs"/>
        </a:defRPr>
      </a:lvl7pPr>
      <a:lvl8pPr marL="1296000" indent="-216000" algn="l" defTabSz="432000" rtl="0" eaLnBrk="1" latinLnBrk="0" hangingPunct="1">
        <a:lnSpc>
          <a:spcPct val="100000"/>
        </a:lnSpc>
        <a:spcBef>
          <a:spcPts val="600"/>
        </a:spcBef>
        <a:buFont typeface="System Font Regular"/>
        <a:buChar char="–"/>
        <a:defRPr sz="1400" kern="1200">
          <a:solidFill>
            <a:schemeClr val="tx2"/>
          </a:solidFill>
          <a:latin typeface="+mn-lt"/>
          <a:ea typeface="+mn-ea"/>
          <a:cs typeface="+mn-cs"/>
        </a:defRPr>
      </a:lvl8pPr>
      <a:lvl9pPr marL="1512000" indent="-216000" algn="l" defTabSz="432000" rtl="0" eaLnBrk="1" latinLnBrk="0" hangingPunct="1">
        <a:lnSpc>
          <a:spcPct val="100000"/>
        </a:lnSpc>
        <a:spcBef>
          <a:spcPts val="600"/>
        </a:spcBef>
        <a:buSzPct val="100000"/>
        <a:buFont typeface="Courier New" panose="02070309020205020404" pitchFamily="49" charset="0"/>
        <a:buChar char="o"/>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57" userDrawn="1">
          <p15:clr>
            <a:srgbClr val="A4A3A4"/>
          </p15:clr>
        </p15:guide>
        <p15:guide id="3" pos="7423" userDrawn="1">
          <p15:clr>
            <a:srgbClr val="A4A3A4"/>
          </p15:clr>
        </p15:guide>
        <p15:guide id="4" orient="horz" pos="4320" userDrawn="1">
          <p15:clr>
            <a:srgbClr val="F26B43"/>
          </p15:clr>
        </p15:guide>
        <p15:guide id="5" userDrawn="1">
          <p15:clr>
            <a:srgbClr val="F26B43"/>
          </p15:clr>
        </p15:guide>
        <p15:guide id="6" pos="7680" userDrawn="1">
          <p15:clr>
            <a:srgbClr val="F26B43"/>
          </p15:clr>
        </p15:guide>
        <p15:guide id="7" orient="horz" pos="663" userDrawn="1">
          <p15:clr>
            <a:srgbClr val="A4A3A4"/>
          </p15:clr>
        </p15:guide>
        <p15:guide id="8" orient="horz" pos="1162" userDrawn="1">
          <p15:clr>
            <a:srgbClr val="A4A3A4"/>
          </p15:clr>
        </p15:guide>
        <p15:guide id="9" orient="horz" pos="391" userDrawn="1">
          <p15:clr>
            <a:srgbClr val="A4A3A4"/>
          </p15:clr>
        </p15:guide>
        <p15:guide id="10" orient="horz" pos="406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hart" Target="../charts/chart1.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015D1-8A39-FEC8-AEEC-045BD9DA2BF0}"/>
              </a:ext>
            </a:extLst>
          </p:cNvPr>
          <p:cNvSpPr>
            <a:spLocks noGrp="1"/>
          </p:cNvSpPr>
          <p:nvPr>
            <p:ph type="ctrTitle"/>
          </p:nvPr>
        </p:nvSpPr>
        <p:spPr/>
        <p:txBody>
          <a:bodyPr/>
          <a:lstStyle/>
          <a:p>
            <a:r>
              <a:rPr lang="en-GB"/>
              <a:t>Title in The Group Head Light 44pt, White</a:t>
            </a:r>
            <a:endParaRPr/>
          </a:p>
        </p:txBody>
      </p:sp>
      <p:sp>
        <p:nvSpPr>
          <p:cNvPr id="3" name="Subtitle 2">
            <a:extLst>
              <a:ext uri="{FF2B5EF4-FFF2-40B4-BE49-F238E27FC236}">
                <a16:creationId xmlns:a16="http://schemas.microsoft.com/office/drawing/2014/main" id="{59135FAA-ED37-BD57-9076-08692DA2E9AD}"/>
              </a:ext>
            </a:extLst>
          </p:cNvPr>
          <p:cNvSpPr>
            <a:spLocks noGrp="1"/>
          </p:cNvSpPr>
          <p:nvPr>
            <p:ph type="subTitle" idx="1"/>
          </p:nvPr>
        </p:nvSpPr>
        <p:spPr>
          <a:xfrm>
            <a:off x="407036" y="3208016"/>
            <a:ext cx="7584964" cy="215444"/>
          </a:xfrm>
        </p:spPr>
        <p:txBody>
          <a:bodyPr/>
          <a:lstStyle/>
          <a:p>
            <a:r>
              <a:rPr lang="en-GB"/>
              <a:t>Placeholder Date / Department in The Group Text Regular 14pt</a:t>
            </a:r>
          </a:p>
        </p:txBody>
      </p:sp>
      <p:sp>
        <p:nvSpPr>
          <p:cNvPr id="4" name="Text Placeholder 3">
            <a:extLst>
              <a:ext uri="{FF2B5EF4-FFF2-40B4-BE49-F238E27FC236}">
                <a16:creationId xmlns:a16="http://schemas.microsoft.com/office/drawing/2014/main" id="{A3CF6635-8B30-8BDE-2AE1-9E4DE54BC9E9}"/>
              </a:ext>
            </a:extLst>
          </p:cNvPr>
          <p:cNvSpPr>
            <a:spLocks noGrp="1"/>
          </p:cNvSpPr>
          <p:nvPr>
            <p:ph type="body" sz="quarter" idx="18"/>
          </p:nvPr>
        </p:nvSpPr>
        <p:spPr/>
        <p:txBody>
          <a:bodyPr/>
          <a:lstStyle/>
          <a:p>
            <a:r>
              <a:rPr lang="en-GB"/>
              <a:t>Classification: INTERNAL</a:t>
            </a:r>
          </a:p>
        </p:txBody>
      </p:sp>
    </p:spTree>
    <p:extLst>
      <p:ext uri="{BB962C8B-B14F-4D97-AF65-F5344CB8AC3E}">
        <p14:creationId xmlns:p14="http://schemas.microsoft.com/office/powerpoint/2010/main" val="1060913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A69BA6E4-2A64-ED67-7AAB-C02EC9D70A9F}"/>
              </a:ext>
            </a:extLst>
          </p:cNvPr>
          <p:cNvSpPr>
            <a:spLocks noGrp="1"/>
          </p:cNvSpPr>
          <p:nvPr>
            <p:ph type="title"/>
          </p:nvPr>
        </p:nvSpPr>
        <p:spPr/>
        <p:txBody>
          <a:bodyPr/>
          <a:lstStyle/>
          <a:p>
            <a:r>
              <a:rPr lang="en-US"/>
              <a:t>Agenda title in The Group Head Light 28pt, White</a:t>
            </a:r>
            <a:endParaRPr/>
          </a:p>
        </p:txBody>
      </p:sp>
      <p:sp>
        <p:nvSpPr>
          <p:cNvPr id="23" name="Footer Placeholder 22">
            <a:extLst>
              <a:ext uri="{FF2B5EF4-FFF2-40B4-BE49-F238E27FC236}">
                <a16:creationId xmlns:a16="http://schemas.microsoft.com/office/drawing/2014/main" id="{72162B71-103E-2FE4-02A0-35A617EEBD2E}"/>
              </a:ext>
            </a:extLst>
          </p:cNvPr>
          <p:cNvSpPr>
            <a:spLocks noGrp="1"/>
          </p:cNvSpPr>
          <p:nvPr>
            <p:ph type="ftr" sz="quarter" idx="10"/>
          </p:nvPr>
        </p:nvSpPr>
        <p:spPr/>
        <p:txBody>
          <a:bodyPr/>
          <a:lstStyle/>
          <a:p>
            <a:r>
              <a:rPr lang="en-GB"/>
              <a:t>Department K-OE  |  Presentation title  |  CSD-class</a:t>
            </a:r>
          </a:p>
        </p:txBody>
      </p:sp>
      <p:sp>
        <p:nvSpPr>
          <p:cNvPr id="24" name="Date Placeholder 23">
            <a:extLst>
              <a:ext uri="{FF2B5EF4-FFF2-40B4-BE49-F238E27FC236}">
                <a16:creationId xmlns:a16="http://schemas.microsoft.com/office/drawing/2014/main" id="{90A4E9D0-8017-74B4-B86A-A4C0F1B97242}"/>
              </a:ext>
            </a:extLst>
          </p:cNvPr>
          <p:cNvSpPr>
            <a:spLocks noGrp="1"/>
          </p:cNvSpPr>
          <p:nvPr>
            <p:ph type="dt" sz="half" idx="11"/>
          </p:nvPr>
        </p:nvSpPr>
        <p:spPr/>
        <p:txBody>
          <a:bodyPr/>
          <a:lstStyle/>
          <a:p>
            <a:r>
              <a:rPr lang="de-DE"/>
              <a:t>01.11.2023</a:t>
            </a:r>
            <a:endParaRPr lang="en-GB"/>
          </a:p>
        </p:txBody>
      </p:sp>
      <p:sp>
        <p:nvSpPr>
          <p:cNvPr id="25" name="Slide Number Placeholder 24">
            <a:extLst>
              <a:ext uri="{FF2B5EF4-FFF2-40B4-BE49-F238E27FC236}">
                <a16:creationId xmlns:a16="http://schemas.microsoft.com/office/drawing/2014/main" id="{FA1090D1-A4FB-9F02-D4A6-FB08A8A8ECC3}"/>
              </a:ext>
            </a:extLst>
          </p:cNvPr>
          <p:cNvSpPr>
            <a:spLocks noGrp="1"/>
          </p:cNvSpPr>
          <p:nvPr>
            <p:ph type="sldNum" sz="quarter" idx="12"/>
          </p:nvPr>
        </p:nvSpPr>
        <p:spPr/>
        <p:txBody>
          <a:bodyPr/>
          <a:lstStyle/>
          <a:p>
            <a:fld id="{445898F2-00FF-CD47-84F0-CF0F3C88FCDD}" type="slidenum">
              <a:rPr lang="en-GB" smtClean="0"/>
              <a:pPr/>
              <a:t>2</a:t>
            </a:fld>
            <a:endParaRPr lang="en-GB"/>
          </a:p>
        </p:txBody>
      </p:sp>
      <p:sp>
        <p:nvSpPr>
          <p:cNvPr id="27" name="Text Placeholder 26">
            <a:extLst>
              <a:ext uri="{FF2B5EF4-FFF2-40B4-BE49-F238E27FC236}">
                <a16:creationId xmlns:a16="http://schemas.microsoft.com/office/drawing/2014/main" id="{099B1B53-14A1-3C35-6391-0869515BFE0A}"/>
              </a:ext>
            </a:extLst>
          </p:cNvPr>
          <p:cNvSpPr>
            <a:spLocks noGrp="1"/>
          </p:cNvSpPr>
          <p:nvPr>
            <p:ph type="body" sz="quarter" idx="13"/>
          </p:nvPr>
        </p:nvSpPr>
        <p:spPr/>
        <p:txBody>
          <a:bodyPr/>
          <a:lstStyle/>
          <a:p>
            <a:r>
              <a:rPr lang="en-US"/>
              <a:t>1</a:t>
            </a:r>
            <a:endParaRPr/>
          </a:p>
        </p:txBody>
      </p:sp>
      <p:sp>
        <p:nvSpPr>
          <p:cNvPr id="28" name="Text Placeholder 27">
            <a:extLst>
              <a:ext uri="{FF2B5EF4-FFF2-40B4-BE49-F238E27FC236}">
                <a16:creationId xmlns:a16="http://schemas.microsoft.com/office/drawing/2014/main" id="{61F859CB-289B-1D0C-AA10-942B1DB7CE0F}"/>
              </a:ext>
            </a:extLst>
          </p:cNvPr>
          <p:cNvSpPr>
            <a:spLocks noGrp="1"/>
          </p:cNvSpPr>
          <p:nvPr>
            <p:ph type="body" sz="quarter" idx="14"/>
          </p:nvPr>
        </p:nvSpPr>
        <p:spPr>
          <a:xfrm>
            <a:off x="1688854" y="1848702"/>
            <a:ext cx="10095159" cy="338554"/>
          </a:xfrm>
        </p:spPr>
        <p:txBody>
          <a:bodyPr/>
          <a:lstStyle/>
          <a:p>
            <a:r>
              <a:rPr lang="en-US"/>
              <a:t>Example Topic in The Group Text Regular 22pt</a:t>
            </a:r>
          </a:p>
        </p:txBody>
      </p:sp>
      <p:sp>
        <p:nvSpPr>
          <p:cNvPr id="29" name="Text Placeholder 28">
            <a:extLst>
              <a:ext uri="{FF2B5EF4-FFF2-40B4-BE49-F238E27FC236}">
                <a16:creationId xmlns:a16="http://schemas.microsoft.com/office/drawing/2014/main" id="{7035ACB9-52C5-DEB0-ED63-D42C3C7A2076}"/>
              </a:ext>
            </a:extLst>
          </p:cNvPr>
          <p:cNvSpPr>
            <a:spLocks noGrp="1"/>
          </p:cNvSpPr>
          <p:nvPr>
            <p:ph type="body" sz="quarter" idx="25"/>
          </p:nvPr>
        </p:nvSpPr>
        <p:spPr/>
        <p:txBody>
          <a:bodyPr/>
          <a:lstStyle/>
          <a:p>
            <a:r>
              <a:rPr lang="en-US"/>
              <a:t>2</a:t>
            </a:r>
            <a:endParaRPr/>
          </a:p>
        </p:txBody>
      </p:sp>
      <p:sp>
        <p:nvSpPr>
          <p:cNvPr id="30" name="Text Placeholder 29">
            <a:extLst>
              <a:ext uri="{FF2B5EF4-FFF2-40B4-BE49-F238E27FC236}">
                <a16:creationId xmlns:a16="http://schemas.microsoft.com/office/drawing/2014/main" id="{8434FD1B-211D-3318-F83D-EA2BC12A7CD4}"/>
              </a:ext>
            </a:extLst>
          </p:cNvPr>
          <p:cNvSpPr>
            <a:spLocks noGrp="1"/>
          </p:cNvSpPr>
          <p:nvPr>
            <p:ph type="body" sz="quarter" idx="26"/>
          </p:nvPr>
        </p:nvSpPr>
        <p:spPr>
          <a:xfrm>
            <a:off x="1688854" y="2688337"/>
            <a:ext cx="10095159" cy="338554"/>
          </a:xfrm>
        </p:spPr>
        <p:txBody>
          <a:bodyPr/>
          <a:lstStyle/>
          <a:p>
            <a:r>
              <a:rPr lang="en-US"/>
              <a:t>Example Topic in The Group Text Regular 22pt</a:t>
            </a:r>
          </a:p>
        </p:txBody>
      </p:sp>
      <p:sp>
        <p:nvSpPr>
          <p:cNvPr id="31" name="Text Placeholder 30">
            <a:extLst>
              <a:ext uri="{FF2B5EF4-FFF2-40B4-BE49-F238E27FC236}">
                <a16:creationId xmlns:a16="http://schemas.microsoft.com/office/drawing/2014/main" id="{CD2661A4-B004-23C9-D30E-A29D1D5B3AAC}"/>
              </a:ext>
            </a:extLst>
          </p:cNvPr>
          <p:cNvSpPr>
            <a:spLocks noGrp="1"/>
          </p:cNvSpPr>
          <p:nvPr>
            <p:ph type="body" sz="quarter" idx="27"/>
          </p:nvPr>
        </p:nvSpPr>
        <p:spPr/>
        <p:txBody>
          <a:bodyPr/>
          <a:lstStyle/>
          <a:p>
            <a:r>
              <a:rPr lang="en-US"/>
              <a:t>3</a:t>
            </a:r>
            <a:endParaRPr/>
          </a:p>
        </p:txBody>
      </p:sp>
      <p:sp>
        <p:nvSpPr>
          <p:cNvPr id="32" name="Text Placeholder 31">
            <a:extLst>
              <a:ext uri="{FF2B5EF4-FFF2-40B4-BE49-F238E27FC236}">
                <a16:creationId xmlns:a16="http://schemas.microsoft.com/office/drawing/2014/main" id="{5A8E31A7-7DF9-B13C-2A72-855783A47AAE}"/>
              </a:ext>
            </a:extLst>
          </p:cNvPr>
          <p:cNvSpPr>
            <a:spLocks noGrp="1"/>
          </p:cNvSpPr>
          <p:nvPr>
            <p:ph type="body" sz="quarter" idx="28"/>
          </p:nvPr>
        </p:nvSpPr>
        <p:spPr>
          <a:xfrm>
            <a:off x="1688854" y="3527972"/>
            <a:ext cx="10095159" cy="338554"/>
          </a:xfrm>
        </p:spPr>
        <p:txBody>
          <a:bodyPr/>
          <a:lstStyle/>
          <a:p>
            <a:r>
              <a:rPr lang="en-US"/>
              <a:t>Example Topic in The Group Text Regular 22pt</a:t>
            </a:r>
          </a:p>
        </p:txBody>
      </p:sp>
      <p:sp>
        <p:nvSpPr>
          <p:cNvPr id="33" name="Text Placeholder 32">
            <a:extLst>
              <a:ext uri="{FF2B5EF4-FFF2-40B4-BE49-F238E27FC236}">
                <a16:creationId xmlns:a16="http://schemas.microsoft.com/office/drawing/2014/main" id="{0F196197-1C36-BD0D-61D4-58BFCFA323A5}"/>
              </a:ext>
            </a:extLst>
          </p:cNvPr>
          <p:cNvSpPr>
            <a:spLocks noGrp="1"/>
          </p:cNvSpPr>
          <p:nvPr>
            <p:ph type="body" sz="quarter" idx="29"/>
          </p:nvPr>
        </p:nvSpPr>
        <p:spPr/>
        <p:txBody>
          <a:bodyPr/>
          <a:lstStyle/>
          <a:p>
            <a:r>
              <a:rPr lang="en-US"/>
              <a:t>4</a:t>
            </a:r>
            <a:endParaRPr/>
          </a:p>
        </p:txBody>
      </p:sp>
      <p:sp>
        <p:nvSpPr>
          <p:cNvPr id="34" name="Text Placeholder 33">
            <a:extLst>
              <a:ext uri="{FF2B5EF4-FFF2-40B4-BE49-F238E27FC236}">
                <a16:creationId xmlns:a16="http://schemas.microsoft.com/office/drawing/2014/main" id="{6471B629-C899-DA25-41FF-7284ABEEC6AF}"/>
              </a:ext>
            </a:extLst>
          </p:cNvPr>
          <p:cNvSpPr>
            <a:spLocks noGrp="1"/>
          </p:cNvSpPr>
          <p:nvPr>
            <p:ph type="body" sz="quarter" idx="30"/>
          </p:nvPr>
        </p:nvSpPr>
        <p:spPr>
          <a:xfrm>
            <a:off x="1688854" y="4367607"/>
            <a:ext cx="10095159" cy="338554"/>
          </a:xfrm>
        </p:spPr>
        <p:txBody>
          <a:bodyPr/>
          <a:lstStyle/>
          <a:p>
            <a:r>
              <a:rPr lang="en-US"/>
              <a:t>Example Topic in The Group Text Regular 22pt</a:t>
            </a:r>
          </a:p>
        </p:txBody>
      </p:sp>
      <p:sp>
        <p:nvSpPr>
          <p:cNvPr id="35" name="Text Placeholder 34">
            <a:extLst>
              <a:ext uri="{FF2B5EF4-FFF2-40B4-BE49-F238E27FC236}">
                <a16:creationId xmlns:a16="http://schemas.microsoft.com/office/drawing/2014/main" id="{D58A5345-9422-D741-3521-D5C04B9C7E33}"/>
              </a:ext>
            </a:extLst>
          </p:cNvPr>
          <p:cNvSpPr>
            <a:spLocks noGrp="1"/>
          </p:cNvSpPr>
          <p:nvPr>
            <p:ph type="body" sz="quarter" idx="31"/>
          </p:nvPr>
        </p:nvSpPr>
        <p:spPr/>
        <p:txBody>
          <a:bodyPr/>
          <a:lstStyle/>
          <a:p>
            <a:r>
              <a:rPr lang="en-US"/>
              <a:t>5</a:t>
            </a:r>
            <a:endParaRPr/>
          </a:p>
        </p:txBody>
      </p:sp>
      <p:sp>
        <p:nvSpPr>
          <p:cNvPr id="36" name="Text Placeholder 35">
            <a:extLst>
              <a:ext uri="{FF2B5EF4-FFF2-40B4-BE49-F238E27FC236}">
                <a16:creationId xmlns:a16="http://schemas.microsoft.com/office/drawing/2014/main" id="{2D51887C-E026-4676-A4B9-3A36CDC64113}"/>
              </a:ext>
            </a:extLst>
          </p:cNvPr>
          <p:cNvSpPr>
            <a:spLocks noGrp="1"/>
          </p:cNvSpPr>
          <p:nvPr>
            <p:ph type="body" sz="quarter" idx="32"/>
          </p:nvPr>
        </p:nvSpPr>
        <p:spPr>
          <a:xfrm>
            <a:off x="1688854" y="5207242"/>
            <a:ext cx="10095159" cy="338554"/>
          </a:xfrm>
        </p:spPr>
        <p:txBody>
          <a:bodyPr/>
          <a:lstStyle/>
          <a:p>
            <a:r>
              <a:rPr lang="en-US"/>
              <a:t>Example Topic in The Group Text Regular 22pt</a:t>
            </a:r>
          </a:p>
        </p:txBody>
      </p:sp>
    </p:spTree>
    <p:extLst>
      <p:ext uri="{BB962C8B-B14F-4D97-AF65-F5344CB8AC3E}">
        <p14:creationId xmlns:p14="http://schemas.microsoft.com/office/powerpoint/2010/main" val="2189808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7B6B60-B1F1-13E7-6482-1C0789F2F121}"/>
              </a:ext>
            </a:extLst>
          </p:cNvPr>
          <p:cNvSpPr>
            <a:spLocks noGrp="1"/>
          </p:cNvSpPr>
          <p:nvPr>
            <p:ph type="body" sz="quarter" idx="36"/>
          </p:nvPr>
        </p:nvSpPr>
        <p:spPr/>
        <p:txBody>
          <a:bodyPr/>
          <a:lstStyle/>
          <a:p>
            <a:r>
              <a:rPr lang="en-GB"/>
              <a:t>1</a:t>
            </a:r>
            <a:endParaRPr/>
          </a:p>
        </p:txBody>
      </p:sp>
      <p:sp>
        <p:nvSpPr>
          <p:cNvPr id="3" name="Title 2">
            <a:extLst>
              <a:ext uri="{FF2B5EF4-FFF2-40B4-BE49-F238E27FC236}">
                <a16:creationId xmlns:a16="http://schemas.microsoft.com/office/drawing/2014/main" id="{97F7632D-1A48-CC67-F062-FB7206ADF956}"/>
              </a:ext>
            </a:extLst>
          </p:cNvPr>
          <p:cNvSpPr>
            <a:spLocks noGrp="1"/>
          </p:cNvSpPr>
          <p:nvPr>
            <p:ph type="title"/>
          </p:nvPr>
        </p:nvSpPr>
        <p:spPr/>
        <p:txBody>
          <a:bodyPr/>
          <a:lstStyle/>
          <a:p>
            <a:r>
              <a:rPr lang="en-GB"/>
              <a:t>Chapter divider, max. two lines in The Group Head Light 44pt, White</a:t>
            </a:r>
            <a:endParaRPr/>
          </a:p>
        </p:txBody>
      </p:sp>
      <p:sp>
        <p:nvSpPr>
          <p:cNvPr id="4" name="Text Placeholder 3">
            <a:extLst>
              <a:ext uri="{FF2B5EF4-FFF2-40B4-BE49-F238E27FC236}">
                <a16:creationId xmlns:a16="http://schemas.microsoft.com/office/drawing/2014/main" id="{5E95156F-BC8A-27C2-FE29-FC78AF933B4D}"/>
              </a:ext>
            </a:extLst>
          </p:cNvPr>
          <p:cNvSpPr>
            <a:spLocks noGrp="1"/>
          </p:cNvSpPr>
          <p:nvPr>
            <p:ph type="body" idx="1"/>
          </p:nvPr>
        </p:nvSpPr>
        <p:spPr/>
        <p:txBody>
          <a:bodyPr/>
          <a:lstStyle/>
          <a:p>
            <a:r>
              <a:rPr lang="en-GB" err="1"/>
              <a:t>Subheader</a:t>
            </a:r>
            <a:r>
              <a:rPr lang="en-GB"/>
              <a:t> in The Group Text Regular 16pt</a:t>
            </a:r>
          </a:p>
        </p:txBody>
      </p:sp>
      <p:sp>
        <p:nvSpPr>
          <p:cNvPr id="5" name="Footer Placeholder 4">
            <a:extLst>
              <a:ext uri="{FF2B5EF4-FFF2-40B4-BE49-F238E27FC236}">
                <a16:creationId xmlns:a16="http://schemas.microsoft.com/office/drawing/2014/main" id="{E1A307AD-2D54-57C7-3878-2C790C8CA974}"/>
              </a:ext>
            </a:extLst>
          </p:cNvPr>
          <p:cNvSpPr>
            <a:spLocks noGrp="1"/>
          </p:cNvSpPr>
          <p:nvPr>
            <p:ph type="ftr" sz="quarter" idx="11"/>
          </p:nvPr>
        </p:nvSpPr>
        <p:spPr/>
        <p:txBody>
          <a:bodyPr/>
          <a:lstStyle/>
          <a:p>
            <a:r>
              <a:rPr lang="en-GB"/>
              <a:t>Department K-OE  |  Presentation title  |  CSD-class</a:t>
            </a:r>
          </a:p>
        </p:txBody>
      </p:sp>
      <p:sp>
        <p:nvSpPr>
          <p:cNvPr id="6" name="Date Placeholder 5">
            <a:extLst>
              <a:ext uri="{FF2B5EF4-FFF2-40B4-BE49-F238E27FC236}">
                <a16:creationId xmlns:a16="http://schemas.microsoft.com/office/drawing/2014/main" id="{25126B08-5DA3-8742-72A4-370F4220324C}"/>
              </a:ext>
            </a:extLst>
          </p:cNvPr>
          <p:cNvSpPr>
            <a:spLocks noGrp="1"/>
          </p:cNvSpPr>
          <p:nvPr>
            <p:ph type="dt" sz="half" idx="10"/>
          </p:nvPr>
        </p:nvSpPr>
        <p:spPr/>
        <p:txBody>
          <a:bodyPr/>
          <a:lstStyle/>
          <a:p>
            <a:r>
              <a:rPr lang="de-DE"/>
              <a:t>01.11.2023</a:t>
            </a:r>
            <a:endParaRPr lang="en-GB"/>
          </a:p>
        </p:txBody>
      </p:sp>
      <p:sp>
        <p:nvSpPr>
          <p:cNvPr id="7" name="Slide Number Placeholder 6">
            <a:extLst>
              <a:ext uri="{FF2B5EF4-FFF2-40B4-BE49-F238E27FC236}">
                <a16:creationId xmlns:a16="http://schemas.microsoft.com/office/drawing/2014/main" id="{9D2E17A7-282B-F127-EA85-EC73F9A1DA45}"/>
              </a:ext>
            </a:extLst>
          </p:cNvPr>
          <p:cNvSpPr>
            <a:spLocks noGrp="1"/>
          </p:cNvSpPr>
          <p:nvPr>
            <p:ph type="sldNum" sz="quarter" idx="12"/>
          </p:nvPr>
        </p:nvSpPr>
        <p:spPr/>
        <p:txBody>
          <a:bodyPr/>
          <a:lstStyle/>
          <a:p>
            <a:fld id="{445898F2-00FF-CD47-84F0-CF0F3C88FCDD}" type="slidenum">
              <a:rPr lang="en-GB" smtClean="0"/>
              <a:t>3</a:t>
            </a:fld>
            <a:endParaRPr lang="en-GB"/>
          </a:p>
        </p:txBody>
      </p:sp>
    </p:spTree>
    <p:extLst>
      <p:ext uri="{BB962C8B-B14F-4D97-AF65-F5344CB8AC3E}">
        <p14:creationId xmlns:p14="http://schemas.microsoft.com/office/powerpoint/2010/main" val="3510370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0F5E2D5-AF91-34AB-31C2-301E8261F227}"/>
              </a:ext>
            </a:extLst>
          </p:cNvPr>
          <p:cNvSpPr>
            <a:spLocks noGrp="1"/>
          </p:cNvSpPr>
          <p:nvPr>
            <p:ph type="title"/>
          </p:nvPr>
        </p:nvSpPr>
        <p:spPr/>
        <p:txBody>
          <a:bodyPr/>
          <a:lstStyle/>
          <a:p>
            <a:r>
              <a:rPr lang="en-US"/>
              <a:t>Headline in The Group Head Light 28pt, White</a:t>
            </a:r>
            <a:endParaRPr lang="en-GB"/>
          </a:p>
        </p:txBody>
      </p:sp>
      <p:sp>
        <p:nvSpPr>
          <p:cNvPr id="10" name="Text Placeholder 9">
            <a:extLst>
              <a:ext uri="{FF2B5EF4-FFF2-40B4-BE49-F238E27FC236}">
                <a16:creationId xmlns:a16="http://schemas.microsoft.com/office/drawing/2014/main" id="{67242267-3AD6-13D8-F3AD-A0967F5EE7D0}"/>
              </a:ext>
            </a:extLst>
          </p:cNvPr>
          <p:cNvSpPr>
            <a:spLocks noGrp="1"/>
          </p:cNvSpPr>
          <p:nvPr>
            <p:ph type="body" sz="quarter" idx="14"/>
          </p:nvPr>
        </p:nvSpPr>
        <p:spPr/>
        <p:txBody>
          <a:bodyPr/>
          <a:lstStyle/>
          <a:p>
            <a:r>
              <a:rPr lang="en-US"/>
              <a:t>Action title in The Group Head Light 18pt, White</a:t>
            </a:r>
          </a:p>
        </p:txBody>
      </p:sp>
      <p:sp>
        <p:nvSpPr>
          <p:cNvPr id="9" name="Content Placeholder 8">
            <a:extLst>
              <a:ext uri="{FF2B5EF4-FFF2-40B4-BE49-F238E27FC236}">
                <a16:creationId xmlns:a16="http://schemas.microsoft.com/office/drawing/2014/main" id="{13961C94-F70F-D125-2107-875252194A25}"/>
              </a:ext>
            </a:extLst>
          </p:cNvPr>
          <p:cNvSpPr>
            <a:spLocks noGrp="1"/>
          </p:cNvSpPr>
          <p:nvPr>
            <p:ph idx="1"/>
          </p:nvPr>
        </p:nvSpPr>
        <p:spPr/>
        <p:txBody>
          <a:bodyPr vert="horz" lIns="0" tIns="0" rIns="0" bIns="0" rtlCol="0" anchor="t">
            <a:no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GB" sz="1400" b="1" i="0" u="none" strike="noStrike" kern="1200" cap="none" spc="0" normalizeH="0" baseline="0" noProof="0" err="1">
                <a:ln>
                  <a:noFill/>
                </a:ln>
                <a:effectLst/>
                <a:uLnTx/>
                <a:uFillTx/>
                <a:latin typeface="The Group TEXT"/>
                <a:ea typeface="+mn-ea"/>
                <a:cs typeface="+mn-cs"/>
              </a:rPr>
              <a:t>Subheadline</a:t>
            </a:r>
            <a:r>
              <a:rPr kumimoji="0" lang="en-GB" sz="1400" b="1" i="0" u="none" strike="noStrike" kern="1200" cap="none" spc="0" normalizeH="0" baseline="0" noProof="0">
                <a:ln>
                  <a:noFill/>
                </a:ln>
                <a:effectLst/>
                <a:uLnTx/>
                <a:uFillTx/>
                <a:latin typeface="The Group TEXT"/>
                <a:ea typeface="+mn-ea"/>
                <a:cs typeface="+mn-cs"/>
              </a:rPr>
              <a:t> in The Group Text Bold 14pt</a:t>
            </a:r>
          </a:p>
          <a:p>
            <a:pPr marL="0" marR="0" lvl="1" indent="0" algn="l" defTabSz="914400" rtl="0" eaLnBrk="1" fontAlgn="auto" latinLnBrk="0" hangingPunct="1">
              <a:lnSpc>
                <a:spcPct val="100000"/>
              </a:lnSpc>
              <a:spcBef>
                <a:spcPts val="1000"/>
              </a:spcBef>
              <a:spcAft>
                <a:spcPts val="0"/>
              </a:spcAft>
              <a:buClrTx/>
              <a:buSzTx/>
              <a:buFontTx/>
              <a:buNone/>
              <a:tabLst/>
              <a:defRPr/>
            </a:pPr>
            <a:r>
              <a:rPr kumimoji="0" lang="en-GB" sz="1400" b="0" i="0" u="none" strike="noStrike" kern="1200" cap="none" spc="0" normalizeH="0" baseline="0" noProof="0">
                <a:ln>
                  <a:noFill/>
                </a:ln>
                <a:effectLst/>
                <a:uLnTx/>
                <a:uFillTx/>
                <a:latin typeface="The Group TEXT"/>
                <a:ea typeface="+mn-ea"/>
                <a:cs typeface="+mn-cs"/>
              </a:rPr>
              <a:t>Second text level: Body text in The Group Text Regular 14pt</a:t>
            </a:r>
          </a:p>
          <a:p>
            <a:pPr marL="215900" lvl="2" indent="-215900">
              <a:defRPr/>
            </a:pPr>
            <a:r>
              <a:rPr lang="en-GB"/>
              <a:t>Third text level: First bullet level in The Group Text Regular 14pt</a:t>
            </a:r>
          </a:p>
          <a:p>
            <a:pPr marL="431800" lvl="3" indent="-215900" defTabSz="914400">
              <a:buFont typeface="System Font Regular" panose="020B0604020202020204" pitchFamily="34" charset="0"/>
              <a:buChar char="–"/>
              <a:defRPr/>
            </a:pPr>
            <a:r>
              <a:rPr lang="en-GB">
                <a:latin typeface="The Group TEXT"/>
              </a:rPr>
              <a:t>Fourth text level: </a:t>
            </a:r>
            <a:r>
              <a:rPr lang="en-GB">
                <a:ea typeface="+mn-lt"/>
                <a:cs typeface="+mn-lt"/>
              </a:rPr>
              <a:t>Second bullet level in The Group Text Regular 14pt </a:t>
            </a:r>
            <a:endParaRPr lang="en-GB" sz="1400" b="0" i="0" u="none" strike="noStrike" kern="1200" cap="none" spc="0" normalizeH="0" baseline="0" noProof="0">
              <a:ln>
                <a:noFill/>
              </a:ln>
              <a:effectLst/>
              <a:uLnTx/>
              <a:uFillTx/>
              <a:ea typeface="+mn-lt"/>
              <a:cs typeface="+mn-lt"/>
            </a:endParaRPr>
          </a:p>
          <a:p>
            <a:pPr marL="647700" lvl="4" indent="-215900" defTabSz="914400">
              <a:defRPr/>
            </a:pPr>
            <a:r>
              <a:rPr lang="en-GB">
                <a:ea typeface="+mn-lt"/>
                <a:cs typeface="+mn-lt"/>
              </a:rPr>
              <a:t>Fifth text level: Third bullet level in The Group Text Regular 14pt </a:t>
            </a:r>
            <a:endParaRPr lang="en-GB">
              <a:latin typeface="The Group TEXT"/>
            </a:endParaRPr>
          </a:p>
          <a:p>
            <a:pPr marL="863600" lvl="5" indent="-215900" defTabSz="914400">
              <a:buFont typeface="System Font Regular" pitchFamily="2" charset="2"/>
              <a:buChar char="–"/>
              <a:defRPr/>
            </a:pPr>
            <a:r>
              <a:rPr lang="en-GB">
                <a:ea typeface="+mn-lt"/>
                <a:cs typeface="+mn-lt"/>
              </a:rPr>
              <a:t>Sixth text level: Fourth bullet level in The Group Text Regular 14pt </a:t>
            </a:r>
            <a:endParaRPr lang="en-GB">
              <a:latin typeface="The Group TEXT"/>
            </a:endParaRPr>
          </a:p>
          <a:p>
            <a:pPr marL="1079500" lvl="6" indent="-215900" defTabSz="914400">
              <a:buFont typeface="Arial" pitchFamily="2" charset="2"/>
              <a:defRPr/>
            </a:pPr>
            <a:r>
              <a:rPr lang="en-GB">
                <a:ea typeface="+mn-lt"/>
                <a:cs typeface="+mn-lt"/>
              </a:rPr>
              <a:t>Seventh text level: Fifth bullet level in The Group Text Regular 14pt </a:t>
            </a:r>
          </a:p>
          <a:p>
            <a:pPr marL="1295400" lvl="7" indent="-215900" defTabSz="914400">
              <a:defRPr/>
            </a:pPr>
            <a:r>
              <a:rPr lang="en-GB">
                <a:ea typeface="+mn-lt"/>
                <a:cs typeface="+mn-lt"/>
              </a:rPr>
              <a:t>Eighth text level: Sixth bullet level in The Group Text Regular 14pt </a:t>
            </a:r>
            <a:endParaRPr lang="en-GB">
              <a:latin typeface="The Group TEXT"/>
            </a:endParaRPr>
          </a:p>
        </p:txBody>
      </p:sp>
      <p:sp>
        <p:nvSpPr>
          <p:cNvPr id="5" name="Footer Placeholder 4">
            <a:extLst>
              <a:ext uri="{FF2B5EF4-FFF2-40B4-BE49-F238E27FC236}">
                <a16:creationId xmlns:a16="http://schemas.microsoft.com/office/drawing/2014/main" id="{877DA175-2203-5AD0-9FAA-D6DCD13D14DC}"/>
              </a:ext>
            </a:extLst>
          </p:cNvPr>
          <p:cNvSpPr>
            <a:spLocks noGrp="1"/>
          </p:cNvSpPr>
          <p:nvPr>
            <p:ph type="ftr" sz="quarter" idx="11"/>
          </p:nvPr>
        </p:nvSpPr>
        <p:spPr/>
        <p:txBody>
          <a:bodyPr/>
          <a:lstStyle/>
          <a:p>
            <a:r>
              <a:rPr lang="en-GB"/>
              <a:t>Department K-OE  |  Presentation title  |  CSD-class</a:t>
            </a:r>
          </a:p>
        </p:txBody>
      </p:sp>
      <p:sp>
        <p:nvSpPr>
          <p:cNvPr id="6" name="Date Placeholder 5">
            <a:extLst>
              <a:ext uri="{FF2B5EF4-FFF2-40B4-BE49-F238E27FC236}">
                <a16:creationId xmlns:a16="http://schemas.microsoft.com/office/drawing/2014/main" id="{5FE6A0B7-7118-E87C-3CE6-D4672DF3E859}"/>
              </a:ext>
            </a:extLst>
          </p:cNvPr>
          <p:cNvSpPr>
            <a:spLocks noGrp="1"/>
          </p:cNvSpPr>
          <p:nvPr>
            <p:ph type="dt" sz="half" idx="10"/>
          </p:nvPr>
        </p:nvSpPr>
        <p:spPr/>
        <p:txBody>
          <a:bodyPr/>
          <a:lstStyle/>
          <a:p>
            <a:r>
              <a:rPr lang="de-DE"/>
              <a:t>01.11.2023</a:t>
            </a:r>
            <a:endParaRPr lang="en-GB"/>
          </a:p>
        </p:txBody>
      </p:sp>
      <p:sp>
        <p:nvSpPr>
          <p:cNvPr id="7" name="Slide Number Placeholder 6">
            <a:extLst>
              <a:ext uri="{FF2B5EF4-FFF2-40B4-BE49-F238E27FC236}">
                <a16:creationId xmlns:a16="http://schemas.microsoft.com/office/drawing/2014/main" id="{B4E99960-4C9E-ED41-A99D-0ABE07810657}"/>
              </a:ext>
            </a:extLst>
          </p:cNvPr>
          <p:cNvSpPr>
            <a:spLocks noGrp="1"/>
          </p:cNvSpPr>
          <p:nvPr>
            <p:ph type="sldNum" sz="quarter" idx="12"/>
          </p:nvPr>
        </p:nvSpPr>
        <p:spPr/>
        <p:txBody>
          <a:bodyPr/>
          <a:lstStyle/>
          <a:p>
            <a:fld id="{445898F2-00FF-CD47-84F0-CF0F3C88FCDD}" type="slidenum">
              <a:rPr lang="en-GB" smtClean="0"/>
              <a:t>4</a:t>
            </a:fld>
            <a:endParaRPr lang="en-GB"/>
          </a:p>
        </p:txBody>
      </p:sp>
    </p:spTree>
    <p:extLst>
      <p:ext uri="{BB962C8B-B14F-4D97-AF65-F5344CB8AC3E}">
        <p14:creationId xmlns:p14="http://schemas.microsoft.com/office/powerpoint/2010/main" val="3459254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815CFB84-0391-80A3-9DAA-8C72EFB513D6}"/>
              </a:ext>
            </a:extLst>
          </p:cNvPr>
          <p:cNvSpPr>
            <a:spLocks noGrp="1"/>
          </p:cNvSpPr>
          <p:nvPr>
            <p:ph type="title"/>
          </p:nvPr>
        </p:nvSpPr>
        <p:spPr/>
        <p:txBody>
          <a:bodyPr/>
          <a:lstStyle/>
          <a:p>
            <a:r>
              <a:rPr lang="en-US"/>
              <a:t>Headline in The Group Head Light 28pt, Deep Space Blue</a:t>
            </a:r>
            <a:endParaRPr/>
          </a:p>
        </p:txBody>
      </p:sp>
      <p:sp>
        <p:nvSpPr>
          <p:cNvPr id="17" name="Text Placeholder 16">
            <a:extLst>
              <a:ext uri="{FF2B5EF4-FFF2-40B4-BE49-F238E27FC236}">
                <a16:creationId xmlns:a16="http://schemas.microsoft.com/office/drawing/2014/main" id="{E66B0E3D-FE67-3C7A-AB58-5307ECD81136}"/>
              </a:ext>
            </a:extLst>
          </p:cNvPr>
          <p:cNvSpPr>
            <a:spLocks noGrp="1"/>
          </p:cNvSpPr>
          <p:nvPr>
            <p:ph type="body" sz="quarter" idx="14"/>
          </p:nvPr>
        </p:nvSpPr>
        <p:spPr/>
        <p:txBody>
          <a:bodyPr/>
          <a:lstStyle/>
          <a:p>
            <a:pPr lvl="0"/>
            <a:r>
              <a:rPr lang="en-US" noProof="0"/>
              <a:t>Action title in The Group Head Light 18pt, Vivid Green</a:t>
            </a:r>
          </a:p>
        </p:txBody>
      </p:sp>
      <p:sp>
        <p:nvSpPr>
          <p:cNvPr id="4" name="Text Placeholder 3">
            <a:extLst>
              <a:ext uri="{FF2B5EF4-FFF2-40B4-BE49-F238E27FC236}">
                <a16:creationId xmlns:a16="http://schemas.microsoft.com/office/drawing/2014/main" id="{369A669A-6F7E-680A-76D1-BEBB8BFFE378}"/>
              </a:ext>
            </a:extLst>
          </p:cNvPr>
          <p:cNvSpPr>
            <a:spLocks noGrp="1"/>
          </p:cNvSpPr>
          <p:nvPr>
            <p:ph type="body" sz="quarter" idx="39"/>
          </p:nvPr>
        </p:nvSpPr>
        <p:spPr>
          <a:xfrm>
            <a:off x="407988" y="2225675"/>
            <a:ext cx="3600452" cy="3076575"/>
          </a:xfrm>
        </p:spPr>
        <p:txBody>
          <a:bodyPr/>
          <a:lstStyle/>
          <a:p>
            <a:pPr lvl="0"/>
            <a:r>
              <a:rPr lang="en-GB" noProof="0"/>
              <a:t>Content box headline in The Group Text Regular 22pt</a:t>
            </a:r>
          </a:p>
          <a:p>
            <a:pPr lvl="1"/>
            <a:r>
              <a:rPr lang="en-GB" noProof="0"/>
              <a:t>Subheadline in The Group Text Regular 12pt</a:t>
            </a:r>
          </a:p>
          <a:p>
            <a:pPr lvl="2"/>
            <a:r>
              <a:rPr lang="en-GB" noProof="0"/>
              <a:t>Second text level: Body text in The Group Text Regular 12pt</a:t>
            </a:r>
          </a:p>
          <a:p>
            <a:pPr lvl="3"/>
            <a:r>
              <a:rPr lang="en-GB" noProof="0"/>
              <a:t>Third text level: First bullet level in The Group Text Regular 12pt</a:t>
            </a:r>
          </a:p>
        </p:txBody>
      </p:sp>
      <p:sp>
        <p:nvSpPr>
          <p:cNvPr id="5" name="Text Placeholder 4">
            <a:extLst>
              <a:ext uri="{FF2B5EF4-FFF2-40B4-BE49-F238E27FC236}">
                <a16:creationId xmlns:a16="http://schemas.microsoft.com/office/drawing/2014/main" id="{A539269D-C199-0406-92B8-1257DAE7B3B4}"/>
              </a:ext>
            </a:extLst>
          </p:cNvPr>
          <p:cNvSpPr>
            <a:spLocks noGrp="1"/>
          </p:cNvSpPr>
          <p:nvPr>
            <p:ph type="body" sz="quarter" idx="40"/>
          </p:nvPr>
        </p:nvSpPr>
        <p:spPr>
          <a:xfrm>
            <a:off x="4295774" y="2225675"/>
            <a:ext cx="3600452" cy="3076575"/>
          </a:xfrm>
        </p:spPr>
        <p:txBody>
          <a:bodyPr/>
          <a:lstStyle/>
          <a:p>
            <a:pPr lvl="0"/>
            <a:r>
              <a:rPr lang="en-GB" noProof="0"/>
              <a:t>Content box headline in The Group Text Regular 22pt</a:t>
            </a:r>
          </a:p>
          <a:p>
            <a:pPr lvl="1"/>
            <a:r>
              <a:rPr lang="en-GB" noProof="0"/>
              <a:t>Subheadline in The Group Text Regular 12pt</a:t>
            </a:r>
          </a:p>
          <a:p>
            <a:pPr lvl="2"/>
            <a:r>
              <a:rPr lang="en-GB" noProof="0"/>
              <a:t>Second text level: Body text in The Group Text Regular 12pt</a:t>
            </a:r>
          </a:p>
          <a:p>
            <a:pPr lvl="3"/>
            <a:r>
              <a:rPr lang="en-GB" noProof="0"/>
              <a:t>Third text level: First bullet level in The Group Text Regular 12pt</a:t>
            </a:r>
          </a:p>
        </p:txBody>
      </p:sp>
      <p:sp>
        <p:nvSpPr>
          <p:cNvPr id="6" name="Text Placeholder 5">
            <a:extLst>
              <a:ext uri="{FF2B5EF4-FFF2-40B4-BE49-F238E27FC236}">
                <a16:creationId xmlns:a16="http://schemas.microsoft.com/office/drawing/2014/main" id="{6042BED5-CA13-49C8-AB6E-4705022EFB77}"/>
              </a:ext>
            </a:extLst>
          </p:cNvPr>
          <p:cNvSpPr>
            <a:spLocks noGrp="1"/>
          </p:cNvSpPr>
          <p:nvPr>
            <p:ph type="body" sz="quarter" idx="41"/>
          </p:nvPr>
        </p:nvSpPr>
        <p:spPr>
          <a:xfrm>
            <a:off x="8183560" y="2225675"/>
            <a:ext cx="3600452" cy="3076575"/>
          </a:xfrm>
        </p:spPr>
        <p:txBody>
          <a:bodyPr/>
          <a:lstStyle/>
          <a:p>
            <a:pPr lvl="0"/>
            <a:r>
              <a:rPr lang="en-GB" noProof="0"/>
              <a:t>Content box headline in The Group Text Regular 22pt</a:t>
            </a:r>
          </a:p>
          <a:p>
            <a:pPr lvl="1"/>
            <a:r>
              <a:rPr lang="en-GB" noProof="0"/>
              <a:t>Subheadline in The Group Text Regular 12pt</a:t>
            </a:r>
          </a:p>
          <a:p>
            <a:pPr lvl="2"/>
            <a:r>
              <a:rPr lang="en-GB" noProof="0"/>
              <a:t>Second text level: Body text in The Group Text Regular 12pt</a:t>
            </a:r>
          </a:p>
          <a:p>
            <a:pPr lvl="3"/>
            <a:r>
              <a:rPr lang="en-GB" noProof="0"/>
              <a:t>Third text level: First bullet level in The Group Text Regular 12pt</a:t>
            </a:r>
          </a:p>
        </p:txBody>
      </p:sp>
      <p:sp>
        <p:nvSpPr>
          <p:cNvPr id="8" name="Date Placeholder 7">
            <a:extLst>
              <a:ext uri="{FF2B5EF4-FFF2-40B4-BE49-F238E27FC236}">
                <a16:creationId xmlns:a16="http://schemas.microsoft.com/office/drawing/2014/main" id="{BD82E573-CAB2-85B4-393B-3E1A56A6D906}"/>
              </a:ext>
            </a:extLst>
          </p:cNvPr>
          <p:cNvSpPr>
            <a:spLocks noGrp="1"/>
          </p:cNvSpPr>
          <p:nvPr>
            <p:ph type="dt" sz="half" idx="15"/>
          </p:nvPr>
        </p:nvSpPr>
        <p:spPr>
          <a:xfrm>
            <a:off x="10707152" y="6579882"/>
            <a:ext cx="720000" cy="125999"/>
          </a:xfrm>
        </p:spPr>
        <p:txBody>
          <a:bodyPr/>
          <a:lstStyle/>
          <a:p>
            <a:r>
              <a:rPr lang="de-DE"/>
              <a:t>01.11.2023</a:t>
            </a:r>
            <a:endParaRPr lang="en-GB"/>
          </a:p>
        </p:txBody>
      </p:sp>
      <p:sp>
        <p:nvSpPr>
          <p:cNvPr id="9" name="Slide Number Placeholder 8">
            <a:extLst>
              <a:ext uri="{FF2B5EF4-FFF2-40B4-BE49-F238E27FC236}">
                <a16:creationId xmlns:a16="http://schemas.microsoft.com/office/drawing/2014/main" id="{85DF4401-9E93-33D4-68F0-B933C69D9ECF}"/>
              </a:ext>
            </a:extLst>
          </p:cNvPr>
          <p:cNvSpPr>
            <a:spLocks noGrp="1"/>
          </p:cNvSpPr>
          <p:nvPr>
            <p:ph type="sldNum" sz="quarter" idx="17"/>
          </p:nvPr>
        </p:nvSpPr>
        <p:spPr>
          <a:xfrm>
            <a:off x="11424012" y="6579882"/>
            <a:ext cx="360000" cy="125999"/>
          </a:xfrm>
        </p:spPr>
        <p:txBody>
          <a:bodyPr/>
          <a:lstStyle/>
          <a:p>
            <a:fld id="{445898F2-00FF-CD47-84F0-CF0F3C88FCDD}" type="slidenum">
              <a:rPr lang="en-GB" smtClean="0"/>
              <a:pPr/>
              <a:t>5</a:t>
            </a:fld>
            <a:endParaRPr lang="en-GB"/>
          </a:p>
        </p:txBody>
      </p:sp>
      <p:sp>
        <p:nvSpPr>
          <p:cNvPr id="10" name="Footer Placeholder ">
            <a:extLst>
              <a:ext uri="{FF2B5EF4-FFF2-40B4-BE49-F238E27FC236}">
                <a16:creationId xmlns:a16="http://schemas.microsoft.com/office/drawing/2014/main" id="{C5DC115D-D1A9-529B-0133-B320F4372672}"/>
              </a:ext>
            </a:extLst>
          </p:cNvPr>
          <p:cNvSpPr>
            <a:spLocks noGrp="1"/>
          </p:cNvSpPr>
          <p:nvPr>
            <p:ph type="ftr" sz="quarter" idx="16"/>
          </p:nvPr>
        </p:nvSpPr>
        <p:spPr>
          <a:xfrm>
            <a:off x="407988" y="6579882"/>
            <a:ext cx="10108800" cy="125999"/>
          </a:xfrm>
        </p:spPr>
        <p:txBody>
          <a:bodyPr/>
          <a:lstStyle/>
          <a:p>
            <a:r>
              <a:rPr lang="en-GB" dirty="0"/>
              <a:t>Department K-OE  |  Presentation title  |  CSD-class</a:t>
            </a:r>
          </a:p>
        </p:txBody>
      </p:sp>
    </p:spTree>
    <p:extLst>
      <p:ext uri="{BB962C8B-B14F-4D97-AF65-F5344CB8AC3E}">
        <p14:creationId xmlns:p14="http://schemas.microsoft.com/office/powerpoint/2010/main" val="3857283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umsplatzhalter 9">
            <a:extLst>
              <a:ext uri="{FF2B5EF4-FFF2-40B4-BE49-F238E27FC236}">
                <a16:creationId xmlns:a16="http://schemas.microsoft.com/office/drawing/2014/main" id="{900C4DD7-01B5-DED7-A3A1-388E137CD551}"/>
              </a:ext>
            </a:extLst>
          </p:cNvPr>
          <p:cNvSpPr>
            <a:spLocks noGrp="1"/>
          </p:cNvSpPr>
          <p:nvPr>
            <p:ph type="dt" sz="half" idx="10"/>
          </p:nvPr>
        </p:nvSpPr>
        <p:spPr>
          <a:xfrm>
            <a:off x="10707152" y="6579881"/>
            <a:ext cx="720000" cy="126000"/>
          </a:xfrm>
        </p:spPr>
        <p:txBody>
          <a:bodyPr/>
          <a:lstStyle/>
          <a:p>
            <a:pPr lvl="0"/>
            <a:r>
              <a:rPr lang="de-DE" noProof="0"/>
              <a:t>01.11.2023</a:t>
            </a:r>
            <a:endParaRPr lang="en-GB" noProof="0"/>
          </a:p>
        </p:txBody>
      </p:sp>
      <p:sp>
        <p:nvSpPr>
          <p:cNvPr id="5" name="Fußzeilenplatzhalter 4">
            <a:extLst>
              <a:ext uri="{FF2B5EF4-FFF2-40B4-BE49-F238E27FC236}">
                <a16:creationId xmlns:a16="http://schemas.microsoft.com/office/drawing/2014/main" id="{D8AD1FE0-8252-D6E4-6B34-CDAF05E9A127}"/>
              </a:ext>
            </a:extLst>
          </p:cNvPr>
          <p:cNvSpPr>
            <a:spLocks noGrp="1"/>
          </p:cNvSpPr>
          <p:nvPr>
            <p:ph type="ftr" sz="quarter" idx="11"/>
          </p:nvPr>
        </p:nvSpPr>
        <p:spPr>
          <a:xfrm>
            <a:off x="407988" y="6579881"/>
            <a:ext cx="10108364" cy="126000"/>
          </a:xfrm>
        </p:spPr>
        <p:txBody>
          <a:bodyPr/>
          <a:lstStyle/>
          <a:p>
            <a:pPr lvl="0"/>
            <a:r>
              <a:rPr lang="en-GB" noProof="0" dirty="0"/>
              <a:t>Department K-OE  |  Presentation title  |  CSD-class</a:t>
            </a:r>
          </a:p>
        </p:txBody>
      </p:sp>
      <p:sp>
        <p:nvSpPr>
          <p:cNvPr id="6" name="Foliennummernplatzhalter 5">
            <a:extLst>
              <a:ext uri="{FF2B5EF4-FFF2-40B4-BE49-F238E27FC236}">
                <a16:creationId xmlns:a16="http://schemas.microsoft.com/office/drawing/2014/main" id="{705BCC57-EC88-311A-E5EC-301D505D737B}"/>
              </a:ext>
            </a:extLst>
          </p:cNvPr>
          <p:cNvSpPr>
            <a:spLocks noGrp="1"/>
          </p:cNvSpPr>
          <p:nvPr>
            <p:ph type="sldNum" sz="quarter" idx="12"/>
          </p:nvPr>
        </p:nvSpPr>
        <p:spPr>
          <a:xfrm>
            <a:off x="11427152" y="6579881"/>
            <a:ext cx="360000" cy="126000"/>
          </a:xfrm>
        </p:spPr>
        <p:txBody>
          <a:bodyPr/>
          <a:lstStyle/>
          <a:p>
            <a:pPr lvl="0"/>
            <a:fld id="{53C98C43-8B83-4748-BA0D-B0C90A16569F}" type="slidenum">
              <a:rPr lang="en-GB" noProof="0" smtClean="0"/>
              <a:pPr lvl="0"/>
              <a:t>6</a:t>
            </a:fld>
            <a:endParaRPr lang="en-GB" noProof="0"/>
          </a:p>
        </p:txBody>
      </p:sp>
      <p:sp>
        <p:nvSpPr>
          <p:cNvPr id="8" name="Textplatzhalter 7">
            <a:extLst>
              <a:ext uri="{FF2B5EF4-FFF2-40B4-BE49-F238E27FC236}">
                <a16:creationId xmlns:a16="http://schemas.microsoft.com/office/drawing/2014/main" id="{C141C3E3-8FC4-AFC4-02E1-ADCA80859566}"/>
              </a:ext>
            </a:extLst>
          </p:cNvPr>
          <p:cNvSpPr>
            <a:spLocks noGrp="1"/>
          </p:cNvSpPr>
          <p:nvPr>
            <p:ph type="body" sz="quarter" idx="13"/>
          </p:nvPr>
        </p:nvSpPr>
        <p:spPr>
          <a:xfrm>
            <a:off x="411199" y="4509715"/>
            <a:ext cx="5394960" cy="1943473"/>
          </a:xfrm>
        </p:spPr>
        <p:txBody>
          <a:bodyPr/>
          <a:lstStyle/>
          <a:p>
            <a:r>
              <a:rPr lang="en-GB"/>
              <a:t>Subheadline in The Group Text Bold 14pt</a:t>
            </a:r>
          </a:p>
          <a:p>
            <a:pPr lvl="1"/>
            <a:r>
              <a:rPr lang="en-GB"/>
              <a:t>Second text level: Body text in The Group Text Regular 14pt</a:t>
            </a:r>
          </a:p>
          <a:p>
            <a:pPr lvl="2"/>
            <a:r>
              <a:rPr lang="en-GB"/>
              <a:t>Third text level: First bullet level in The Group Text Regular 14pt</a:t>
            </a:r>
          </a:p>
        </p:txBody>
      </p:sp>
      <p:sp>
        <p:nvSpPr>
          <p:cNvPr id="3" name="Textplatzhalter 2">
            <a:extLst>
              <a:ext uri="{FF2B5EF4-FFF2-40B4-BE49-F238E27FC236}">
                <a16:creationId xmlns:a16="http://schemas.microsoft.com/office/drawing/2014/main" id="{70F0B154-2CA0-34E5-4ECE-E7F5CFFBF575}"/>
              </a:ext>
            </a:extLst>
          </p:cNvPr>
          <p:cNvSpPr>
            <a:spLocks noGrp="1"/>
          </p:cNvSpPr>
          <p:nvPr>
            <p:ph type="body" sz="quarter" idx="22"/>
          </p:nvPr>
        </p:nvSpPr>
        <p:spPr>
          <a:xfrm>
            <a:off x="6389048" y="4509715"/>
            <a:ext cx="5394960" cy="1943473"/>
          </a:xfrm>
        </p:spPr>
        <p:txBody>
          <a:bodyPr/>
          <a:lstStyle/>
          <a:p>
            <a:r>
              <a:rPr lang="en-GB"/>
              <a:t>Subheadline in The Group Text Bold 14pt</a:t>
            </a:r>
          </a:p>
          <a:p>
            <a:pPr lvl="1"/>
            <a:r>
              <a:rPr lang="en-GB"/>
              <a:t>Second text level: Body text in The Group Text Regular 14pt</a:t>
            </a:r>
          </a:p>
          <a:p>
            <a:pPr lvl="2"/>
            <a:r>
              <a:rPr lang="en-GB"/>
              <a:t>Third text level: First bullet level in The Group Text Regular 14pt</a:t>
            </a:r>
          </a:p>
        </p:txBody>
      </p:sp>
      <p:sp>
        <p:nvSpPr>
          <p:cNvPr id="33" name="Picture Placeholder 32">
            <a:extLst>
              <a:ext uri="{FF2B5EF4-FFF2-40B4-BE49-F238E27FC236}">
                <a16:creationId xmlns:a16="http://schemas.microsoft.com/office/drawing/2014/main" id="{6CD3ACEA-92B3-05A8-2369-F00120F2EFE6}"/>
              </a:ext>
            </a:extLst>
          </p:cNvPr>
          <p:cNvSpPr>
            <a:spLocks noGrp="1"/>
          </p:cNvSpPr>
          <p:nvPr>
            <p:ph type="pic" sz="quarter" idx="17"/>
          </p:nvPr>
        </p:nvSpPr>
        <p:spPr/>
        <p:txBody>
          <a:bodyPr/>
          <a:lstStyle/>
          <a:p>
            <a:endParaRPr/>
          </a:p>
        </p:txBody>
      </p:sp>
      <p:sp>
        <p:nvSpPr>
          <p:cNvPr id="34" name="Picture Placeholder 33">
            <a:extLst>
              <a:ext uri="{FF2B5EF4-FFF2-40B4-BE49-F238E27FC236}">
                <a16:creationId xmlns:a16="http://schemas.microsoft.com/office/drawing/2014/main" id="{1EAF8BC6-AD89-EF26-3EC0-26B67384CDBD}"/>
              </a:ext>
            </a:extLst>
          </p:cNvPr>
          <p:cNvSpPr>
            <a:spLocks noGrp="1"/>
          </p:cNvSpPr>
          <p:nvPr>
            <p:ph type="pic" sz="quarter" idx="18"/>
          </p:nvPr>
        </p:nvSpPr>
        <p:spPr/>
        <p:txBody>
          <a:bodyPr/>
          <a:lstStyle/>
          <a:p>
            <a:endParaRPr/>
          </a:p>
        </p:txBody>
      </p:sp>
      <p:sp>
        <p:nvSpPr>
          <p:cNvPr id="40" name="Text Placeholder 39">
            <a:extLst>
              <a:ext uri="{FF2B5EF4-FFF2-40B4-BE49-F238E27FC236}">
                <a16:creationId xmlns:a16="http://schemas.microsoft.com/office/drawing/2014/main" id="{F12216CE-0A38-2B9A-C732-FC192DEE3D55}"/>
              </a:ext>
            </a:extLst>
          </p:cNvPr>
          <p:cNvSpPr>
            <a:spLocks noGrp="1"/>
          </p:cNvSpPr>
          <p:nvPr>
            <p:ph type="body" sz="quarter" idx="14"/>
          </p:nvPr>
        </p:nvSpPr>
        <p:spPr>
          <a:xfrm>
            <a:off x="406400" y="1056085"/>
            <a:ext cx="11380751" cy="276999"/>
          </a:xfrm>
        </p:spPr>
        <p:txBody>
          <a:bodyPr/>
          <a:lstStyle/>
          <a:p>
            <a:pPr lvl="0"/>
            <a:r>
              <a:rPr lang="en-US" noProof="0"/>
              <a:t>Action title in The Group Head Light 18pt, Vivid Green</a:t>
            </a:r>
          </a:p>
        </p:txBody>
      </p:sp>
      <p:sp>
        <p:nvSpPr>
          <p:cNvPr id="7" name="Titel 6">
            <a:extLst>
              <a:ext uri="{FF2B5EF4-FFF2-40B4-BE49-F238E27FC236}">
                <a16:creationId xmlns:a16="http://schemas.microsoft.com/office/drawing/2014/main" id="{E97B68D0-8009-4FC3-BA2C-AF05304A7F12}"/>
              </a:ext>
            </a:extLst>
          </p:cNvPr>
          <p:cNvSpPr>
            <a:spLocks noGrp="1"/>
          </p:cNvSpPr>
          <p:nvPr>
            <p:ph type="title"/>
          </p:nvPr>
        </p:nvSpPr>
        <p:spPr>
          <a:xfrm>
            <a:off x="407987" y="621792"/>
            <a:ext cx="11376021" cy="387798"/>
          </a:xfrm>
        </p:spPr>
        <p:txBody>
          <a:bodyPr/>
          <a:lstStyle/>
          <a:p>
            <a:r>
              <a:rPr lang="en-US"/>
              <a:t>Headline in The Group Head Light 28pt, Deep Space Blue</a:t>
            </a:r>
            <a:endParaRPr lang="en-GB"/>
          </a:p>
        </p:txBody>
      </p:sp>
    </p:spTree>
    <p:extLst>
      <p:ext uri="{BB962C8B-B14F-4D97-AF65-F5344CB8AC3E}">
        <p14:creationId xmlns:p14="http://schemas.microsoft.com/office/powerpoint/2010/main" val="340859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umsplatzhalter 9">
            <a:extLst>
              <a:ext uri="{FF2B5EF4-FFF2-40B4-BE49-F238E27FC236}">
                <a16:creationId xmlns:a16="http://schemas.microsoft.com/office/drawing/2014/main" id="{900C4DD7-01B5-DED7-A3A1-388E137CD551}"/>
              </a:ext>
            </a:extLst>
          </p:cNvPr>
          <p:cNvSpPr>
            <a:spLocks noGrp="1"/>
          </p:cNvSpPr>
          <p:nvPr>
            <p:ph type="dt" sz="half" idx="10"/>
          </p:nvPr>
        </p:nvSpPr>
        <p:spPr>
          <a:xfrm>
            <a:off x="10707152" y="6579881"/>
            <a:ext cx="720000" cy="126000"/>
          </a:xfrm>
        </p:spPr>
        <p:txBody>
          <a:bodyPr/>
          <a:lstStyle/>
          <a:p>
            <a:pPr lvl="0"/>
            <a:r>
              <a:rPr lang="de-DE" noProof="0"/>
              <a:t>01.11.2023</a:t>
            </a:r>
            <a:endParaRPr lang="en-GB" noProof="0"/>
          </a:p>
        </p:txBody>
      </p:sp>
      <p:sp>
        <p:nvSpPr>
          <p:cNvPr id="5" name="Fußzeilenplatzhalter 4">
            <a:extLst>
              <a:ext uri="{FF2B5EF4-FFF2-40B4-BE49-F238E27FC236}">
                <a16:creationId xmlns:a16="http://schemas.microsoft.com/office/drawing/2014/main" id="{D8AD1FE0-8252-D6E4-6B34-CDAF05E9A127}"/>
              </a:ext>
            </a:extLst>
          </p:cNvPr>
          <p:cNvSpPr>
            <a:spLocks noGrp="1"/>
          </p:cNvSpPr>
          <p:nvPr>
            <p:ph type="ftr" sz="quarter" idx="11"/>
          </p:nvPr>
        </p:nvSpPr>
        <p:spPr>
          <a:xfrm>
            <a:off x="407988" y="6579881"/>
            <a:ext cx="10108364" cy="126000"/>
          </a:xfrm>
        </p:spPr>
        <p:txBody>
          <a:bodyPr/>
          <a:lstStyle/>
          <a:p>
            <a:pPr lvl="0"/>
            <a:r>
              <a:rPr lang="en-GB" noProof="0" dirty="0"/>
              <a:t>Department K-OE  |  Presentation title  |  CSD-class</a:t>
            </a:r>
          </a:p>
        </p:txBody>
      </p:sp>
      <p:sp>
        <p:nvSpPr>
          <p:cNvPr id="6" name="Foliennummernplatzhalter 5">
            <a:extLst>
              <a:ext uri="{FF2B5EF4-FFF2-40B4-BE49-F238E27FC236}">
                <a16:creationId xmlns:a16="http://schemas.microsoft.com/office/drawing/2014/main" id="{705BCC57-EC88-311A-E5EC-301D505D737B}"/>
              </a:ext>
            </a:extLst>
          </p:cNvPr>
          <p:cNvSpPr>
            <a:spLocks noGrp="1"/>
          </p:cNvSpPr>
          <p:nvPr>
            <p:ph type="sldNum" sz="quarter" idx="12"/>
          </p:nvPr>
        </p:nvSpPr>
        <p:spPr>
          <a:xfrm>
            <a:off x="11427152" y="6579881"/>
            <a:ext cx="360000" cy="126000"/>
          </a:xfrm>
        </p:spPr>
        <p:txBody>
          <a:bodyPr/>
          <a:lstStyle/>
          <a:p>
            <a:pPr lvl="0"/>
            <a:fld id="{53C98C43-8B83-4748-BA0D-B0C90A16569F}" type="slidenum">
              <a:rPr lang="en-GB" noProof="0" smtClean="0"/>
              <a:pPr lvl="0"/>
              <a:t>7</a:t>
            </a:fld>
            <a:endParaRPr lang="en-GB" noProof="0"/>
          </a:p>
        </p:txBody>
      </p:sp>
      <p:sp>
        <p:nvSpPr>
          <p:cNvPr id="8" name="Textplatzhalter 7">
            <a:extLst>
              <a:ext uri="{FF2B5EF4-FFF2-40B4-BE49-F238E27FC236}">
                <a16:creationId xmlns:a16="http://schemas.microsoft.com/office/drawing/2014/main" id="{C141C3E3-8FC4-AFC4-02E1-ADCA80859566}"/>
              </a:ext>
            </a:extLst>
          </p:cNvPr>
          <p:cNvSpPr>
            <a:spLocks noGrp="1"/>
          </p:cNvSpPr>
          <p:nvPr>
            <p:ph type="body" sz="quarter" idx="13"/>
          </p:nvPr>
        </p:nvSpPr>
        <p:spPr>
          <a:xfrm>
            <a:off x="411199" y="4509715"/>
            <a:ext cx="3520440" cy="1943473"/>
          </a:xfrm>
        </p:spPr>
        <p:txBody>
          <a:bodyPr/>
          <a:lstStyle/>
          <a:p>
            <a:r>
              <a:rPr lang="en-GB"/>
              <a:t>Subheadline in The Group Text Bold 14pt</a:t>
            </a:r>
          </a:p>
          <a:p>
            <a:pPr lvl="1"/>
            <a:r>
              <a:rPr lang="en-GB"/>
              <a:t>Second text level: Body text in The Group Text Regular 14pt</a:t>
            </a:r>
          </a:p>
          <a:p>
            <a:pPr lvl="2"/>
            <a:r>
              <a:rPr lang="en-GB"/>
              <a:t>Third text level: First bullet level in The Group Text Regular 14pt</a:t>
            </a:r>
          </a:p>
        </p:txBody>
      </p:sp>
      <p:sp>
        <p:nvSpPr>
          <p:cNvPr id="32" name="Picture Placeholder 31">
            <a:extLst>
              <a:ext uri="{FF2B5EF4-FFF2-40B4-BE49-F238E27FC236}">
                <a16:creationId xmlns:a16="http://schemas.microsoft.com/office/drawing/2014/main" id="{E4F8F937-71DB-B654-ECF2-C8012061EC8F}"/>
              </a:ext>
            </a:extLst>
          </p:cNvPr>
          <p:cNvSpPr>
            <a:spLocks noGrp="1"/>
          </p:cNvSpPr>
          <p:nvPr>
            <p:ph type="pic" sz="quarter" idx="17"/>
          </p:nvPr>
        </p:nvSpPr>
        <p:spPr/>
        <p:txBody>
          <a:bodyPr/>
          <a:lstStyle/>
          <a:p>
            <a:endParaRPr/>
          </a:p>
        </p:txBody>
      </p:sp>
      <p:sp>
        <p:nvSpPr>
          <p:cNvPr id="33" name="Picture Placeholder 32">
            <a:extLst>
              <a:ext uri="{FF2B5EF4-FFF2-40B4-BE49-F238E27FC236}">
                <a16:creationId xmlns:a16="http://schemas.microsoft.com/office/drawing/2014/main" id="{C03FC468-A559-97F2-8BD6-6AC80D7C1A8A}"/>
              </a:ext>
            </a:extLst>
          </p:cNvPr>
          <p:cNvSpPr>
            <a:spLocks noGrp="1"/>
          </p:cNvSpPr>
          <p:nvPr>
            <p:ph type="pic" sz="quarter" idx="18"/>
          </p:nvPr>
        </p:nvSpPr>
        <p:spPr/>
        <p:txBody>
          <a:bodyPr/>
          <a:lstStyle/>
          <a:p>
            <a:endParaRPr/>
          </a:p>
        </p:txBody>
      </p:sp>
      <p:sp>
        <p:nvSpPr>
          <p:cNvPr id="34" name="Picture Placeholder 33">
            <a:extLst>
              <a:ext uri="{FF2B5EF4-FFF2-40B4-BE49-F238E27FC236}">
                <a16:creationId xmlns:a16="http://schemas.microsoft.com/office/drawing/2014/main" id="{B99A6739-938C-E5A3-75D3-169D5D7420DF}"/>
              </a:ext>
            </a:extLst>
          </p:cNvPr>
          <p:cNvSpPr>
            <a:spLocks noGrp="1"/>
          </p:cNvSpPr>
          <p:nvPr>
            <p:ph type="pic" sz="quarter" idx="19"/>
          </p:nvPr>
        </p:nvSpPr>
        <p:spPr/>
        <p:txBody>
          <a:bodyPr/>
          <a:lstStyle/>
          <a:p>
            <a:endParaRPr/>
          </a:p>
        </p:txBody>
      </p:sp>
      <p:sp>
        <p:nvSpPr>
          <p:cNvPr id="2" name="Textplatzhalter 1">
            <a:extLst>
              <a:ext uri="{FF2B5EF4-FFF2-40B4-BE49-F238E27FC236}">
                <a16:creationId xmlns:a16="http://schemas.microsoft.com/office/drawing/2014/main" id="{3C33F62E-0127-6D42-120A-022ED54EFCA1}"/>
              </a:ext>
            </a:extLst>
          </p:cNvPr>
          <p:cNvSpPr>
            <a:spLocks noGrp="1"/>
          </p:cNvSpPr>
          <p:nvPr>
            <p:ph type="body" sz="quarter" idx="21"/>
          </p:nvPr>
        </p:nvSpPr>
        <p:spPr>
          <a:xfrm>
            <a:off x="4337383" y="4509715"/>
            <a:ext cx="3520440" cy="1943473"/>
          </a:xfrm>
        </p:spPr>
        <p:txBody>
          <a:bodyPr/>
          <a:lstStyle/>
          <a:p>
            <a:r>
              <a:rPr lang="en-GB"/>
              <a:t>Subheadline in The Group Text Bold 14pt</a:t>
            </a:r>
          </a:p>
          <a:p>
            <a:pPr lvl="1"/>
            <a:r>
              <a:rPr lang="en-GB"/>
              <a:t>Second text level: Body text in The Group Text Regular 14pt</a:t>
            </a:r>
          </a:p>
          <a:p>
            <a:pPr lvl="2"/>
            <a:r>
              <a:rPr lang="en-GB"/>
              <a:t>Third text level: First bullet level in The Group Text Regular 14pt</a:t>
            </a:r>
          </a:p>
        </p:txBody>
      </p:sp>
      <p:sp>
        <p:nvSpPr>
          <p:cNvPr id="3" name="Textplatzhalter 2">
            <a:extLst>
              <a:ext uri="{FF2B5EF4-FFF2-40B4-BE49-F238E27FC236}">
                <a16:creationId xmlns:a16="http://schemas.microsoft.com/office/drawing/2014/main" id="{70F0B154-2CA0-34E5-4ECE-E7F5CFFBF575}"/>
              </a:ext>
            </a:extLst>
          </p:cNvPr>
          <p:cNvSpPr>
            <a:spLocks noGrp="1"/>
          </p:cNvSpPr>
          <p:nvPr>
            <p:ph type="body" sz="quarter" idx="22"/>
          </p:nvPr>
        </p:nvSpPr>
        <p:spPr>
          <a:xfrm>
            <a:off x="8263568" y="4509715"/>
            <a:ext cx="3520440" cy="1943473"/>
          </a:xfrm>
        </p:spPr>
        <p:txBody>
          <a:bodyPr/>
          <a:lstStyle/>
          <a:p>
            <a:r>
              <a:rPr lang="en-GB"/>
              <a:t>Subheadline in The Group Text Bold 14pt</a:t>
            </a:r>
          </a:p>
          <a:p>
            <a:pPr lvl="1"/>
            <a:r>
              <a:rPr lang="en-GB"/>
              <a:t>Second text level: Body text in The Group Text Regular 14pt</a:t>
            </a:r>
          </a:p>
          <a:p>
            <a:pPr lvl="2"/>
            <a:r>
              <a:rPr lang="en-GB"/>
              <a:t>Third text level: First bullet level in The Group Text Regular 14pt</a:t>
            </a:r>
          </a:p>
        </p:txBody>
      </p:sp>
      <p:sp>
        <p:nvSpPr>
          <p:cNvPr id="25" name="Text Placeholder 39">
            <a:extLst>
              <a:ext uri="{FF2B5EF4-FFF2-40B4-BE49-F238E27FC236}">
                <a16:creationId xmlns:a16="http://schemas.microsoft.com/office/drawing/2014/main" id="{471AFE5D-0F8C-9B2B-9D04-1D1BC1608D25}"/>
              </a:ext>
            </a:extLst>
          </p:cNvPr>
          <p:cNvSpPr>
            <a:spLocks noGrp="1"/>
          </p:cNvSpPr>
          <p:nvPr>
            <p:ph type="body" sz="quarter" idx="14"/>
          </p:nvPr>
        </p:nvSpPr>
        <p:spPr>
          <a:xfrm>
            <a:off x="406400" y="1056085"/>
            <a:ext cx="11380751" cy="276999"/>
          </a:xfrm>
        </p:spPr>
        <p:txBody>
          <a:bodyPr/>
          <a:lstStyle/>
          <a:p>
            <a:pPr lvl="0"/>
            <a:r>
              <a:rPr lang="en-US" noProof="0"/>
              <a:t>Action title in The Group Head Light 18pt, Vivid Green</a:t>
            </a:r>
          </a:p>
        </p:txBody>
      </p:sp>
      <p:sp>
        <p:nvSpPr>
          <p:cNvPr id="26" name="Titel 6">
            <a:extLst>
              <a:ext uri="{FF2B5EF4-FFF2-40B4-BE49-F238E27FC236}">
                <a16:creationId xmlns:a16="http://schemas.microsoft.com/office/drawing/2014/main" id="{C2289796-4D86-67E9-6CB0-D8EF1C66F7A2}"/>
              </a:ext>
            </a:extLst>
          </p:cNvPr>
          <p:cNvSpPr>
            <a:spLocks noGrp="1"/>
          </p:cNvSpPr>
          <p:nvPr>
            <p:ph type="title"/>
          </p:nvPr>
        </p:nvSpPr>
        <p:spPr>
          <a:xfrm>
            <a:off x="407987" y="621792"/>
            <a:ext cx="11376021" cy="387798"/>
          </a:xfrm>
        </p:spPr>
        <p:txBody>
          <a:bodyPr/>
          <a:lstStyle/>
          <a:p>
            <a:r>
              <a:rPr lang="en-US"/>
              <a:t>Headline in The Group Head Light 28pt, Deep Space Blue</a:t>
            </a:r>
            <a:endParaRPr lang="en-GB"/>
          </a:p>
        </p:txBody>
      </p:sp>
    </p:spTree>
    <p:extLst>
      <p:ext uri="{BB962C8B-B14F-4D97-AF65-F5344CB8AC3E}">
        <p14:creationId xmlns:p14="http://schemas.microsoft.com/office/powerpoint/2010/main" val="22006784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43155-B572-8E7D-B5DB-87C7D702A0F1}"/>
              </a:ext>
            </a:extLst>
          </p:cNvPr>
          <p:cNvSpPr>
            <a:spLocks noGrp="1"/>
          </p:cNvSpPr>
          <p:nvPr>
            <p:ph type="title"/>
          </p:nvPr>
        </p:nvSpPr>
        <p:spPr/>
        <p:txBody>
          <a:bodyPr/>
          <a:lstStyle/>
          <a:p>
            <a:r>
              <a:rPr lang="en-US"/>
              <a:t>Headline in The Group Head Light 28pt, Deep Space Blue</a:t>
            </a:r>
            <a:endParaRPr/>
          </a:p>
        </p:txBody>
      </p:sp>
      <p:sp>
        <p:nvSpPr>
          <p:cNvPr id="3" name="Text Placeholder 2">
            <a:extLst>
              <a:ext uri="{FF2B5EF4-FFF2-40B4-BE49-F238E27FC236}">
                <a16:creationId xmlns:a16="http://schemas.microsoft.com/office/drawing/2014/main" id="{0336B298-1403-BEF9-63B9-504BA428AEFE}"/>
              </a:ext>
            </a:extLst>
          </p:cNvPr>
          <p:cNvSpPr>
            <a:spLocks noGrp="1"/>
          </p:cNvSpPr>
          <p:nvPr>
            <p:ph type="body" sz="quarter" idx="14"/>
          </p:nvPr>
        </p:nvSpPr>
        <p:spPr/>
        <p:txBody>
          <a:bodyPr/>
          <a:lstStyle/>
          <a:p>
            <a:r>
              <a:rPr lang="en-US"/>
              <a:t>Action title in The Group Head Light 18pt, Vivid Green</a:t>
            </a:r>
          </a:p>
        </p:txBody>
      </p:sp>
      <p:sp>
        <p:nvSpPr>
          <p:cNvPr id="4" name="Footer Placeholder 3">
            <a:extLst>
              <a:ext uri="{FF2B5EF4-FFF2-40B4-BE49-F238E27FC236}">
                <a16:creationId xmlns:a16="http://schemas.microsoft.com/office/drawing/2014/main" id="{3193C9B8-1353-E3F5-C886-E318B99CB259}"/>
              </a:ext>
            </a:extLst>
          </p:cNvPr>
          <p:cNvSpPr>
            <a:spLocks noGrp="1"/>
          </p:cNvSpPr>
          <p:nvPr>
            <p:ph type="ftr" sz="quarter" idx="16"/>
          </p:nvPr>
        </p:nvSpPr>
        <p:spPr/>
        <p:txBody>
          <a:bodyPr/>
          <a:lstStyle/>
          <a:p>
            <a:r>
              <a:rPr lang="en-GB"/>
              <a:t>Department K-OE  |  Presentation title  |  CSD-class</a:t>
            </a:r>
          </a:p>
        </p:txBody>
      </p:sp>
      <p:sp>
        <p:nvSpPr>
          <p:cNvPr id="5" name="Date Placeholder 4">
            <a:extLst>
              <a:ext uri="{FF2B5EF4-FFF2-40B4-BE49-F238E27FC236}">
                <a16:creationId xmlns:a16="http://schemas.microsoft.com/office/drawing/2014/main" id="{C3ABAFE5-AAEA-2CDE-BD2B-8607D59F9FD8}"/>
              </a:ext>
            </a:extLst>
          </p:cNvPr>
          <p:cNvSpPr>
            <a:spLocks noGrp="1"/>
          </p:cNvSpPr>
          <p:nvPr>
            <p:ph type="dt" sz="half" idx="15"/>
          </p:nvPr>
        </p:nvSpPr>
        <p:spPr/>
        <p:txBody>
          <a:bodyPr/>
          <a:lstStyle/>
          <a:p>
            <a:r>
              <a:rPr lang="de-DE"/>
              <a:t>01.11.2023</a:t>
            </a:r>
            <a:endParaRPr lang="en-GB"/>
          </a:p>
        </p:txBody>
      </p:sp>
      <p:sp>
        <p:nvSpPr>
          <p:cNvPr id="6" name="Slide Number Placeholder 5">
            <a:extLst>
              <a:ext uri="{FF2B5EF4-FFF2-40B4-BE49-F238E27FC236}">
                <a16:creationId xmlns:a16="http://schemas.microsoft.com/office/drawing/2014/main" id="{EB6B73FE-0510-FBFE-85C6-4FBA83E817F6}"/>
              </a:ext>
            </a:extLst>
          </p:cNvPr>
          <p:cNvSpPr>
            <a:spLocks noGrp="1"/>
          </p:cNvSpPr>
          <p:nvPr>
            <p:ph type="sldNum" sz="quarter" idx="17"/>
          </p:nvPr>
        </p:nvSpPr>
        <p:spPr/>
        <p:txBody>
          <a:bodyPr/>
          <a:lstStyle/>
          <a:p>
            <a:fld id="{445898F2-00FF-CD47-84F0-CF0F3C88FCDD}" type="slidenum">
              <a:rPr lang="en-GB" smtClean="0"/>
              <a:pPr/>
              <a:t>8</a:t>
            </a:fld>
            <a:endParaRPr lang="en-GB"/>
          </a:p>
        </p:txBody>
      </p:sp>
      <p:graphicFrame>
        <p:nvGraphicFramePr>
          <p:cNvPr id="7" name="Chart 6">
            <a:extLst>
              <a:ext uri="{FF2B5EF4-FFF2-40B4-BE49-F238E27FC236}">
                <a16:creationId xmlns:a16="http://schemas.microsoft.com/office/drawing/2014/main" id="{E4960825-82B0-631F-2BC8-2C01FCA06D14}"/>
              </a:ext>
            </a:extLst>
          </p:cNvPr>
          <p:cNvGraphicFramePr/>
          <p:nvPr/>
        </p:nvGraphicFramePr>
        <p:xfrm>
          <a:off x="2590797" y="2571206"/>
          <a:ext cx="7010406" cy="3186127"/>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48">
            <a:extLst>
              <a:ext uri="{FF2B5EF4-FFF2-40B4-BE49-F238E27FC236}">
                <a16:creationId xmlns:a16="http://schemas.microsoft.com/office/drawing/2014/main" id="{723BAADA-DA32-93B5-9377-6C3077FE8588}"/>
              </a:ext>
            </a:extLst>
          </p:cNvPr>
          <p:cNvSpPr txBox="1">
            <a:spLocks/>
          </p:cNvSpPr>
          <p:nvPr/>
        </p:nvSpPr>
        <p:spPr>
          <a:xfrm>
            <a:off x="406400" y="4308666"/>
            <a:ext cx="1981634" cy="101822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b">
            <a:sp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l"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GB" sz="1400" b="1" i="0" u="none" strike="noStrike" kern="1200" cap="none" spc="0" normalizeH="0" baseline="0" noProof="0">
                <a:ln>
                  <a:noFill/>
                </a:ln>
                <a:solidFill>
                  <a:srgbClr val="000000"/>
                </a:solidFill>
                <a:effectLst/>
                <a:uLnTx/>
                <a:uFillTx/>
                <a:latin typeface="The Group TEXT" panose="00000500000000000000" pitchFamily="2" charset="0"/>
                <a:ea typeface="+mn-ea"/>
                <a:cs typeface="+mn-cs"/>
                <a:sym typeface="VWAG TheSans" panose="020B0502050302020203" pitchFamily="34" charset="0"/>
              </a:rPr>
              <a:t>Comparing data </a:t>
            </a:r>
          </a:p>
          <a:p>
            <a:pPr marL="0" marR="0" lvl="0" indent="0" algn="l"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GB" sz="12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sym typeface="VWAG TheSans" panose="020B0502050302020203" pitchFamily="34" charset="0"/>
              </a:rPr>
              <a:t>Use similar colours for similar information. This will make your data simple to read and easy to compare. </a:t>
            </a:r>
          </a:p>
        </p:txBody>
      </p:sp>
      <p:sp>
        <p:nvSpPr>
          <p:cNvPr id="9" name="TextBox 48">
            <a:extLst>
              <a:ext uri="{FF2B5EF4-FFF2-40B4-BE49-F238E27FC236}">
                <a16:creationId xmlns:a16="http://schemas.microsoft.com/office/drawing/2014/main" id="{F978D779-CFE8-C866-8710-836057FC88A1}"/>
              </a:ext>
            </a:extLst>
          </p:cNvPr>
          <p:cNvSpPr txBox="1">
            <a:spLocks/>
          </p:cNvSpPr>
          <p:nvPr/>
        </p:nvSpPr>
        <p:spPr>
          <a:xfrm>
            <a:off x="9802374" y="2523078"/>
            <a:ext cx="1584691" cy="55399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t">
            <a:sp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l"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GB" sz="1200" b="0" i="0" u="none" strike="noStrike" kern="1200" cap="none" spc="0" normalizeH="0" baseline="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Add supporting text </a:t>
            </a:r>
            <a:br>
              <a:rPr kumimoji="0" lang="en-GB" sz="1200" b="0" i="0" u="none" strike="noStrike" kern="1200" cap="none" spc="0" normalizeH="0" baseline="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br>
            <a:r>
              <a:rPr kumimoji="0" lang="en-GB" sz="1200" b="0" i="0" u="none" strike="noStrike" kern="1200" cap="none" spc="0" normalizeH="0" baseline="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or data to highlighted data point</a:t>
            </a:r>
          </a:p>
        </p:txBody>
      </p:sp>
      <p:sp>
        <p:nvSpPr>
          <p:cNvPr id="10" name="Rectangle 9">
            <a:extLst>
              <a:ext uri="{FF2B5EF4-FFF2-40B4-BE49-F238E27FC236}">
                <a16:creationId xmlns:a16="http://schemas.microsoft.com/office/drawing/2014/main" id="{2BD7810E-CF25-0062-ADFA-B96FD2790D76}"/>
              </a:ext>
            </a:extLst>
          </p:cNvPr>
          <p:cNvSpPr/>
          <p:nvPr/>
        </p:nvSpPr>
        <p:spPr>
          <a:xfrm>
            <a:off x="8291945" y="2107004"/>
            <a:ext cx="1007920" cy="3694911"/>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11" name="TextBox 48">
            <a:extLst>
              <a:ext uri="{FF2B5EF4-FFF2-40B4-BE49-F238E27FC236}">
                <a16:creationId xmlns:a16="http://schemas.microsoft.com/office/drawing/2014/main" id="{FBA677C7-7169-4982-70C9-3E648DFF79E4}"/>
              </a:ext>
            </a:extLst>
          </p:cNvPr>
          <p:cNvSpPr txBox="1">
            <a:spLocks/>
          </p:cNvSpPr>
          <p:nvPr/>
        </p:nvSpPr>
        <p:spPr>
          <a:xfrm>
            <a:off x="8489374" y="2213391"/>
            <a:ext cx="613062" cy="303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GB" sz="1600" b="0" i="0" u="none" strike="noStrike" kern="1200" cap="none" spc="0" normalizeH="0" baseline="0" noProof="0">
                <a:ln>
                  <a:noFill/>
                </a:ln>
                <a:solidFill>
                  <a:srgbClr val="008C82"/>
                </a:solidFill>
                <a:effectLst/>
                <a:uLnTx/>
                <a:uFillTx/>
                <a:latin typeface="The Group TEXT" panose="00000500000000000000" pitchFamily="2" charset="0"/>
                <a:ea typeface="+mn-ea"/>
                <a:cs typeface="+mn-cs"/>
                <a:sym typeface="VWAG TheSans" panose="020B0502050302020203" pitchFamily="34" charset="0"/>
              </a:rPr>
              <a:t>+24%</a:t>
            </a:r>
          </a:p>
        </p:txBody>
      </p:sp>
      <p:sp>
        <p:nvSpPr>
          <p:cNvPr id="12" name="TextBox 48">
            <a:extLst>
              <a:ext uri="{FF2B5EF4-FFF2-40B4-BE49-F238E27FC236}">
                <a16:creationId xmlns:a16="http://schemas.microsoft.com/office/drawing/2014/main" id="{EB8692A8-E87F-0B23-647F-2F10742E7443}"/>
              </a:ext>
            </a:extLst>
          </p:cNvPr>
          <p:cNvSpPr txBox="1">
            <a:spLocks/>
          </p:cNvSpPr>
          <p:nvPr/>
        </p:nvSpPr>
        <p:spPr>
          <a:xfrm>
            <a:off x="7168431" y="2213391"/>
            <a:ext cx="613062" cy="303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sym typeface="VWAG TheSans" panose="020B0502050302020203" pitchFamily="34" charset="0"/>
              </a:rPr>
              <a:t>+7%</a:t>
            </a:r>
          </a:p>
        </p:txBody>
      </p:sp>
      <p:sp>
        <p:nvSpPr>
          <p:cNvPr id="13" name="TextBox 48">
            <a:extLst>
              <a:ext uri="{FF2B5EF4-FFF2-40B4-BE49-F238E27FC236}">
                <a16:creationId xmlns:a16="http://schemas.microsoft.com/office/drawing/2014/main" id="{FAAF13E8-EB2C-55B1-5852-558EF0CAFE70}"/>
              </a:ext>
            </a:extLst>
          </p:cNvPr>
          <p:cNvSpPr txBox="1">
            <a:spLocks/>
          </p:cNvSpPr>
          <p:nvPr/>
        </p:nvSpPr>
        <p:spPr>
          <a:xfrm>
            <a:off x="5847487" y="2213391"/>
            <a:ext cx="613062" cy="303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sym typeface="VWAG TheSans" panose="020B0502050302020203" pitchFamily="34" charset="0"/>
              </a:rPr>
              <a:t>+5%</a:t>
            </a:r>
          </a:p>
        </p:txBody>
      </p:sp>
      <p:sp>
        <p:nvSpPr>
          <p:cNvPr id="14" name="TextBox 48">
            <a:extLst>
              <a:ext uri="{FF2B5EF4-FFF2-40B4-BE49-F238E27FC236}">
                <a16:creationId xmlns:a16="http://schemas.microsoft.com/office/drawing/2014/main" id="{A45976F4-6180-9B3E-5CA6-9B69078622EB}"/>
              </a:ext>
            </a:extLst>
          </p:cNvPr>
          <p:cNvSpPr txBox="1">
            <a:spLocks/>
          </p:cNvSpPr>
          <p:nvPr/>
        </p:nvSpPr>
        <p:spPr>
          <a:xfrm>
            <a:off x="4526543" y="2213391"/>
            <a:ext cx="613062" cy="303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sym typeface="VWAG TheSans" panose="020B0502050302020203" pitchFamily="34" charset="0"/>
              </a:rPr>
              <a:t>+12%</a:t>
            </a:r>
          </a:p>
        </p:txBody>
      </p:sp>
      <p:sp>
        <p:nvSpPr>
          <p:cNvPr id="15" name="TextBox 48">
            <a:extLst>
              <a:ext uri="{FF2B5EF4-FFF2-40B4-BE49-F238E27FC236}">
                <a16:creationId xmlns:a16="http://schemas.microsoft.com/office/drawing/2014/main" id="{1706A547-BD71-D83C-82A7-0A58A194455C}"/>
              </a:ext>
            </a:extLst>
          </p:cNvPr>
          <p:cNvSpPr txBox="1">
            <a:spLocks/>
          </p:cNvSpPr>
          <p:nvPr/>
        </p:nvSpPr>
        <p:spPr>
          <a:xfrm>
            <a:off x="3205599" y="2213391"/>
            <a:ext cx="613062" cy="303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no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ctr"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sym typeface="VWAG TheSans" panose="020B0502050302020203" pitchFamily="34" charset="0"/>
              </a:rPr>
              <a:t>+10%</a:t>
            </a:r>
          </a:p>
        </p:txBody>
      </p:sp>
      <p:cxnSp>
        <p:nvCxnSpPr>
          <p:cNvPr id="16" name="Straight Connector 15">
            <a:extLst>
              <a:ext uri="{FF2B5EF4-FFF2-40B4-BE49-F238E27FC236}">
                <a16:creationId xmlns:a16="http://schemas.microsoft.com/office/drawing/2014/main" id="{5D70A314-EE98-7AA7-9F67-7A0C44A9E375}"/>
              </a:ext>
            </a:extLst>
          </p:cNvPr>
          <p:cNvCxnSpPr/>
          <p:nvPr/>
        </p:nvCxnSpPr>
        <p:spPr>
          <a:xfrm>
            <a:off x="9299865" y="2612770"/>
            <a:ext cx="384462" cy="0"/>
          </a:xfrm>
          <a:prstGeom prst="lin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cxnSp>
      <p:pic>
        <p:nvPicPr>
          <p:cNvPr id="17" name="Grafik 68">
            <a:extLst>
              <a:ext uri="{FF2B5EF4-FFF2-40B4-BE49-F238E27FC236}">
                <a16:creationId xmlns:a16="http://schemas.microsoft.com/office/drawing/2014/main" id="{DBF3BF95-D3AD-893A-B6F7-98381451713E}"/>
              </a:ext>
            </a:extLst>
          </p:cNvPr>
          <p:cNvPicPr>
            <a:picLocks noChangeAspect="1"/>
          </p:cNvPicPr>
          <p:nvPr/>
        </p:nvPicPr>
        <p:blipFill>
          <a:blip r:embed="rId3"/>
          <a:stretch>
            <a:fillRect/>
          </a:stretch>
        </p:blipFill>
        <p:spPr>
          <a:xfrm>
            <a:off x="404811" y="3899473"/>
            <a:ext cx="400124" cy="269562"/>
          </a:xfrm>
          <a:prstGeom prst="rect">
            <a:avLst/>
          </a:prstGeom>
        </p:spPr>
      </p:pic>
    </p:spTree>
    <p:extLst>
      <p:ext uri="{BB962C8B-B14F-4D97-AF65-F5344CB8AC3E}">
        <p14:creationId xmlns:p14="http://schemas.microsoft.com/office/powerpoint/2010/main" val="718936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umsplatzhalter 9">
            <a:extLst>
              <a:ext uri="{FF2B5EF4-FFF2-40B4-BE49-F238E27FC236}">
                <a16:creationId xmlns:a16="http://schemas.microsoft.com/office/drawing/2014/main" id="{F66EA8C3-19BC-C241-280B-69F418622F9B}"/>
              </a:ext>
            </a:extLst>
          </p:cNvPr>
          <p:cNvSpPr>
            <a:spLocks noGrp="1"/>
          </p:cNvSpPr>
          <p:nvPr>
            <p:ph type="dt" sz="half" idx="10"/>
          </p:nvPr>
        </p:nvSpPr>
        <p:spPr>
          <a:xfrm>
            <a:off x="10707152" y="6579881"/>
            <a:ext cx="720000" cy="126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srgbClr val="809399"/>
                </a:solidFill>
                <a:effectLst/>
                <a:uLnTx/>
                <a:uFillTx/>
                <a:latin typeface="The Group TEXT"/>
                <a:ea typeface="+mn-ea"/>
                <a:cs typeface="+mn-cs"/>
              </a:rPr>
              <a:t>01.11.2023</a:t>
            </a:r>
            <a:endParaRPr kumimoji="0" lang="en-GB" sz="800" b="0" i="0" u="none" strike="noStrike" kern="1200" cap="none" spc="0" normalizeH="0" baseline="0" noProof="0">
              <a:ln>
                <a:noFill/>
              </a:ln>
              <a:solidFill>
                <a:srgbClr val="809399"/>
              </a:solidFill>
              <a:effectLst/>
              <a:uLnTx/>
              <a:uFillTx/>
              <a:latin typeface="The Group TEXT"/>
              <a:ea typeface="+mn-ea"/>
              <a:cs typeface="+mn-cs"/>
            </a:endParaRPr>
          </a:p>
        </p:txBody>
      </p:sp>
      <p:sp>
        <p:nvSpPr>
          <p:cNvPr id="5" name="Fußzeilenplatzhalter 4">
            <a:extLst>
              <a:ext uri="{FF2B5EF4-FFF2-40B4-BE49-F238E27FC236}">
                <a16:creationId xmlns:a16="http://schemas.microsoft.com/office/drawing/2014/main" id="{D8AD1FE0-8252-D6E4-6B34-CDAF05E9A127}"/>
              </a:ext>
            </a:extLst>
          </p:cNvPr>
          <p:cNvSpPr>
            <a:spLocks noGrp="1"/>
          </p:cNvSpPr>
          <p:nvPr>
            <p:ph type="ftr" sz="quarter" idx="11"/>
          </p:nvPr>
        </p:nvSpPr>
        <p:spPr>
          <a:xfrm>
            <a:off x="407988" y="6579881"/>
            <a:ext cx="10108364" cy="126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809399"/>
                </a:solidFill>
                <a:effectLst/>
                <a:uLnTx/>
                <a:uFillTx/>
                <a:latin typeface="The Group TEXT"/>
                <a:ea typeface="+mn-ea"/>
                <a:cs typeface="+mn-cs"/>
              </a:rPr>
              <a:t>Department K-OE  |  Presentation title  |  CSD-class</a:t>
            </a:r>
          </a:p>
        </p:txBody>
      </p:sp>
      <p:sp>
        <p:nvSpPr>
          <p:cNvPr id="6" name="Foliennummernplatzhalter 5">
            <a:extLst>
              <a:ext uri="{FF2B5EF4-FFF2-40B4-BE49-F238E27FC236}">
                <a16:creationId xmlns:a16="http://schemas.microsoft.com/office/drawing/2014/main" id="{705BCC57-EC88-311A-E5EC-301D505D737B}"/>
              </a:ext>
            </a:extLst>
          </p:cNvPr>
          <p:cNvSpPr>
            <a:spLocks noGrp="1"/>
          </p:cNvSpPr>
          <p:nvPr>
            <p:ph type="sldNum" sz="quarter" idx="12"/>
          </p:nvPr>
        </p:nvSpPr>
        <p:spPr>
          <a:xfrm>
            <a:off x="11427152" y="6579881"/>
            <a:ext cx="360000" cy="126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C98C43-8B83-4748-BA0D-B0C90A16569F}" type="slidenum">
              <a:rPr kumimoji="0" lang="en-GB" sz="800" b="0" i="0" u="none" strike="noStrike" kern="1200" cap="none" spc="0" normalizeH="0" baseline="0" noProof="0" smtClean="0">
                <a:ln>
                  <a:noFill/>
                </a:ln>
                <a:solidFill>
                  <a:srgbClr val="809399"/>
                </a:solidFill>
                <a:effectLst/>
                <a:uLnTx/>
                <a:uFillTx/>
                <a:latin typeface="The Group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809399"/>
              </a:solidFill>
              <a:effectLst/>
              <a:uLnTx/>
              <a:uFillTx/>
              <a:latin typeface="The Group TEXT"/>
              <a:ea typeface="+mn-ea"/>
              <a:cs typeface="+mn-cs"/>
            </a:endParaRPr>
          </a:p>
        </p:txBody>
      </p:sp>
      <p:sp>
        <p:nvSpPr>
          <p:cNvPr id="39" name="Text Placeholder 38">
            <a:extLst>
              <a:ext uri="{FF2B5EF4-FFF2-40B4-BE49-F238E27FC236}">
                <a16:creationId xmlns:a16="http://schemas.microsoft.com/office/drawing/2014/main" id="{267478A7-C1DD-7CB0-8E2F-D5D971259BDF}"/>
              </a:ext>
            </a:extLst>
          </p:cNvPr>
          <p:cNvSpPr>
            <a:spLocks noGrp="1"/>
          </p:cNvSpPr>
          <p:nvPr>
            <p:ph type="body" sz="quarter" idx="13"/>
          </p:nvPr>
        </p:nvSpPr>
        <p:spPr bwMode="black">
          <a:xfrm>
            <a:off x="406800" y="1848473"/>
            <a:ext cx="5544739" cy="851515"/>
          </a:xfrm>
        </p:spPr>
        <p:txBody>
          <a:bodyPr/>
          <a:lstStyle/>
          <a:p>
            <a:pPr lvl="0"/>
            <a:r>
              <a:rPr lang="en-GB" noProof="0"/>
              <a:t>Subheadline in The Group Text Bold 14pt</a:t>
            </a:r>
          </a:p>
          <a:p>
            <a:pPr lvl="1"/>
            <a:r>
              <a:rPr lang="en-GB" noProof="0"/>
              <a:t>Second text level: Body text in The Group Text Regular 14pt</a:t>
            </a:r>
          </a:p>
          <a:p>
            <a:pPr lvl="2"/>
            <a:r>
              <a:rPr lang="en-GB" noProof="0"/>
              <a:t>Third text level: First bullet level in The Group Text Regular 14pt</a:t>
            </a:r>
          </a:p>
        </p:txBody>
      </p:sp>
      <p:sp>
        <p:nvSpPr>
          <p:cNvPr id="2" name="Textplatzhalter 1">
            <a:extLst>
              <a:ext uri="{FF2B5EF4-FFF2-40B4-BE49-F238E27FC236}">
                <a16:creationId xmlns:a16="http://schemas.microsoft.com/office/drawing/2014/main" id="{3C33F62E-0127-6D42-120A-022ED54EFCA1}"/>
              </a:ext>
            </a:extLst>
          </p:cNvPr>
          <p:cNvSpPr>
            <a:spLocks noGrp="1"/>
          </p:cNvSpPr>
          <p:nvPr>
            <p:ph type="body" sz="quarter" idx="19"/>
          </p:nvPr>
        </p:nvSpPr>
        <p:spPr>
          <a:xfrm>
            <a:off x="6240452" y="1848473"/>
            <a:ext cx="5545905" cy="215444"/>
          </a:xfrm>
        </p:spPr>
        <p:txBody>
          <a:bodyPr/>
          <a:lstStyle/>
          <a:p>
            <a:r>
              <a:rPr lang="en-GB"/>
              <a:t>Placeholder for a chart title</a:t>
            </a:r>
          </a:p>
        </p:txBody>
      </p:sp>
      <p:sp>
        <p:nvSpPr>
          <p:cNvPr id="3" name="Textplatzhalter 2">
            <a:extLst>
              <a:ext uri="{FF2B5EF4-FFF2-40B4-BE49-F238E27FC236}">
                <a16:creationId xmlns:a16="http://schemas.microsoft.com/office/drawing/2014/main" id="{7042C0DC-5BE1-4F24-BA64-1D7FC5650D2E}"/>
              </a:ext>
            </a:extLst>
          </p:cNvPr>
          <p:cNvSpPr>
            <a:spLocks noGrp="1"/>
          </p:cNvSpPr>
          <p:nvPr>
            <p:ph type="body" sz="quarter" idx="20"/>
          </p:nvPr>
        </p:nvSpPr>
        <p:spPr bwMode="black">
          <a:xfrm>
            <a:off x="6238480" y="6330076"/>
            <a:ext cx="5550301" cy="123111"/>
          </a:xfrm>
        </p:spPr>
        <p:txBody>
          <a:bodyPr/>
          <a:lstStyle/>
          <a:p>
            <a:r>
              <a:rPr lang="en-GB"/>
              <a:t>Placeholder for a footnote/source</a:t>
            </a:r>
          </a:p>
        </p:txBody>
      </p:sp>
      <p:sp>
        <p:nvSpPr>
          <p:cNvPr id="9" name="Textplatzhalter 8">
            <a:extLst>
              <a:ext uri="{FF2B5EF4-FFF2-40B4-BE49-F238E27FC236}">
                <a16:creationId xmlns:a16="http://schemas.microsoft.com/office/drawing/2014/main" id="{9276B621-512E-E3E0-A4CB-BA8D7173762A}"/>
              </a:ext>
            </a:extLst>
          </p:cNvPr>
          <p:cNvSpPr>
            <a:spLocks noGrp="1"/>
          </p:cNvSpPr>
          <p:nvPr>
            <p:ph type="body" sz="quarter" idx="21"/>
          </p:nvPr>
        </p:nvSpPr>
        <p:spPr bwMode="black">
          <a:xfrm>
            <a:off x="6240484" y="2117611"/>
            <a:ext cx="5548256" cy="215444"/>
          </a:xfrm>
        </p:spPr>
        <p:txBody>
          <a:bodyPr/>
          <a:lstStyle/>
          <a:p>
            <a:r>
              <a:rPr lang="en-GB"/>
              <a:t>Unit measure</a:t>
            </a:r>
          </a:p>
        </p:txBody>
      </p:sp>
      <p:graphicFrame>
        <p:nvGraphicFramePr>
          <p:cNvPr id="13" name="Diagramm 5">
            <a:extLst>
              <a:ext uri="{FF2B5EF4-FFF2-40B4-BE49-F238E27FC236}">
                <a16:creationId xmlns:a16="http://schemas.microsoft.com/office/drawing/2014/main" id="{2626290F-DA02-729A-5CEF-2C940E02EDE0}"/>
              </a:ext>
            </a:extLst>
          </p:cNvPr>
          <p:cNvGraphicFramePr>
            <a:graphicFrameLocks noGrp="1"/>
          </p:cNvGraphicFramePr>
          <p:nvPr>
            <p:ph type="chart" sz="quarter" idx="22"/>
          </p:nvPr>
        </p:nvGraphicFramePr>
        <p:xfrm>
          <a:off x="6240463" y="2386013"/>
          <a:ext cx="5546725" cy="3910012"/>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Placeholder 39">
            <a:extLst>
              <a:ext uri="{FF2B5EF4-FFF2-40B4-BE49-F238E27FC236}">
                <a16:creationId xmlns:a16="http://schemas.microsoft.com/office/drawing/2014/main" id="{195399C0-4731-4ED0-7452-E814F84ADDDA}"/>
              </a:ext>
            </a:extLst>
          </p:cNvPr>
          <p:cNvSpPr>
            <a:spLocks noGrp="1"/>
          </p:cNvSpPr>
          <p:nvPr>
            <p:ph type="body" sz="quarter" idx="14"/>
          </p:nvPr>
        </p:nvSpPr>
        <p:spPr>
          <a:xfrm>
            <a:off x="406400" y="1056085"/>
            <a:ext cx="11380751" cy="276999"/>
          </a:xfrm>
        </p:spPr>
        <p:txBody>
          <a:bodyPr/>
          <a:lstStyle/>
          <a:p>
            <a:pPr lvl="0"/>
            <a:r>
              <a:rPr lang="en-US" noProof="0"/>
              <a:t>Action title in The Group Head Light 18pt, Vivid Green</a:t>
            </a:r>
          </a:p>
        </p:txBody>
      </p:sp>
      <p:sp>
        <p:nvSpPr>
          <p:cNvPr id="23" name="Titel 6">
            <a:extLst>
              <a:ext uri="{FF2B5EF4-FFF2-40B4-BE49-F238E27FC236}">
                <a16:creationId xmlns:a16="http://schemas.microsoft.com/office/drawing/2014/main" id="{250599BD-9A81-C3C9-22EC-88415020E418}"/>
              </a:ext>
            </a:extLst>
          </p:cNvPr>
          <p:cNvSpPr>
            <a:spLocks noGrp="1"/>
          </p:cNvSpPr>
          <p:nvPr>
            <p:ph type="title"/>
          </p:nvPr>
        </p:nvSpPr>
        <p:spPr>
          <a:xfrm>
            <a:off x="407988" y="644077"/>
            <a:ext cx="11376025" cy="387798"/>
          </a:xfrm>
        </p:spPr>
        <p:txBody>
          <a:bodyPr/>
          <a:lstStyle/>
          <a:p>
            <a:r>
              <a:rPr lang="en-US"/>
              <a:t>Headline in The Group Head Light 28pt, Deep Space Blue</a:t>
            </a:r>
            <a:endParaRPr lang="en-GB"/>
          </a:p>
        </p:txBody>
      </p:sp>
    </p:spTree>
    <p:extLst>
      <p:ext uri="{BB962C8B-B14F-4D97-AF65-F5344CB8AC3E}">
        <p14:creationId xmlns:p14="http://schemas.microsoft.com/office/powerpoint/2010/main" val="707833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5803F-2A2E-B7A3-A06E-31D606AAEC52}"/>
              </a:ext>
            </a:extLst>
          </p:cNvPr>
          <p:cNvSpPr>
            <a:spLocks noGrp="1"/>
          </p:cNvSpPr>
          <p:nvPr>
            <p:ph type="title"/>
          </p:nvPr>
        </p:nvSpPr>
        <p:spPr/>
        <p:txBody>
          <a:bodyPr/>
          <a:lstStyle/>
          <a:p>
            <a:r>
              <a:rPr lang="en-GB"/>
              <a:t>Phase diagram</a:t>
            </a:r>
          </a:p>
        </p:txBody>
      </p:sp>
      <p:sp>
        <p:nvSpPr>
          <p:cNvPr id="3" name="Text Placeholder 2">
            <a:extLst>
              <a:ext uri="{FF2B5EF4-FFF2-40B4-BE49-F238E27FC236}">
                <a16:creationId xmlns:a16="http://schemas.microsoft.com/office/drawing/2014/main" id="{C4DB6EE7-BB9E-B507-EDCF-AAE70D71F3DE}"/>
              </a:ext>
            </a:extLst>
          </p:cNvPr>
          <p:cNvSpPr>
            <a:spLocks noGrp="1"/>
          </p:cNvSpPr>
          <p:nvPr>
            <p:ph type="body" sz="quarter" idx="14"/>
          </p:nvPr>
        </p:nvSpPr>
        <p:spPr>
          <a:xfrm>
            <a:off x="406400" y="1056085"/>
            <a:ext cx="11380751" cy="276999"/>
          </a:xfrm>
        </p:spPr>
        <p:txBody>
          <a:bodyPr/>
          <a:lstStyle/>
          <a:p>
            <a:r>
              <a:rPr lang="en-GB"/>
              <a:t>How to overcome complexity</a:t>
            </a:r>
          </a:p>
        </p:txBody>
      </p:sp>
      <p:sp>
        <p:nvSpPr>
          <p:cNvPr id="4" name="Footer Placeholder 3">
            <a:extLst>
              <a:ext uri="{FF2B5EF4-FFF2-40B4-BE49-F238E27FC236}">
                <a16:creationId xmlns:a16="http://schemas.microsoft.com/office/drawing/2014/main" id="{95ED6BD2-1EF9-DF5C-CFDF-B464EA3F7BD6}"/>
              </a:ext>
            </a:extLst>
          </p:cNvPr>
          <p:cNvSpPr>
            <a:spLocks noGrp="1"/>
          </p:cNvSpPr>
          <p:nvPr>
            <p:ph type="ftr" sz="quarter" idx="16"/>
          </p:nvPr>
        </p:nvSpPr>
        <p:spPr/>
        <p:txBody>
          <a:bodyPr/>
          <a:lstStyle/>
          <a:p>
            <a:r>
              <a:rPr lang="en-GB"/>
              <a:t>Department K-OE  |  Presentation title  |  CSD-class</a:t>
            </a:r>
          </a:p>
        </p:txBody>
      </p:sp>
      <p:sp>
        <p:nvSpPr>
          <p:cNvPr id="5" name="Date Placeholder 4">
            <a:extLst>
              <a:ext uri="{FF2B5EF4-FFF2-40B4-BE49-F238E27FC236}">
                <a16:creationId xmlns:a16="http://schemas.microsoft.com/office/drawing/2014/main" id="{634C16A3-6370-E69F-4005-59EC8CD38F96}"/>
              </a:ext>
            </a:extLst>
          </p:cNvPr>
          <p:cNvSpPr>
            <a:spLocks noGrp="1"/>
          </p:cNvSpPr>
          <p:nvPr>
            <p:ph type="dt" sz="half" idx="15"/>
          </p:nvPr>
        </p:nvSpPr>
        <p:spPr/>
        <p:txBody>
          <a:bodyPr/>
          <a:lstStyle/>
          <a:p>
            <a:r>
              <a:rPr lang="de-DE"/>
              <a:t>01.11.2023</a:t>
            </a:r>
            <a:endParaRPr lang="en-GB"/>
          </a:p>
        </p:txBody>
      </p:sp>
      <p:sp>
        <p:nvSpPr>
          <p:cNvPr id="6" name="Slide Number Placeholder 5">
            <a:extLst>
              <a:ext uri="{FF2B5EF4-FFF2-40B4-BE49-F238E27FC236}">
                <a16:creationId xmlns:a16="http://schemas.microsoft.com/office/drawing/2014/main" id="{A921DACD-AF44-9107-91E6-FA10A64F5FE7}"/>
              </a:ext>
            </a:extLst>
          </p:cNvPr>
          <p:cNvSpPr>
            <a:spLocks noGrp="1"/>
          </p:cNvSpPr>
          <p:nvPr>
            <p:ph type="sldNum" sz="quarter" idx="17"/>
          </p:nvPr>
        </p:nvSpPr>
        <p:spPr/>
        <p:txBody>
          <a:bodyPr/>
          <a:lstStyle/>
          <a:p>
            <a:fld id="{445898F2-00FF-CD47-84F0-CF0F3C88FCDD}" type="slidenum">
              <a:rPr lang="en-GB" smtClean="0"/>
              <a:pPr/>
              <a:t>10</a:t>
            </a:fld>
            <a:endParaRPr lang="en-GB"/>
          </a:p>
        </p:txBody>
      </p:sp>
      <p:grpSp>
        <p:nvGrpSpPr>
          <p:cNvPr id="7" name="Group 6">
            <a:extLst>
              <a:ext uri="{FF2B5EF4-FFF2-40B4-BE49-F238E27FC236}">
                <a16:creationId xmlns:a16="http://schemas.microsoft.com/office/drawing/2014/main" id="{4BBFE97E-2FA1-78EB-2D4A-5CCD6939E993}"/>
              </a:ext>
            </a:extLst>
          </p:cNvPr>
          <p:cNvGrpSpPr/>
          <p:nvPr/>
        </p:nvGrpSpPr>
        <p:grpSpPr>
          <a:xfrm>
            <a:off x="3171120" y="1700954"/>
            <a:ext cx="5798119" cy="3650597"/>
            <a:chOff x="3171120" y="1700955"/>
            <a:chExt cx="5798119" cy="3392116"/>
          </a:xfrm>
        </p:grpSpPr>
        <p:cxnSp>
          <p:nvCxnSpPr>
            <p:cNvPr id="8" name="Straight Connector 7">
              <a:extLst>
                <a:ext uri="{FF2B5EF4-FFF2-40B4-BE49-F238E27FC236}">
                  <a16:creationId xmlns:a16="http://schemas.microsoft.com/office/drawing/2014/main" id="{0714E07F-F4F8-ECAE-EE0C-36731AA1B79F}"/>
                </a:ext>
              </a:extLst>
            </p:cNvPr>
            <p:cNvCxnSpPr>
              <a:cxnSpLocks/>
            </p:cNvCxnSpPr>
            <p:nvPr/>
          </p:nvCxnSpPr>
          <p:spPr>
            <a:xfrm>
              <a:off x="6053963" y="1700955"/>
              <a:ext cx="0" cy="3392116"/>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0F2E166-E77D-D233-5B97-3B9348FA8551}"/>
                </a:ext>
              </a:extLst>
            </p:cNvPr>
            <p:cNvCxnSpPr>
              <a:cxnSpLocks/>
            </p:cNvCxnSpPr>
            <p:nvPr/>
          </p:nvCxnSpPr>
          <p:spPr>
            <a:xfrm>
              <a:off x="8969239" y="1700955"/>
              <a:ext cx="0" cy="3392116"/>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90AD1B-4D55-852B-5708-2030AB9720BD}"/>
                </a:ext>
              </a:extLst>
            </p:cNvPr>
            <p:cNvCxnSpPr>
              <a:cxnSpLocks/>
            </p:cNvCxnSpPr>
            <p:nvPr/>
          </p:nvCxnSpPr>
          <p:spPr>
            <a:xfrm>
              <a:off x="3171120" y="1700955"/>
              <a:ext cx="0" cy="3392116"/>
            </a:xfrm>
            <a:prstGeom prst="line">
              <a:avLst/>
            </a:prstGeom>
            <a:ln w="9525">
              <a:solidFill>
                <a:schemeClr val="accent2"/>
              </a:solidFill>
              <a:tailEnd type="arrow" w="med" len="sm"/>
            </a:ln>
          </p:spPr>
          <p:style>
            <a:lnRef idx="1">
              <a:schemeClr val="accent1"/>
            </a:lnRef>
            <a:fillRef idx="0">
              <a:schemeClr val="accent1"/>
            </a:fillRef>
            <a:effectRef idx="0">
              <a:schemeClr val="accent1"/>
            </a:effectRef>
            <a:fontRef idx="minor">
              <a:schemeClr val="tx1"/>
            </a:fontRef>
          </p:style>
        </p:cxnSp>
      </p:grpSp>
      <p:sp>
        <p:nvSpPr>
          <p:cNvPr id="11" name="Pentagon 45">
            <a:extLst>
              <a:ext uri="{FF2B5EF4-FFF2-40B4-BE49-F238E27FC236}">
                <a16:creationId xmlns:a16="http://schemas.microsoft.com/office/drawing/2014/main" id="{DB63E019-A1C1-AA01-D7C9-C6CC9C2FC720}"/>
              </a:ext>
            </a:extLst>
          </p:cNvPr>
          <p:cNvSpPr/>
          <p:nvPr/>
        </p:nvSpPr>
        <p:spPr>
          <a:xfrm>
            <a:off x="402206" y="2504935"/>
            <a:ext cx="11380751" cy="416898"/>
          </a:xfrm>
          <a:prstGeom prst="homePlate">
            <a:avLst/>
          </a:prstGeom>
          <a:solidFill>
            <a:srgbClr val="D9EEE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180000" bIns="72000" rtlCol="0" anchor="ctr" anchorCtr="0"/>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REPORTED STATUS</a:t>
            </a:r>
          </a:p>
        </p:txBody>
      </p:sp>
      <p:sp>
        <p:nvSpPr>
          <p:cNvPr id="12" name="Pentagon 46">
            <a:extLst>
              <a:ext uri="{FF2B5EF4-FFF2-40B4-BE49-F238E27FC236}">
                <a16:creationId xmlns:a16="http://schemas.microsoft.com/office/drawing/2014/main" id="{AA56C069-3519-CA8C-BD1C-174A261A6269}"/>
              </a:ext>
            </a:extLst>
          </p:cNvPr>
          <p:cNvSpPr/>
          <p:nvPr/>
        </p:nvSpPr>
        <p:spPr>
          <a:xfrm>
            <a:off x="402206" y="3184845"/>
            <a:ext cx="11380751" cy="416898"/>
          </a:xfrm>
          <a:prstGeom prst="homePlate">
            <a:avLst/>
          </a:prstGeom>
          <a:solidFill>
            <a:srgbClr val="D9EEE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180000" bIns="72000" rtlCol="0" anchor="ctr" anchorCtr="0"/>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REPORTED STATUS</a:t>
            </a:r>
          </a:p>
        </p:txBody>
      </p:sp>
      <p:sp>
        <p:nvSpPr>
          <p:cNvPr id="13" name="Pentagon 47">
            <a:extLst>
              <a:ext uri="{FF2B5EF4-FFF2-40B4-BE49-F238E27FC236}">
                <a16:creationId xmlns:a16="http://schemas.microsoft.com/office/drawing/2014/main" id="{DFD057CE-36A9-808B-0700-42DB3E60D5EF}"/>
              </a:ext>
            </a:extLst>
          </p:cNvPr>
          <p:cNvSpPr/>
          <p:nvPr/>
        </p:nvSpPr>
        <p:spPr>
          <a:xfrm>
            <a:off x="402206" y="3864754"/>
            <a:ext cx="11380751" cy="416898"/>
          </a:xfrm>
          <a:prstGeom prst="homePlate">
            <a:avLst/>
          </a:prstGeom>
          <a:solidFill>
            <a:srgbClr val="D9EEE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180000" bIns="72000" rtlCol="0" anchor="ctr" anchorCtr="0"/>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REPORTED STATUS</a:t>
            </a:r>
          </a:p>
        </p:txBody>
      </p:sp>
      <p:sp>
        <p:nvSpPr>
          <p:cNvPr id="14" name="Pentagon 48">
            <a:extLst>
              <a:ext uri="{FF2B5EF4-FFF2-40B4-BE49-F238E27FC236}">
                <a16:creationId xmlns:a16="http://schemas.microsoft.com/office/drawing/2014/main" id="{1840A0F6-7BC9-3709-F6A9-87CB44C67A52}"/>
              </a:ext>
            </a:extLst>
          </p:cNvPr>
          <p:cNvSpPr/>
          <p:nvPr/>
        </p:nvSpPr>
        <p:spPr>
          <a:xfrm>
            <a:off x="402206" y="4543635"/>
            <a:ext cx="11380751" cy="416898"/>
          </a:xfrm>
          <a:prstGeom prst="homePlate">
            <a:avLst/>
          </a:prstGeom>
          <a:solidFill>
            <a:srgbClr val="D9EEEC"/>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180000" bIns="72000" rtlCol="0" anchor="ctr" anchorCtr="0"/>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REPORTED STATUS</a:t>
            </a:r>
          </a:p>
        </p:txBody>
      </p:sp>
      <p:sp>
        <p:nvSpPr>
          <p:cNvPr id="15" name="TextBox 48">
            <a:extLst>
              <a:ext uri="{FF2B5EF4-FFF2-40B4-BE49-F238E27FC236}">
                <a16:creationId xmlns:a16="http://schemas.microsoft.com/office/drawing/2014/main" id="{D643FEA7-7110-5050-0637-C13A47254DE1}"/>
              </a:ext>
            </a:extLst>
          </p:cNvPr>
          <p:cNvSpPr txBox="1">
            <a:spLocks/>
          </p:cNvSpPr>
          <p:nvPr/>
        </p:nvSpPr>
        <p:spPr>
          <a:xfrm>
            <a:off x="406400" y="2590273"/>
            <a:ext cx="3522137" cy="2462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sp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l"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sz="16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sym typeface="VWAG TheSans" panose="020B0502050302020203" pitchFamily="34" charset="0"/>
              </a:rPr>
              <a:t>Dimension</a:t>
            </a:r>
          </a:p>
        </p:txBody>
      </p:sp>
      <p:sp>
        <p:nvSpPr>
          <p:cNvPr id="16" name="TextBox 48">
            <a:extLst>
              <a:ext uri="{FF2B5EF4-FFF2-40B4-BE49-F238E27FC236}">
                <a16:creationId xmlns:a16="http://schemas.microsoft.com/office/drawing/2014/main" id="{93776AE2-D90D-F26E-E5CA-620C4FCDBE66}"/>
              </a:ext>
            </a:extLst>
          </p:cNvPr>
          <p:cNvSpPr txBox="1">
            <a:spLocks/>
          </p:cNvSpPr>
          <p:nvPr/>
        </p:nvSpPr>
        <p:spPr>
          <a:xfrm>
            <a:off x="406400" y="3270184"/>
            <a:ext cx="3522137" cy="2462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sp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l"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sz="16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sym typeface="VWAG TheSans" panose="020B0502050302020203" pitchFamily="34" charset="0"/>
              </a:rPr>
              <a:t>Dimension</a:t>
            </a:r>
          </a:p>
        </p:txBody>
      </p:sp>
      <p:sp>
        <p:nvSpPr>
          <p:cNvPr id="17" name="TextBox 16">
            <a:extLst>
              <a:ext uri="{FF2B5EF4-FFF2-40B4-BE49-F238E27FC236}">
                <a16:creationId xmlns:a16="http://schemas.microsoft.com/office/drawing/2014/main" id="{F3127EFB-08A0-CB59-ADAF-E1A419773D4E}"/>
              </a:ext>
            </a:extLst>
          </p:cNvPr>
          <p:cNvSpPr txBox="1">
            <a:spLocks/>
          </p:cNvSpPr>
          <p:nvPr/>
        </p:nvSpPr>
        <p:spPr>
          <a:xfrm>
            <a:off x="406400" y="3950095"/>
            <a:ext cx="3522137" cy="2462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sp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l"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sz="16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sym typeface="VWAG TheSans" panose="020B0502050302020203" pitchFamily="34" charset="0"/>
              </a:rPr>
              <a:t>Dimension / Dimension 2</a:t>
            </a:r>
          </a:p>
        </p:txBody>
      </p:sp>
      <p:sp>
        <p:nvSpPr>
          <p:cNvPr id="18" name="TextBox 48">
            <a:extLst>
              <a:ext uri="{FF2B5EF4-FFF2-40B4-BE49-F238E27FC236}">
                <a16:creationId xmlns:a16="http://schemas.microsoft.com/office/drawing/2014/main" id="{AAE64D9B-E658-C729-4829-53646DAECBAA}"/>
              </a:ext>
            </a:extLst>
          </p:cNvPr>
          <p:cNvSpPr txBox="1">
            <a:spLocks/>
          </p:cNvSpPr>
          <p:nvPr/>
        </p:nvSpPr>
        <p:spPr>
          <a:xfrm>
            <a:off x="406400" y="4630006"/>
            <a:ext cx="3522137" cy="2462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sp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l"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sz="16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sym typeface="VWAG TheSans" panose="020B0502050302020203" pitchFamily="34" charset="0"/>
              </a:rPr>
              <a:t>Dimension</a:t>
            </a:r>
          </a:p>
        </p:txBody>
      </p:sp>
      <p:cxnSp>
        <p:nvCxnSpPr>
          <p:cNvPr id="19" name="Gerader Verbinder 36">
            <a:extLst>
              <a:ext uri="{FF2B5EF4-FFF2-40B4-BE49-F238E27FC236}">
                <a16:creationId xmlns:a16="http://schemas.microsoft.com/office/drawing/2014/main" id="{0FB2D6E3-0E75-73E9-0CA8-492BCDB1CC96}"/>
              </a:ext>
            </a:extLst>
          </p:cNvPr>
          <p:cNvCxnSpPr/>
          <p:nvPr/>
        </p:nvCxnSpPr>
        <p:spPr>
          <a:xfrm>
            <a:off x="406400" y="3053339"/>
            <a:ext cx="1137760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Gerader Verbinder 38">
            <a:extLst>
              <a:ext uri="{FF2B5EF4-FFF2-40B4-BE49-F238E27FC236}">
                <a16:creationId xmlns:a16="http://schemas.microsoft.com/office/drawing/2014/main" id="{B86D79B6-B128-E518-DC94-5130D612521A}"/>
              </a:ext>
            </a:extLst>
          </p:cNvPr>
          <p:cNvCxnSpPr/>
          <p:nvPr/>
        </p:nvCxnSpPr>
        <p:spPr>
          <a:xfrm>
            <a:off x="406400" y="3733250"/>
            <a:ext cx="1137760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Gerader Verbinder 64">
            <a:extLst>
              <a:ext uri="{FF2B5EF4-FFF2-40B4-BE49-F238E27FC236}">
                <a16:creationId xmlns:a16="http://schemas.microsoft.com/office/drawing/2014/main" id="{06DEA399-9D8A-5DE7-5729-E29A22106189}"/>
              </a:ext>
            </a:extLst>
          </p:cNvPr>
          <p:cNvCxnSpPr/>
          <p:nvPr/>
        </p:nvCxnSpPr>
        <p:spPr>
          <a:xfrm>
            <a:off x="406400" y="4413161"/>
            <a:ext cx="1137760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2" name="Abgerundetes Rechteck 53">
            <a:extLst>
              <a:ext uri="{FF2B5EF4-FFF2-40B4-BE49-F238E27FC236}">
                <a16:creationId xmlns:a16="http://schemas.microsoft.com/office/drawing/2014/main" id="{F1A58B1C-93BA-18A5-2F86-7C0D68E584E0}"/>
              </a:ext>
            </a:extLst>
          </p:cNvPr>
          <p:cNvSpPr/>
          <p:nvPr/>
        </p:nvSpPr>
        <p:spPr bwMode="blackWhite">
          <a:xfrm>
            <a:off x="3171120" y="5351566"/>
            <a:ext cx="2813718" cy="1004342"/>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de-DE"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grpSp>
        <p:nvGrpSpPr>
          <p:cNvPr id="23" name="Group 22">
            <a:extLst>
              <a:ext uri="{FF2B5EF4-FFF2-40B4-BE49-F238E27FC236}">
                <a16:creationId xmlns:a16="http://schemas.microsoft.com/office/drawing/2014/main" id="{79712135-15CC-6DFD-9787-5089CD44B606}"/>
              </a:ext>
            </a:extLst>
          </p:cNvPr>
          <p:cNvGrpSpPr/>
          <p:nvPr/>
        </p:nvGrpSpPr>
        <p:grpSpPr bwMode="black">
          <a:xfrm>
            <a:off x="3327772" y="5530572"/>
            <a:ext cx="2349233" cy="646331"/>
            <a:chOff x="2451743" y="5554086"/>
            <a:chExt cx="2343584" cy="646331"/>
          </a:xfrm>
        </p:grpSpPr>
        <p:sp>
          <p:nvSpPr>
            <p:cNvPr id="24" name="TextBox 48">
              <a:extLst>
                <a:ext uri="{FF2B5EF4-FFF2-40B4-BE49-F238E27FC236}">
                  <a16:creationId xmlns:a16="http://schemas.microsoft.com/office/drawing/2014/main" id="{6DCD6336-5C96-C21A-3F53-B1F2819E861B}"/>
                </a:ext>
              </a:extLst>
            </p:cNvPr>
            <p:cNvSpPr txBox="1">
              <a:spLocks/>
            </p:cNvSpPr>
            <p:nvPr/>
          </p:nvSpPr>
          <p:spPr bwMode="black">
            <a:xfrm>
              <a:off x="2712927" y="5554086"/>
              <a:ext cx="2082400" cy="64633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sp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l"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sym typeface="VWAG TheSans" panose="020B0502050302020203" pitchFamily="34" charset="0"/>
                </a:rPr>
                <a:t>The feature box provides  an extra set of </a:t>
              </a:r>
              <a:r>
                <a:rPr kumimoji="0" lang="en-US" sz="1400" b="0" i="0" u="none" strike="noStrike" kern="1200" cap="none" spc="0" normalizeH="0" baseline="0" noProof="0">
                  <a:ln>
                    <a:noFill/>
                  </a:ln>
                  <a:solidFill>
                    <a:srgbClr val="C2FE06"/>
                  </a:solidFill>
                  <a:effectLst/>
                  <a:uLnTx/>
                  <a:uFillTx/>
                  <a:latin typeface="The Group TEXT" panose="00000500000000000000" pitchFamily="2" charset="0"/>
                  <a:ea typeface="+mn-ea"/>
                  <a:cs typeface="+mn-cs"/>
                  <a:sym typeface="VWAG TheSans" panose="020B0502050302020203" pitchFamily="34" charset="0"/>
                </a:rPr>
                <a:t>important Information</a:t>
              </a:r>
            </a:p>
          </p:txBody>
        </p:sp>
        <p:pic>
          <p:nvPicPr>
            <p:cNvPr id="25" name="Grafik 85">
              <a:extLst>
                <a:ext uri="{FF2B5EF4-FFF2-40B4-BE49-F238E27FC236}">
                  <a16:creationId xmlns:a16="http://schemas.microsoft.com/office/drawing/2014/main" id="{489E85C7-26C6-704B-7AFC-EF22B13955F5}"/>
                </a:ext>
              </a:extLst>
            </p:cNvPr>
            <p:cNvPicPr>
              <a:picLocks noChangeAspect="1"/>
            </p:cNvPicPr>
            <p:nvPr/>
          </p:nvPicPr>
          <p:blipFill rotWithShape="1">
            <a:blip r:embed="rId2"/>
            <a:srcRect l="19437" t="21307" r="17837" b="19775"/>
            <a:stretch/>
          </p:blipFill>
          <p:spPr bwMode="black">
            <a:xfrm>
              <a:off x="2451743" y="5572278"/>
              <a:ext cx="203476" cy="191124"/>
            </a:xfrm>
            <a:prstGeom prst="rect">
              <a:avLst/>
            </a:prstGeom>
          </p:spPr>
        </p:pic>
      </p:grpSp>
      <p:sp>
        <p:nvSpPr>
          <p:cNvPr id="26" name="Abgerundetes Rechteck 1">
            <a:extLst>
              <a:ext uri="{FF2B5EF4-FFF2-40B4-BE49-F238E27FC236}">
                <a16:creationId xmlns:a16="http://schemas.microsoft.com/office/drawing/2014/main" id="{1ABEBC5A-E577-7354-282B-ACB3FFA7358D}"/>
              </a:ext>
            </a:extLst>
          </p:cNvPr>
          <p:cNvSpPr/>
          <p:nvPr/>
        </p:nvSpPr>
        <p:spPr>
          <a:xfrm>
            <a:off x="3327771" y="1700955"/>
            <a:ext cx="2658118" cy="672473"/>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t"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Category</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NUMBER ONE</a:t>
            </a:r>
          </a:p>
        </p:txBody>
      </p:sp>
      <p:sp>
        <p:nvSpPr>
          <p:cNvPr id="27" name="Abgerundetes Rechteck 53">
            <a:extLst>
              <a:ext uri="{FF2B5EF4-FFF2-40B4-BE49-F238E27FC236}">
                <a16:creationId xmlns:a16="http://schemas.microsoft.com/office/drawing/2014/main" id="{59681B40-D505-ADD0-D2EF-17F041C3FA47}"/>
              </a:ext>
            </a:extLst>
          </p:cNvPr>
          <p:cNvSpPr/>
          <p:nvPr/>
        </p:nvSpPr>
        <p:spPr bwMode="blackWhite">
          <a:xfrm>
            <a:off x="6070179" y="5351566"/>
            <a:ext cx="2813718" cy="1004342"/>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de-DE"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grpSp>
        <p:nvGrpSpPr>
          <p:cNvPr id="28" name="Group 27">
            <a:extLst>
              <a:ext uri="{FF2B5EF4-FFF2-40B4-BE49-F238E27FC236}">
                <a16:creationId xmlns:a16="http://schemas.microsoft.com/office/drawing/2014/main" id="{1D213CA4-B5A2-295B-B9ED-FB78A7E407EE}"/>
              </a:ext>
            </a:extLst>
          </p:cNvPr>
          <p:cNvGrpSpPr/>
          <p:nvPr/>
        </p:nvGrpSpPr>
        <p:grpSpPr bwMode="black">
          <a:xfrm>
            <a:off x="6226830" y="5530572"/>
            <a:ext cx="2349234" cy="646331"/>
            <a:chOff x="2451742" y="5554086"/>
            <a:chExt cx="2343585" cy="646331"/>
          </a:xfrm>
        </p:grpSpPr>
        <p:sp>
          <p:nvSpPr>
            <p:cNvPr id="29" name="TextBox 48">
              <a:extLst>
                <a:ext uri="{FF2B5EF4-FFF2-40B4-BE49-F238E27FC236}">
                  <a16:creationId xmlns:a16="http://schemas.microsoft.com/office/drawing/2014/main" id="{EED1270D-EE9C-077A-F4D6-F4C2DDE3F129}"/>
                </a:ext>
              </a:extLst>
            </p:cNvPr>
            <p:cNvSpPr txBox="1">
              <a:spLocks/>
            </p:cNvSpPr>
            <p:nvPr/>
          </p:nvSpPr>
          <p:spPr bwMode="black">
            <a:xfrm>
              <a:off x="2712927" y="5554086"/>
              <a:ext cx="2082400" cy="64633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sp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l"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sym typeface="VWAG TheSans" panose="020B0502050302020203" pitchFamily="34" charset="0"/>
                </a:rPr>
                <a:t>The feature box provides  an extra set of </a:t>
              </a:r>
              <a:r>
                <a:rPr kumimoji="0" lang="en-US" sz="1400" b="0" i="0" u="none" strike="noStrike" kern="1200" cap="none" spc="0" normalizeH="0" baseline="0" noProof="0">
                  <a:ln>
                    <a:noFill/>
                  </a:ln>
                  <a:solidFill>
                    <a:srgbClr val="C2FE06"/>
                  </a:solidFill>
                  <a:effectLst/>
                  <a:uLnTx/>
                  <a:uFillTx/>
                  <a:latin typeface="The Group TEXT" panose="00000500000000000000" pitchFamily="2" charset="0"/>
                  <a:ea typeface="+mn-ea"/>
                  <a:cs typeface="+mn-cs"/>
                  <a:sym typeface="VWAG TheSans" panose="020B0502050302020203" pitchFamily="34" charset="0"/>
                </a:rPr>
                <a:t>important Information</a:t>
              </a:r>
            </a:p>
          </p:txBody>
        </p:sp>
        <p:pic>
          <p:nvPicPr>
            <p:cNvPr id="30" name="Grafik 85">
              <a:extLst>
                <a:ext uri="{FF2B5EF4-FFF2-40B4-BE49-F238E27FC236}">
                  <a16:creationId xmlns:a16="http://schemas.microsoft.com/office/drawing/2014/main" id="{57E95D42-45B6-D655-4BA1-7436F5AAA668}"/>
                </a:ext>
              </a:extLst>
            </p:cNvPr>
            <p:cNvPicPr>
              <a:picLocks noChangeAspect="1"/>
            </p:cNvPicPr>
            <p:nvPr/>
          </p:nvPicPr>
          <p:blipFill rotWithShape="1">
            <a:blip r:embed="rId2"/>
            <a:srcRect l="19437" t="21307" r="17837" b="19775"/>
            <a:stretch/>
          </p:blipFill>
          <p:spPr bwMode="black">
            <a:xfrm>
              <a:off x="2451742" y="5572278"/>
              <a:ext cx="203476" cy="191124"/>
            </a:xfrm>
            <a:prstGeom prst="rect">
              <a:avLst/>
            </a:prstGeom>
          </p:spPr>
        </p:pic>
      </p:grpSp>
      <p:sp>
        <p:nvSpPr>
          <p:cNvPr id="31" name="Abgerundetes Rechteck 1">
            <a:extLst>
              <a:ext uri="{FF2B5EF4-FFF2-40B4-BE49-F238E27FC236}">
                <a16:creationId xmlns:a16="http://schemas.microsoft.com/office/drawing/2014/main" id="{16020A8A-A048-3B1D-2585-BC3FF7D76286}"/>
              </a:ext>
            </a:extLst>
          </p:cNvPr>
          <p:cNvSpPr/>
          <p:nvPr/>
        </p:nvSpPr>
        <p:spPr>
          <a:xfrm>
            <a:off x="6226830" y="1700955"/>
            <a:ext cx="2658118" cy="672473"/>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t"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Category</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NUMBER TWO</a:t>
            </a:r>
          </a:p>
        </p:txBody>
      </p:sp>
      <p:sp>
        <p:nvSpPr>
          <p:cNvPr id="32" name="Abgerundetes Rechteck 53">
            <a:extLst>
              <a:ext uri="{FF2B5EF4-FFF2-40B4-BE49-F238E27FC236}">
                <a16:creationId xmlns:a16="http://schemas.microsoft.com/office/drawing/2014/main" id="{B2542E5A-C527-B3D6-2772-81274E644D07}"/>
              </a:ext>
            </a:extLst>
          </p:cNvPr>
          <p:cNvSpPr/>
          <p:nvPr/>
        </p:nvSpPr>
        <p:spPr bwMode="blackWhite">
          <a:xfrm>
            <a:off x="8969239" y="5351566"/>
            <a:ext cx="2813718" cy="1004342"/>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de-DE"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endParaRPr>
          </a:p>
        </p:txBody>
      </p:sp>
      <p:grpSp>
        <p:nvGrpSpPr>
          <p:cNvPr id="33" name="Group 32">
            <a:extLst>
              <a:ext uri="{FF2B5EF4-FFF2-40B4-BE49-F238E27FC236}">
                <a16:creationId xmlns:a16="http://schemas.microsoft.com/office/drawing/2014/main" id="{2FCE73FE-57F4-1BD5-B007-46C44F8BD543}"/>
              </a:ext>
            </a:extLst>
          </p:cNvPr>
          <p:cNvGrpSpPr/>
          <p:nvPr/>
        </p:nvGrpSpPr>
        <p:grpSpPr bwMode="black">
          <a:xfrm>
            <a:off x="9125890" y="5530572"/>
            <a:ext cx="2349234" cy="646331"/>
            <a:chOff x="2451742" y="5554086"/>
            <a:chExt cx="2343585" cy="646331"/>
          </a:xfrm>
        </p:grpSpPr>
        <p:sp>
          <p:nvSpPr>
            <p:cNvPr id="34" name="TextBox 48">
              <a:extLst>
                <a:ext uri="{FF2B5EF4-FFF2-40B4-BE49-F238E27FC236}">
                  <a16:creationId xmlns:a16="http://schemas.microsoft.com/office/drawing/2014/main" id="{800A18F0-B382-0585-CB23-C7284FB67D68}"/>
                </a:ext>
              </a:extLst>
            </p:cNvPr>
            <p:cNvSpPr txBox="1">
              <a:spLocks/>
            </p:cNvSpPr>
            <p:nvPr/>
          </p:nvSpPr>
          <p:spPr bwMode="black">
            <a:xfrm>
              <a:off x="2712927" y="5554086"/>
              <a:ext cx="2082400" cy="64633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nchor="ctr">
              <a:spAutoFit/>
            </a:bodyPr>
            <a:lstStyle>
              <a:lvl1pPr marL="179996" lvl="0" indent="-179996" defTabSz="914377" eaLnBrk="1" latinLnBrk="0" hangingPunct="1">
                <a:lnSpc>
                  <a:spcPct val="110000"/>
                </a:lnSpc>
                <a:spcBef>
                  <a:spcPts val="0"/>
                </a:spcBef>
                <a:spcAft>
                  <a:spcPts val="451"/>
                </a:spcAft>
                <a:buFont typeface="The Group TEXT" panose="020B0604020202020204" pitchFamily="34" charset="0"/>
                <a:buChar char="•"/>
                <a:defRPr sz="1400">
                  <a:latin typeface="VWAG TheSans" panose="020B0502050302020203" pitchFamily="34" charset="0"/>
                  <a:sym typeface="VWAG TheSans" panose="020B0502050302020203" pitchFamily="34" charset="0"/>
                </a:defRPr>
              </a:lvl1pPr>
              <a:lvl2pPr marL="359991" lvl="1" indent="-179996"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2pPr>
              <a:lvl3pPr marL="715963" lvl="2"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3pPr>
              <a:lvl4pPr marL="989013" lvl="3"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4pPr>
              <a:lvl5pPr marL="1252538" lvl="4" indent="-179388" defTabSz="914377" eaLnBrk="1" latinLnBrk="0" hangingPunct="1">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5pPr>
              <a:lvl6pPr marL="1524000" lvl="5"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6pPr>
              <a:lvl7pPr marL="1795463" lvl="6"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7pPr>
              <a:lvl8pPr marL="2058988" lvl="7"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8pPr>
              <a:lvl9pPr marL="2332038" lvl="8" indent="-179388" defTabSz="914377">
                <a:lnSpc>
                  <a:spcPct val="110000"/>
                </a:lnSpc>
                <a:spcBef>
                  <a:spcPts val="0"/>
                </a:spcBef>
                <a:spcAft>
                  <a:spcPts val="451"/>
                </a:spcAft>
                <a:buFont typeface="Symbol" panose="05050102010706020507" pitchFamily="18" charset="2"/>
                <a:buChar char="-"/>
                <a:defRPr sz="1400">
                  <a:latin typeface="VWAG TheSans" panose="020B0502050302020203" pitchFamily="34" charset="0"/>
                  <a:sym typeface="VWAG TheSans" panose="020B0502050302020203" pitchFamily="34" charset="0"/>
                </a:defRPr>
              </a:lvl9pPr>
            </a:lstStyle>
            <a:p>
              <a:pPr marL="0" marR="0" lvl="0" indent="0" algn="l" defTabSz="914377" rtl="0" eaLnBrk="1" fontAlgn="base" latinLnBrk="0" hangingPunct="1">
                <a:lnSpc>
                  <a:spcPct val="100000"/>
                </a:lnSpc>
                <a:spcBef>
                  <a:spcPts val="0"/>
                </a:spcBef>
                <a:spcAft>
                  <a:spcPts val="451"/>
                </a:spcAft>
                <a:buClr>
                  <a:srgbClr val="4C5356"/>
                </a:buClr>
                <a:buSzPct val="100000"/>
                <a:buFont typeface="The Group TEXT"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The Group TEXT" panose="00000500000000000000" pitchFamily="2" charset="0"/>
                  <a:ea typeface="+mn-ea"/>
                  <a:cs typeface="+mn-cs"/>
                  <a:sym typeface="VWAG TheSans" panose="020B0502050302020203" pitchFamily="34" charset="0"/>
                </a:rPr>
                <a:t>The feature box provides  an extra set of </a:t>
              </a:r>
              <a:r>
                <a:rPr kumimoji="0" lang="en-US" sz="1400" b="0" i="0" u="none" strike="noStrike" kern="1200" cap="none" spc="0" normalizeH="0" baseline="0" noProof="0">
                  <a:ln>
                    <a:noFill/>
                  </a:ln>
                  <a:solidFill>
                    <a:srgbClr val="C2FE06"/>
                  </a:solidFill>
                  <a:effectLst/>
                  <a:uLnTx/>
                  <a:uFillTx/>
                  <a:latin typeface="The Group TEXT" panose="00000500000000000000" pitchFamily="2" charset="0"/>
                  <a:ea typeface="+mn-ea"/>
                  <a:cs typeface="+mn-cs"/>
                  <a:sym typeface="VWAG TheSans" panose="020B0502050302020203" pitchFamily="34" charset="0"/>
                </a:rPr>
                <a:t>important Information</a:t>
              </a:r>
            </a:p>
          </p:txBody>
        </p:sp>
        <p:pic>
          <p:nvPicPr>
            <p:cNvPr id="35" name="Grafik 85">
              <a:extLst>
                <a:ext uri="{FF2B5EF4-FFF2-40B4-BE49-F238E27FC236}">
                  <a16:creationId xmlns:a16="http://schemas.microsoft.com/office/drawing/2014/main" id="{B29652FD-4C1E-C29C-99B0-BAD06FACA2C0}"/>
                </a:ext>
              </a:extLst>
            </p:cNvPr>
            <p:cNvPicPr>
              <a:picLocks noChangeAspect="1"/>
            </p:cNvPicPr>
            <p:nvPr/>
          </p:nvPicPr>
          <p:blipFill rotWithShape="1">
            <a:blip r:embed="rId2"/>
            <a:srcRect l="19437" t="21307" r="17837" b="19775"/>
            <a:stretch/>
          </p:blipFill>
          <p:spPr bwMode="black">
            <a:xfrm>
              <a:off x="2451742" y="5572278"/>
              <a:ext cx="203476" cy="191124"/>
            </a:xfrm>
            <a:prstGeom prst="rect">
              <a:avLst/>
            </a:prstGeom>
          </p:spPr>
        </p:pic>
      </p:grpSp>
      <p:sp>
        <p:nvSpPr>
          <p:cNvPr id="36" name="Abgerundetes Rechteck 1">
            <a:extLst>
              <a:ext uri="{FF2B5EF4-FFF2-40B4-BE49-F238E27FC236}">
                <a16:creationId xmlns:a16="http://schemas.microsoft.com/office/drawing/2014/main" id="{BFFA24E1-3F7D-2273-7C96-B00CA358F0EA}"/>
              </a:ext>
            </a:extLst>
          </p:cNvPr>
          <p:cNvSpPr/>
          <p:nvPr/>
        </p:nvSpPr>
        <p:spPr>
          <a:xfrm>
            <a:off x="9125890" y="1700955"/>
            <a:ext cx="2658118" cy="672473"/>
          </a:xfrm>
          <a:prstGeom prst="rect">
            <a:avLst/>
          </a:prstGeom>
          <a:noFill/>
          <a:ln>
            <a:noFill/>
          </a:ln>
        </p:spPr>
        <p:style>
          <a:lnRef idx="2">
            <a:schemeClr val="dk1"/>
          </a:lnRef>
          <a:fillRef idx="1">
            <a:schemeClr val="lt1"/>
          </a:fillRef>
          <a:effectRef idx="0">
            <a:schemeClr val="dk1"/>
          </a:effectRef>
          <a:fontRef idx="minor">
            <a:schemeClr val="dk1"/>
          </a:fontRef>
        </p:style>
        <p:txBody>
          <a:bodyPr lIns="0" tIns="0" rIns="0" bIns="0" rtlCol="0" anchor="t"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Category</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400" b="0" i="0" u="none" strike="noStrike" kern="1200" cap="none" spc="0" normalizeH="0" baseline="0" noProof="0">
                <a:ln>
                  <a:noFill/>
                </a:ln>
                <a:solidFill>
                  <a:srgbClr val="002733"/>
                </a:solidFill>
                <a:effectLst/>
                <a:uLnTx/>
                <a:uFillTx/>
                <a:latin typeface="The Group TEXT" panose="00000500000000000000" pitchFamily="2" charset="0"/>
                <a:ea typeface="+mn-ea"/>
                <a:cs typeface="+mn-cs"/>
              </a:rPr>
              <a:t>NUMBER THREE</a:t>
            </a:r>
          </a:p>
        </p:txBody>
      </p:sp>
      <p:cxnSp>
        <p:nvCxnSpPr>
          <p:cNvPr id="37" name="Gerader Verbinder 33">
            <a:extLst>
              <a:ext uri="{FF2B5EF4-FFF2-40B4-BE49-F238E27FC236}">
                <a16:creationId xmlns:a16="http://schemas.microsoft.com/office/drawing/2014/main" id="{980DDE62-6FFC-0DFE-2AD7-2B2E884FF26A}"/>
              </a:ext>
            </a:extLst>
          </p:cNvPr>
          <p:cNvCxnSpPr/>
          <p:nvPr/>
        </p:nvCxnSpPr>
        <p:spPr>
          <a:xfrm>
            <a:off x="406400" y="2373428"/>
            <a:ext cx="1137760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Gerader Verbinder 65">
            <a:extLst>
              <a:ext uri="{FF2B5EF4-FFF2-40B4-BE49-F238E27FC236}">
                <a16:creationId xmlns:a16="http://schemas.microsoft.com/office/drawing/2014/main" id="{F68FA51D-ABDE-76BA-FDC4-18658AA2C9BA}"/>
              </a:ext>
            </a:extLst>
          </p:cNvPr>
          <p:cNvCxnSpPr/>
          <p:nvPr/>
        </p:nvCxnSpPr>
        <p:spPr>
          <a:xfrm>
            <a:off x="406400" y="5093071"/>
            <a:ext cx="1137760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4471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C56CD78E-477C-D8E4-0321-1889DDC13A8C}"/>
              </a:ext>
            </a:extLst>
          </p:cNvPr>
          <p:cNvGrpSpPr/>
          <p:nvPr/>
        </p:nvGrpSpPr>
        <p:grpSpPr>
          <a:xfrm>
            <a:off x="407988" y="3397936"/>
            <a:ext cx="11376025" cy="2026772"/>
            <a:chOff x="407988" y="3397936"/>
            <a:chExt cx="11376025" cy="2026772"/>
          </a:xfrm>
        </p:grpSpPr>
        <p:cxnSp>
          <p:nvCxnSpPr>
            <p:cNvPr id="38" name="Straight Connector 37">
              <a:extLst>
                <a:ext uri="{FF2B5EF4-FFF2-40B4-BE49-F238E27FC236}">
                  <a16:creationId xmlns:a16="http://schemas.microsoft.com/office/drawing/2014/main" id="{1552D4A1-53A8-9CF4-DCC4-49DC100484ED}"/>
                </a:ext>
              </a:extLst>
            </p:cNvPr>
            <p:cNvCxnSpPr/>
            <p:nvPr/>
          </p:nvCxnSpPr>
          <p:spPr>
            <a:xfrm>
              <a:off x="407988" y="3397936"/>
              <a:ext cx="11376025" cy="0"/>
            </a:xfrm>
            <a:prstGeom prst="line">
              <a:avLst/>
            </a:prstGeom>
            <a:ln w="9525">
              <a:solidFill>
                <a:srgbClr val="CCD4D6"/>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F43D1E2-D8D1-ED31-163B-24F3490A10DD}"/>
                </a:ext>
              </a:extLst>
            </p:cNvPr>
            <p:cNvCxnSpPr/>
            <p:nvPr/>
          </p:nvCxnSpPr>
          <p:spPr>
            <a:xfrm>
              <a:off x="407988" y="4416463"/>
              <a:ext cx="11376025" cy="0"/>
            </a:xfrm>
            <a:prstGeom prst="line">
              <a:avLst/>
            </a:prstGeom>
            <a:ln w="9525">
              <a:solidFill>
                <a:srgbClr val="CCD4D6"/>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2AAF297-90F6-9E5F-56EB-B18D95484EE6}"/>
                </a:ext>
              </a:extLst>
            </p:cNvPr>
            <p:cNvCxnSpPr/>
            <p:nvPr/>
          </p:nvCxnSpPr>
          <p:spPr>
            <a:xfrm>
              <a:off x="407988" y="5424708"/>
              <a:ext cx="11376025" cy="0"/>
            </a:xfrm>
            <a:prstGeom prst="line">
              <a:avLst/>
            </a:prstGeom>
            <a:ln w="9525">
              <a:solidFill>
                <a:srgbClr val="CCD4D6"/>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05A13C4-E8C1-BE36-B235-22AF7F4850B8}"/>
              </a:ext>
            </a:extLst>
          </p:cNvPr>
          <p:cNvSpPr>
            <a:spLocks noGrp="1"/>
          </p:cNvSpPr>
          <p:nvPr>
            <p:ph type="title"/>
          </p:nvPr>
        </p:nvSpPr>
        <p:spPr/>
        <p:txBody>
          <a:bodyPr/>
          <a:lstStyle/>
          <a:p>
            <a:r>
              <a:rPr lang="en-GB"/>
              <a:t>[Event Name] Timeline, Light</a:t>
            </a:r>
          </a:p>
        </p:txBody>
      </p:sp>
      <p:sp>
        <p:nvSpPr>
          <p:cNvPr id="3" name="Text Placeholder 2">
            <a:extLst>
              <a:ext uri="{FF2B5EF4-FFF2-40B4-BE49-F238E27FC236}">
                <a16:creationId xmlns:a16="http://schemas.microsoft.com/office/drawing/2014/main" id="{7F429E88-5972-7E6E-8DB7-FEB83C80F0D6}"/>
              </a:ext>
            </a:extLst>
          </p:cNvPr>
          <p:cNvSpPr>
            <a:spLocks noGrp="1"/>
          </p:cNvSpPr>
          <p:nvPr>
            <p:ph type="body" sz="quarter" idx="14"/>
          </p:nvPr>
        </p:nvSpPr>
        <p:spPr>
          <a:xfrm>
            <a:off x="406400" y="1056085"/>
            <a:ext cx="11380751" cy="276999"/>
          </a:xfrm>
        </p:spPr>
        <p:txBody>
          <a:bodyPr/>
          <a:lstStyle/>
          <a:p>
            <a:r>
              <a:rPr lang="en-US"/>
              <a:t>Project phases details for [Date] launch</a:t>
            </a:r>
          </a:p>
        </p:txBody>
      </p:sp>
      <p:sp>
        <p:nvSpPr>
          <p:cNvPr id="4" name="Footer Placeholder 3">
            <a:extLst>
              <a:ext uri="{FF2B5EF4-FFF2-40B4-BE49-F238E27FC236}">
                <a16:creationId xmlns:a16="http://schemas.microsoft.com/office/drawing/2014/main" id="{956B187B-1E1F-D9C0-B272-57046F96F21F}"/>
              </a:ext>
            </a:extLst>
          </p:cNvPr>
          <p:cNvSpPr>
            <a:spLocks noGrp="1"/>
          </p:cNvSpPr>
          <p:nvPr>
            <p:ph type="ftr" sz="quarter" idx="16"/>
          </p:nvPr>
        </p:nvSpPr>
        <p:spPr/>
        <p:txBody>
          <a:bodyPr/>
          <a:lstStyle/>
          <a:p>
            <a:r>
              <a:rPr lang="en-GB"/>
              <a:t>Department K-OE  |  Presentation title  |  CSD-class</a:t>
            </a:r>
          </a:p>
        </p:txBody>
      </p:sp>
      <p:sp>
        <p:nvSpPr>
          <p:cNvPr id="5" name="Date Placeholder 4">
            <a:extLst>
              <a:ext uri="{FF2B5EF4-FFF2-40B4-BE49-F238E27FC236}">
                <a16:creationId xmlns:a16="http://schemas.microsoft.com/office/drawing/2014/main" id="{35EC23CB-A999-A996-E323-4E3BAE692FC2}"/>
              </a:ext>
            </a:extLst>
          </p:cNvPr>
          <p:cNvSpPr>
            <a:spLocks noGrp="1"/>
          </p:cNvSpPr>
          <p:nvPr>
            <p:ph type="dt" sz="half" idx="15"/>
          </p:nvPr>
        </p:nvSpPr>
        <p:spPr/>
        <p:txBody>
          <a:bodyPr/>
          <a:lstStyle/>
          <a:p>
            <a:r>
              <a:rPr lang="de-DE"/>
              <a:t>01.11.2023</a:t>
            </a:r>
            <a:endParaRPr lang="en-GB"/>
          </a:p>
        </p:txBody>
      </p:sp>
      <p:sp>
        <p:nvSpPr>
          <p:cNvPr id="6" name="Slide Number Placeholder 5">
            <a:extLst>
              <a:ext uri="{FF2B5EF4-FFF2-40B4-BE49-F238E27FC236}">
                <a16:creationId xmlns:a16="http://schemas.microsoft.com/office/drawing/2014/main" id="{613A2E0F-299A-CECD-5A72-6BCC757A865A}"/>
              </a:ext>
            </a:extLst>
          </p:cNvPr>
          <p:cNvSpPr>
            <a:spLocks noGrp="1"/>
          </p:cNvSpPr>
          <p:nvPr>
            <p:ph type="sldNum" sz="quarter" idx="17"/>
          </p:nvPr>
        </p:nvSpPr>
        <p:spPr/>
        <p:txBody>
          <a:bodyPr/>
          <a:lstStyle/>
          <a:p>
            <a:fld id="{445898F2-00FF-CD47-84F0-CF0F3C88FCDD}" type="slidenum">
              <a:rPr lang="en-GB" smtClean="0"/>
              <a:pPr/>
              <a:t>11</a:t>
            </a:fld>
            <a:endParaRPr lang="en-GB"/>
          </a:p>
        </p:txBody>
      </p:sp>
      <p:sp>
        <p:nvSpPr>
          <p:cNvPr id="41" name="Rectangle 40">
            <a:extLst>
              <a:ext uri="{FF2B5EF4-FFF2-40B4-BE49-F238E27FC236}">
                <a16:creationId xmlns:a16="http://schemas.microsoft.com/office/drawing/2014/main" id="{865871A5-D693-5109-3D06-EC8CC1DCBAB8}"/>
              </a:ext>
            </a:extLst>
          </p:cNvPr>
          <p:cNvSpPr/>
          <p:nvPr/>
        </p:nvSpPr>
        <p:spPr>
          <a:xfrm>
            <a:off x="6703225" y="1464294"/>
            <a:ext cx="927063" cy="380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50" b="1" i="0" u="none" strike="noStrike" kern="1200" cap="none" spc="0" normalizeH="0" baseline="0" noProof="1">
                <a:ln>
                  <a:noFill/>
                </a:ln>
                <a:solidFill>
                  <a:srgbClr val="008C82"/>
                </a:solidFill>
                <a:effectLst/>
                <a:uLnTx/>
                <a:uFillTx/>
                <a:latin typeface="The Group TEXT" panose="00000500000000000000" pitchFamily="2" charset="0"/>
                <a:ea typeface="+mn-ea"/>
                <a:cs typeface="+mn-cs"/>
              </a:rPr>
              <a:t>Release</a:t>
            </a:r>
          </a:p>
        </p:txBody>
      </p:sp>
      <p:sp>
        <p:nvSpPr>
          <p:cNvPr id="42" name="Rectangle 41">
            <a:extLst>
              <a:ext uri="{FF2B5EF4-FFF2-40B4-BE49-F238E27FC236}">
                <a16:creationId xmlns:a16="http://schemas.microsoft.com/office/drawing/2014/main" id="{5C95E2E8-5A01-7939-4CD9-ED0D0122F2AF}"/>
              </a:ext>
            </a:extLst>
          </p:cNvPr>
          <p:cNvSpPr/>
          <p:nvPr/>
        </p:nvSpPr>
        <p:spPr>
          <a:xfrm>
            <a:off x="550717" y="2539360"/>
            <a:ext cx="2888673" cy="858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50" b="0" i="0" u="none" strike="noStrike" kern="1200" cap="none" spc="0" normalizeH="0" baseline="0" noProof="1">
                <a:ln>
                  <a:noFill/>
                </a:ln>
                <a:solidFill>
                  <a:srgbClr val="000000"/>
                </a:solidFill>
                <a:effectLst/>
                <a:uLnTx/>
                <a:uFillTx/>
                <a:latin typeface="The Group TEXT" panose="00000500000000000000" pitchFamily="2" charset="0"/>
                <a:ea typeface="+mn-ea"/>
                <a:cs typeface="+mn-cs"/>
              </a:rPr>
              <a:t>Lorem ipsum dolor sit amet, consectetuer adipiscing elit, sed diam nonummy nibh euismod tincidunt ut laoreet dolore magna.</a:t>
            </a:r>
          </a:p>
        </p:txBody>
      </p:sp>
      <p:sp>
        <p:nvSpPr>
          <p:cNvPr id="43" name="Rectangle 42">
            <a:extLst>
              <a:ext uri="{FF2B5EF4-FFF2-40B4-BE49-F238E27FC236}">
                <a16:creationId xmlns:a16="http://schemas.microsoft.com/office/drawing/2014/main" id="{3017AC4D-8486-4B2B-ADC7-4B8D47BFB572}"/>
              </a:ext>
            </a:extLst>
          </p:cNvPr>
          <p:cNvSpPr/>
          <p:nvPr/>
        </p:nvSpPr>
        <p:spPr>
          <a:xfrm>
            <a:off x="550717" y="3557778"/>
            <a:ext cx="2888673" cy="858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50" b="0" i="0" u="none" strike="noStrike" kern="1200" cap="none" spc="0" normalizeH="0" baseline="0" noProof="1">
                <a:ln>
                  <a:noFill/>
                </a:ln>
                <a:solidFill>
                  <a:srgbClr val="000000"/>
                </a:solidFill>
                <a:effectLst/>
                <a:uLnTx/>
                <a:uFillTx/>
                <a:latin typeface="The Group TEXT" panose="00000500000000000000" pitchFamily="2" charset="0"/>
                <a:ea typeface="+mn-ea"/>
                <a:cs typeface="+mn-cs"/>
              </a:rPr>
              <a:t>Lorem ipsum dolor sit amet, consectetuer adipiscing elit, sed diam nonummy nibh euismod tincidunt ut laoreet dolore magna.</a:t>
            </a:r>
          </a:p>
        </p:txBody>
      </p:sp>
      <p:sp>
        <p:nvSpPr>
          <p:cNvPr id="44" name="Rectangle 43">
            <a:extLst>
              <a:ext uri="{FF2B5EF4-FFF2-40B4-BE49-F238E27FC236}">
                <a16:creationId xmlns:a16="http://schemas.microsoft.com/office/drawing/2014/main" id="{C5CF4CB4-F81D-11EE-F216-478FFEEAE65D}"/>
              </a:ext>
            </a:extLst>
          </p:cNvPr>
          <p:cNvSpPr/>
          <p:nvPr/>
        </p:nvSpPr>
        <p:spPr>
          <a:xfrm>
            <a:off x="550717" y="4576196"/>
            <a:ext cx="2888673" cy="858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50" b="0" i="0" u="none" strike="noStrike" kern="1200" cap="none" spc="0" normalizeH="0" baseline="0" noProof="1">
                <a:ln>
                  <a:noFill/>
                </a:ln>
                <a:solidFill>
                  <a:srgbClr val="000000"/>
                </a:solidFill>
                <a:effectLst/>
                <a:uLnTx/>
                <a:uFillTx/>
                <a:latin typeface="The Group TEXT" panose="00000500000000000000" pitchFamily="2" charset="0"/>
                <a:ea typeface="+mn-ea"/>
                <a:cs typeface="+mn-cs"/>
              </a:rPr>
              <a:t>Lorem ipsum dolor sit amet, consectetuer adipiscing elit, sed diam nonummy nibh euismod tincidunt ut laoreet dolore magna.</a:t>
            </a:r>
          </a:p>
        </p:txBody>
      </p:sp>
      <p:sp>
        <p:nvSpPr>
          <p:cNvPr id="45" name="Rectangle 44">
            <a:extLst>
              <a:ext uri="{FF2B5EF4-FFF2-40B4-BE49-F238E27FC236}">
                <a16:creationId xmlns:a16="http://schemas.microsoft.com/office/drawing/2014/main" id="{CE749C17-9FC5-6046-093D-EFB980CD9659}"/>
              </a:ext>
            </a:extLst>
          </p:cNvPr>
          <p:cNvSpPr/>
          <p:nvPr/>
        </p:nvSpPr>
        <p:spPr>
          <a:xfrm>
            <a:off x="550717" y="5594614"/>
            <a:ext cx="2888673" cy="858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50" b="0" i="0" u="none" strike="noStrike" kern="1200" cap="none" spc="0" normalizeH="0" baseline="0" noProof="1">
                <a:ln>
                  <a:noFill/>
                </a:ln>
                <a:solidFill>
                  <a:srgbClr val="000000"/>
                </a:solidFill>
                <a:effectLst/>
                <a:uLnTx/>
                <a:uFillTx/>
                <a:latin typeface="The Group TEXT" panose="00000500000000000000" pitchFamily="2" charset="0"/>
                <a:ea typeface="+mn-ea"/>
                <a:cs typeface="+mn-cs"/>
              </a:rPr>
              <a:t>Lorem ipsum dolor sit amet, consectetuer adipiscing elit, sed diam nonummy nibh euismod tincidunt ut laoreet dolore magna.</a:t>
            </a:r>
          </a:p>
        </p:txBody>
      </p:sp>
      <p:graphicFrame>
        <p:nvGraphicFramePr>
          <p:cNvPr id="46" name="Table 9">
            <a:extLst>
              <a:ext uri="{FF2B5EF4-FFF2-40B4-BE49-F238E27FC236}">
                <a16:creationId xmlns:a16="http://schemas.microsoft.com/office/drawing/2014/main" id="{352CDC4F-A922-1101-F3EA-E25AE5E0AFB6}"/>
              </a:ext>
            </a:extLst>
          </p:cNvPr>
          <p:cNvGraphicFramePr>
            <a:graphicFrameLocks/>
          </p:cNvGraphicFramePr>
          <p:nvPr>
            <p:extLst>
              <p:ext uri="{D42A27DB-BD31-4B8C-83A1-F6EECF244321}">
                <p14:modId xmlns:p14="http://schemas.microsoft.com/office/powerpoint/2010/main" val="2613909560"/>
              </p:ext>
            </p:extLst>
          </p:nvPr>
        </p:nvGraphicFramePr>
        <p:xfrm>
          <a:off x="3522518" y="1844674"/>
          <a:ext cx="8264676" cy="4608516"/>
        </p:xfrm>
        <a:graphic>
          <a:graphicData uri="http://schemas.openxmlformats.org/drawingml/2006/table">
            <a:tbl>
              <a:tblPr>
                <a:tableStyleId>{5C22544A-7EE6-4342-B048-85BDC9FD1C3A}</a:tableStyleId>
              </a:tblPr>
              <a:tblGrid>
                <a:gridCol w="688723">
                  <a:extLst>
                    <a:ext uri="{9D8B030D-6E8A-4147-A177-3AD203B41FA5}">
                      <a16:colId xmlns:a16="http://schemas.microsoft.com/office/drawing/2014/main" val="605345110"/>
                    </a:ext>
                  </a:extLst>
                </a:gridCol>
                <a:gridCol w="688723">
                  <a:extLst>
                    <a:ext uri="{9D8B030D-6E8A-4147-A177-3AD203B41FA5}">
                      <a16:colId xmlns:a16="http://schemas.microsoft.com/office/drawing/2014/main" val="1726672574"/>
                    </a:ext>
                  </a:extLst>
                </a:gridCol>
                <a:gridCol w="688723">
                  <a:extLst>
                    <a:ext uri="{9D8B030D-6E8A-4147-A177-3AD203B41FA5}">
                      <a16:colId xmlns:a16="http://schemas.microsoft.com/office/drawing/2014/main" val="1120265697"/>
                    </a:ext>
                  </a:extLst>
                </a:gridCol>
                <a:gridCol w="688723">
                  <a:extLst>
                    <a:ext uri="{9D8B030D-6E8A-4147-A177-3AD203B41FA5}">
                      <a16:colId xmlns:a16="http://schemas.microsoft.com/office/drawing/2014/main" val="1629514060"/>
                    </a:ext>
                  </a:extLst>
                </a:gridCol>
                <a:gridCol w="688723">
                  <a:extLst>
                    <a:ext uri="{9D8B030D-6E8A-4147-A177-3AD203B41FA5}">
                      <a16:colId xmlns:a16="http://schemas.microsoft.com/office/drawing/2014/main" val="852079668"/>
                    </a:ext>
                  </a:extLst>
                </a:gridCol>
                <a:gridCol w="688723">
                  <a:extLst>
                    <a:ext uri="{9D8B030D-6E8A-4147-A177-3AD203B41FA5}">
                      <a16:colId xmlns:a16="http://schemas.microsoft.com/office/drawing/2014/main" val="727252277"/>
                    </a:ext>
                  </a:extLst>
                </a:gridCol>
                <a:gridCol w="688723">
                  <a:extLst>
                    <a:ext uri="{9D8B030D-6E8A-4147-A177-3AD203B41FA5}">
                      <a16:colId xmlns:a16="http://schemas.microsoft.com/office/drawing/2014/main" val="2125147172"/>
                    </a:ext>
                  </a:extLst>
                </a:gridCol>
                <a:gridCol w="688723">
                  <a:extLst>
                    <a:ext uri="{9D8B030D-6E8A-4147-A177-3AD203B41FA5}">
                      <a16:colId xmlns:a16="http://schemas.microsoft.com/office/drawing/2014/main" val="2222669729"/>
                    </a:ext>
                  </a:extLst>
                </a:gridCol>
                <a:gridCol w="688723">
                  <a:extLst>
                    <a:ext uri="{9D8B030D-6E8A-4147-A177-3AD203B41FA5}">
                      <a16:colId xmlns:a16="http://schemas.microsoft.com/office/drawing/2014/main" val="2950483784"/>
                    </a:ext>
                  </a:extLst>
                </a:gridCol>
                <a:gridCol w="688723">
                  <a:extLst>
                    <a:ext uri="{9D8B030D-6E8A-4147-A177-3AD203B41FA5}">
                      <a16:colId xmlns:a16="http://schemas.microsoft.com/office/drawing/2014/main" val="2865746781"/>
                    </a:ext>
                  </a:extLst>
                </a:gridCol>
                <a:gridCol w="688723">
                  <a:extLst>
                    <a:ext uri="{9D8B030D-6E8A-4147-A177-3AD203B41FA5}">
                      <a16:colId xmlns:a16="http://schemas.microsoft.com/office/drawing/2014/main" val="1504251053"/>
                    </a:ext>
                  </a:extLst>
                </a:gridCol>
                <a:gridCol w="688723">
                  <a:extLst>
                    <a:ext uri="{9D8B030D-6E8A-4147-A177-3AD203B41FA5}">
                      <a16:colId xmlns:a16="http://schemas.microsoft.com/office/drawing/2014/main" val="3288016459"/>
                    </a:ext>
                  </a:extLst>
                </a:gridCol>
              </a:tblGrid>
              <a:tr h="264423">
                <a:tc>
                  <a:txBody>
                    <a:bodyPr/>
                    <a:lstStyle/>
                    <a:p>
                      <a:r>
                        <a:rPr lang="en-GB" sz="800" spc="50" baseline="0">
                          <a:solidFill>
                            <a:schemeClr val="tx1"/>
                          </a:solidFill>
                        </a:rPr>
                        <a:t>PHASE 1</a:t>
                      </a: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800" spc="50" baseline="0">
                        <a:solidFill>
                          <a:schemeClr val="tx1"/>
                        </a:solidFill>
                      </a:endParaRP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800" spc="50" baseline="0">
                          <a:solidFill>
                            <a:schemeClr val="tx1"/>
                          </a:solidFill>
                        </a:rPr>
                        <a:t>PHASE 2</a:t>
                      </a: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800" spc="50" baseline="0">
                        <a:solidFill>
                          <a:schemeClr val="tx1"/>
                        </a:solidFill>
                      </a:endParaRP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800" spc="50" baseline="0">
                        <a:solidFill>
                          <a:schemeClr val="tx1"/>
                        </a:solidFill>
                      </a:endParaRP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800" spc="50" baseline="0">
                        <a:solidFill>
                          <a:schemeClr val="tx1"/>
                        </a:solidFill>
                      </a:endParaRP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800" spc="50" baseline="0">
                          <a:solidFill>
                            <a:schemeClr val="tx1"/>
                          </a:solidFill>
                        </a:rPr>
                        <a:t>PHASE 3</a:t>
                      </a: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800" spc="50" baseline="0">
                        <a:solidFill>
                          <a:schemeClr val="tx1"/>
                        </a:solidFill>
                      </a:endParaRP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800" spc="50" baseline="0">
                          <a:solidFill>
                            <a:schemeClr val="tx1"/>
                          </a:solidFill>
                        </a:rPr>
                        <a:t>PHASE 4</a:t>
                      </a: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800" spc="50" baseline="0">
                        <a:solidFill>
                          <a:schemeClr val="tx1"/>
                        </a:solidFill>
                      </a:endParaRP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800" spc="50" baseline="0">
                        <a:solidFill>
                          <a:schemeClr val="tx1"/>
                        </a:solidFill>
                      </a:endParaRPr>
                    </a:p>
                  </a:txBody>
                  <a:tcPr marL="7200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800" spc="50" baseline="0">
                        <a:solidFill>
                          <a:schemeClr val="tx1"/>
                        </a:solidFill>
                      </a:endParaRPr>
                    </a:p>
                  </a:txBody>
                  <a:tcPr marL="72000" marR="0" marT="0" marB="0" anchor="ctr">
                    <a:lnL w="9525" cap="flat" cmpd="sng" algn="ctr">
                      <a:solidFill>
                        <a:srgbClr val="CCD4D6"/>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6994420"/>
                  </a:ext>
                </a:extLst>
              </a:tr>
              <a:tr h="264423">
                <a:tc>
                  <a:txBody>
                    <a:bodyPr/>
                    <a:lstStyle/>
                    <a:p>
                      <a:pPr algn="ctr"/>
                      <a:r>
                        <a:rPr lang="en-GB" sz="800" spc="50" baseline="0">
                          <a:solidFill>
                            <a:schemeClr val="tx1"/>
                          </a:solidFill>
                        </a:rPr>
                        <a:t>JAN</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FEB</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MAR</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APR</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MAY</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JUN</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JUL</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AUG</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SEP</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OCT</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NOV</a:t>
                      </a: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tc>
                  <a:txBody>
                    <a:bodyPr/>
                    <a:lstStyle/>
                    <a:p>
                      <a:pPr algn="ctr"/>
                      <a:r>
                        <a:rPr lang="en-GB" sz="800" spc="50" baseline="0">
                          <a:solidFill>
                            <a:schemeClr val="tx1"/>
                          </a:solidFill>
                        </a:rPr>
                        <a:t>DEC</a:t>
                      </a:r>
                    </a:p>
                  </a:txBody>
                  <a:tcPr marL="0" marR="0" marT="0" marB="0" anchor="ctr">
                    <a:lnL w="9525" cap="flat" cmpd="sng" algn="ctr">
                      <a:solidFill>
                        <a:srgbClr val="CCD4D6"/>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A9AD">
                        <a:alpha val="30000"/>
                      </a:srgbClr>
                    </a:solidFill>
                  </a:tcPr>
                </a:tc>
                <a:extLst>
                  <a:ext uri="{0D108BD9-81ED-4DB2-BD59-A6C34878D82A}">
                    <a16:rowId xmlns:a16="http://schemas.microsoft.com/office/drawing/2014/main" val="702110630"/>
                  </a:ext>
                </a:extLst>
              </a:tr>
              <a:tr h="679945">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698729"/>
                  </a:ext>
                </a:extLst>
              </a:tr>
              <a:tr h="679945">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192101"/>
                  </a:ext>
                </a:extLst>
              </a:tr>
              <a:tr h="679945">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939368"/>
                  </a:ext>
                </a:extLst>
              </a:tr>
              <a:tr h="679945">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5497061"/>
                  </a:ext>
                </a:extLst>
              </a:tr>
              <a:tr h="679945">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1256205"/>
                  </a:ext>
                </a:extLst>
              </a:tr>
              <a:tr h="679945">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solidFill>
                        <a:srgbClr val="CCD4D6"/>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50">
                        <a:solidFill>
                          <a:schemeClr val="tx1"/>
                        </a:solidFill>
                      </a:endParaRPr>
                    </a:p>
                  </a:txBody>
                  <a:tcPr marL="0" marR="0" marT="0" marB="0" anchor="ctr">
                    <a:lnL w="9525" cap="flat" cmpd="sng" algn="ctr">
                      <a:solidFill>
                        <a:srgbClr val="CCD4D6"/>
                      </a:solidFill>
                      <a:prstDash val="solid"/>
                      <a:round/>
                      <a:headEnd type="none" w="med" len="med"/>
                      <a:tailEnd type="none" w="med" len="med"/>
                    </a:lnL>
                    <a:lnR w="9525"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4091804"/>
                  </a:ext>
                </a:extLst>
              </a:tr>
            </a:tbl>
          </a:graphicData>
        </a:graphic>
      </p:graphicFrame>
      <p:sp>
        <p:nvSpPr>
          <p:cNvPr id="47" name="Rectangle 46">
            <a:extLst>
              <a:ext uri="{FF2B5EF4-FFF2-40B4-BE49-F238E27FC236}">
                <a16:creationId xmlns:a16="http://schemas.microsoft.com/office/drawing/2014/main" id="{38C9A86B-C8FB-D217-FDEE-01E20C8217DC}"/>
              </a:ext>
            </a:extLst>
          </p:cNvPr>
          <p:cNvSpPr/>
          <p:nvPr/>
        </p:nvSpPr>
        <p:spPr>
          <a:xfrm>
            <a:off x="547535" y="2379518"/>
            <a:ext cx="2888673" cy="27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50" b="1" i="0" u="none" strike="noStrike" kern="1200" cap="none" spc="0" normalizeH="0" baseline="0" noProof="1">
                <a:ln>
                  <a:noFill/>
                </a:ln>
                <a:solidFill>
                  <a:srgbClr val="000000"/>
                </a:solidFill>
                <a:effectLst/>
                <a:uLnTx/>
                <a:uFillTx/>
                <a:latin typeface="The Group TEXT" panose="00000500000000000000" pitchFamily="2" charset="0"/>
                <a:ea typeface="+mn-ea"/>
                <a:cs typeface="+mn-cs"/>
              </a:rPr>
              <a:t>Category 1</a:t>
            </a:r>
          </a:p>
        </p:txBody>
      </p:sp>
      <p:sp>
        <p:nvSpPr>
          <p:cNvPr id="48" name="Rectangle 47">
            <a:extLst>
              <a:ext uri="{FF2B5EF4-FFF2-40B4-BE49-F238E27FC236}">
                <a16:creationId xmlns:a16="http://schemas.microsoft.com/office/drawing/2014/main" id="{D5439F46-D59E-2F72-BB67-7E27BA37207E}"/>
              </a:ext>
            </a:extLst>
          </p:cNvPr>
          <p:cNvSpPr/>
          <p:nvPr/>
        </p:nvSpPr>
        <p:spPr>
          <a:xfrm>
            <a:off x="547535" y="3429000"/>
            <a:ext cx="2888673" cy="27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50" b="1" i="0" u="none" strike="noStrike" kern="1200" cap="none" spc="0" normalizeH="0" baseline="0" noProof="1">
                <a:ln>
                  <a:noFill/>
                </a:ln>
                <a:solidFill>
                  <a:srgbClr val="000000"/>
                </a:solidFill>
                <a:effectLst/>
                <a:uLnTx/>
                <a:uFillTx/>
                <a:latin typeface="The Group TEXT" panose="00000500000000000000" pitchFamily="2" charset="0"/>
                <a:ea typeface="+mn-ea"/>
                <a:cs typeface="+mn-cs"/>
              </a:rPr>
              <a:t>Category 2</a:t>
            </a:r>
          </a:p>
        </p:txBody>
      </p:sp>
      <p:sp>
        <p:nvSpPr>
          <p:cNvPr id="49" name="Rectangle 48">
            <a:extLst>
              <a:ext uri="{FF2B5EF4-FFF2-40B4-BE49-F238E27FC236}">
                <a16:creationId xmlns:a16="http://schemas.microsoft.com/office/drawing/2014/main" id="{EA3A0119-CA45-EA3F-69C0-CCB3EC9A8E02}"/>
              </a:ext>
            </a:extLst>
          </p:cNvPr>
          <p:cNvSpPr/>
          <p:nvPr/>
        </p:nvSpPr>
        <p:spPr>
          <a:xfrm>
            <a:off x="547535" y="4416353"/>
            <a:ext cx="2888673" cy="27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50" b="1" i="0" u="none" strike="noStrike" kern="1200" cap="none" spc="0" normalizeH="0" baseline="0" noProof="1">
                <a:ln>
                  <a:noFill/>
                </a:ln>
                <a:solidFill>
                  <a:srgbClr val="000000"/>
                </a:solidFill>
                <a:effectLst/>
                <a:uLnTx/>
                <a:uFillTx/>
                <a:latin typeface="The Group TEXT" panose="00000500000000000000" pitchFamily="2" charset="0"/>
                <a:ea typeface="+mn-ea"/>
                <a:cs typeface="+mn-cs"/>
              </a:rPr>
              <a:t>Category 3</a:t>
            </a:r>
          </a:p>
        </p:txBody>
      </p:sp>
      <p:sp>
        <p:nvSpPr>
          <p:cNvPr id="50" name="Rectangle 49">
            <a:extLst>
              <a:ext uri="{FF2B5EF4-FFF2-40B4-BE49-F238E27FC236}">
                <a16:creationId xmlns:a16="http://schemas.microsoft.com/office/drawing/2014/main" id="{08083E23-F71F-A966-12EF-5E750CAA04CC}"/>
              </a:ext>
            </a:extLst>
          </p:cNvPr>
          <p:cNvSpPr/>
          <p:nvPr/>
        </p:nvSpPr>
        <p:spPr>
          <a:xfrm>
            <a:off x="547535" y="5424597"/>
            <a:ext cx="2888673" cy="27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50" b="1" i="0" u="none" strike="noStrike" kern="1200" cap="none" spc="0" normalizeH="0" baseline="0" noProof="1">
                <a:ln>
                  <a:noFill/>
                </a:ln>
                <a:solidFill>
                  <a:srgbClr val="000000"/>
                </a:solidFill>
                <a:effectLst/>
                <a:uLnTx/>
                <a:uFillTx/>
                <a:latin typeface="The Group TEXT" panose="00000500000000000000" pitchFamily="2" charset="0"/>
                <a:ea typeface="+mn-ea"/>
                <a:cs typeface="+mn-cs"/>
              </a:rPr>
              <a:t>Category 4</a:t>
            </a:r>
          </a:p>
        </p:txBody>
      </p:sp>
      <p:cxnSp>
        <p:nvCxnSpPr>
          <p:cNvPr id="51" name="Straight Connector 50">
            <a:extLst>
              <a:ext uri="{FF2B5EF4-FFF2-40B4-BE49-F238E27FC236}">
                <a16:creationId xmlns:a16="http://schemas.microsoft.com/office/drawing/2014/main" id="{C960FA10-2EC3-C558-ACB2-A3882410109F}"/>
              </a:ext>
            </a:extLst>
          </p:cNvPr>
          <p:cNvCxnSpPr>
            <a:cxnSpLocks/>
          </p:cNvCxnSpPr>
          <p:nvPr/>
        </p:nvCxnSpPr>
        <p:spPr>
          <a:xfrm>
            <a:off x="413608" y="2379518"/>
            <a:ext cx="0" cy="1018418"/>
          </a:xfrm>
          <a:prstGeom prst="line">
            <a:avLst/>
          </a:prstGeom>
          <a:ln w="19050">
            <a:solidFill>
              <a:srgbClr val="99CCC5"/>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4DE6A31-7D94-1545-3DC5-BF67F6C98A82}"/>
              </a:ext>
            </a:extLst>
          </p:cNvPr>
          <p:cNvCxnSpPr>
            <a:cxnSpLocks/>
          </p:cNvCxnSpPr>
          <p:nvPr/>
        </p:nvCxnSpPr>
        <p:spPr>
          <a:xfrm>
            <a:off x="413608" y="3397936"/>
            <a:ext cx="0" cy="1018417"/>
          </a:xfrm>
          <a:prstGeom prst="line">
            <a:avLst/>
          </a:prstGeom>
          <a:ln w="19050">
            <a:solidFill>
              <a:srgbClr val="66B3A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B1D7907-3BE9-4103-51FB-E1E49F6CF0CB}"/>
              </a:ext>
            </a:extLst>
          </p:cNvPr>
          <p:cNvCxnSpPr>
            <a:cxnSpLocks/>
          </p:cNvCxnSpPr>
          <p:nvPr/>
        </p:nvCxnSpPr>
        <p:spPr>
          <a:xfrm>
            <a:off x="413608" y="4416353"/>
            <a:ext cx="0" cy="1008244"/>
          </a:xfrm>
          <a:prstGeom prst="line">
            <a:avLst/>
          </a:prstGeom>
          <a:ln w="19050">
            <a:solidFill>
              <a:srgbClr val="33998C"/>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B0E9DDA-52A0-17D9-C151-F2466EF0D522}"/>
              </a:ext>
            </a:extLst>
          </p:cNvPr>
          <p:cNvCxnSpPr>
            <a:cxnSpLocks/>
          </p:cNvCxnSpPr>
          <p:nvPr/>
        </p:nvCxnSpPr>
        <p:spPr>
          <a:xfrm>
            <a:off x="413608" y="5434772"/>
            <a:ext cx="0" cy="1018418"/>
          </a:xfrm>
          <a:prstGeom prst="line">
            <a:avLst/>
          </a:prstGeom>
          <a:ln w="19050">
            <a:solidFill>
              <a:srgbClr val="00806F"/>
            </a:solidFill>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56D84792-48D2-088A-F1BC-6A28C1987488}"/>
              </a:ext>
            </a:extLst>
          </p:cNvPr>
          <p:cNvSpPr/>
          <p:nvPr/>
        </p:nvSpPr>
        <p:spPr>
          <a:xfrm>
            <a:off x="9111047" y="1464294"/>
            <a:ext cx="927063" cy="3807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050" b="1" i="0" u="none" strike="noStrike" kern="1200" cap="none" spc="0" normalizeH="0" baseline="0" noProof="1">
                <a:ln>
                  <a:noFill/>
                </a:ln>
                <a:solidFill>
                  <a:srgbClr val="008C82"/>
                </a:solidFill>
                <a:effectLst/>
                <a:uLnTx/>
                <a:uFillTx/>
                <a:latin typeface="The Group TEXT" panose="00000500000000000000" pitchFamily="2" charset="0"/>
                <a:ea typeface="+mn-ea"/>
                <a:cs typeface="+mn-cs"/>
              </a:rPr>
              <a:t>Product Launch</a:t>
            </a:r>
          </a:p>
        </p:txBody>
      </p:sp>
      <p:sp>
        <p:nvSpPr>
          <p:cNvPr id="56" name="Rectangle 55">
            <a:extLst>
              <a:ext uri="{FF2B5EF4-FFF2-40B4-BE49-F238E27FC236}">
                <a16:creationId xmlns:a16="http://schemas.microsoft.com/office/drawing/2014/main" id="{5D61D754-577B-5B24-384F-60272A2500C0}"/>
              </a:ext>
            </a:extLst>
          </p:cNvPr>
          <p:cNvSpPr/>
          <p:nvPr/>
        </p:nvSpPr>
        <p:spPr>
          <a:xfrm>
            <a:off x="3522518" y="2754097"/>
            <a:ext cx="1377538" cy="263787"/>
          </a:xfrm>
          <a:prstGeom prst="rect">
            <a:avLst/>
          </a:prstGeom>
          <a:solidFill>
            <a:srgbClr val="99CCC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nvGrpSpPr>
          <p:cNvPr id="57" name="Group 56">
            <a:extLst>
              <a:ext uri="{FF2B5EF4-FFF2-40B4-BE49-F238E27FC236}">
                <a16:creationId xmlns:a16="http://schemas.microsoft.com/office/drawing/2014/main" id="{8BBECD46-24D9-4CE6-D16F-47C84F950AA0}"/>
              </a:ext>
            </a:extLst>
          </p:cNvPr>
          <p:cNvGrpSpPr/>
          <p:nvPr/>
        </p:nvGrpSpPr>
        <p:grpSpPr>
          <a:xfrm>
            <a:off x="4900056" y="3608724"/>
            <a:ext cx="2754775" cy="596840"/>
            <a:chOff x="2772955" y="3539288"/>
            <a:chExt cx="2754775" cy="596840"/>
          </a:xfrm>
          <a:solidFill>
            <a:srgbClr val="66B3A9"/>
          </a:solidFill>
        </p:grpSpPr>
        <p:sp>
          <p:nvSpPr>
            <p:cNvPr id="58" name="Rectangle 57">
              <a:extLst>
                <a:ext uri="{FF2B5EF4-FFF2-40B4-BE49-F238E27FC236}">
                  <a16:creationId xmlns:a16="http://schemas.microsoft.com/office/drawing/2014/main" id="{9FFD1332-2258-8D77-2A56-5E6107DDB746}"/>
                </a:ext>
              </a:extLst>
            </p:cNvPr>
            <p:cNvSpPr/>
            <p:nvPr/>
          </p:nvSpPr>
          <p:spPr>
            <a:xfrm>
              <a:off x="2772955" y="3539288"/>
              <a:ext cx="2062719" cy="26378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59" name="Rectangle 58">
              <a:extLst>
                <a:ext uri="{FF2B5EF4-FFF2-40B4-BE49-F238E27FC236}">
                  <a16:creationId xmlns:a16="http://schemas.microsoft.com/office/drawing/2014/main" id="{B9D343CE-C8D3-1E1F-8251-8D04C1FCA65A}"/>
                </a:ext>
              </a:extLst>
            </p:cNvPr>
            <p:cNvSpPr/>
            <p:nvPr/>
          </p:nvSpPr>
          <p:spPr>
            <a:xfrm>
              <a:off x="4343271" y="3872341"/>
              <a:ext cx="1184459" cy="26378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grpSp>
        <p:nvGrpSpPr>
          <p:cNvPr id="60" name="Group 59">
            <a:extLst>
              <a:ext uri="{FF2B5EF4-FFF2-40B4-BE49-F238E27FC236}">
                <a16:creationId xmlns:a16="http://schemas.microsoft.com/office/drawing/2014/main" id="{2F6A978A-3DC0-DE93-56E0-B07E7F08E43B}"/>
              </a:ext>
            </a:extLst>
          </p:cNvPr>
          <p:cNvGrpSpPr/>
          <p:nvPr/>
        </p:nvGrpSpPr>
        <p:grpSpPr>
          <a:xfrm>
            <a:off x="7464286" y="4622249"/>
            <a:ext cx="1573904" cy="596840"/>
            <a:chOff x="3331948" y="3539288"/>
            <a:chExt cx="1573904" cy="596840"/>
          </a:xfrm>
          <a:solidFill>
            <a:srgbClr val="33998C"/>
          </a:solidFill>
        </p:grpSpPr>
        <p:sp>
          <p:nvSpPr>
            <p:cNvPr id="61" name="Rectangle 60">
              <a:extLst>
                <a:ext uri="{FF2B5EF4-FFF2-40B4-BE49-F238E27FC236}">
                  <a16:creationId xmlns:a16="http://schemas.microsoft.com/office/drawing/2014/main" id="{3B43323A-0A2A-9857-343E-F9C57D769EAF}"/>
                </a:ext>
              </a:extLst>
            </p:cNvPr>
            <p:cNvSpPr/>
            <p:nvPr/>
          </p:nvSpPr>
          <p:spPr>
            <a:xfrm>
              <a:off x="3331948" y="3539288"/>
              <a:ext cx="874643" cy="26378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62" name="Rectangle 61">
              <a:extLst>
                <a:ext uri="{FF2B5EF4-FFF2-40B4-BE49-F238E27FC236}">
                  <a16:creationId xmlns:a16="http://schemas.microsoft.com/office/drawing/2014/main" id="{995E4786-3928-A6D6-905F-DADC2443A59C}"/>
                </a:ext>
              </a:extLst>
            </p:cNvPr>
            <p:cNvSpPr/>
            <p:nvPr/>
          </p:nvSpPr>
          <p:spPr>
            <a:xfrm>
              <a:off x="3522517" y="3872341"/>
              <a:ext cx="1383335" cy="26378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grpSp>
        <p:nvGrpSpPr>
          <p:cNvPr id="63" name="Group 62">
            <a:extLst>
              <a:ext uri="{FF2B5EF4-FFF2-40B4-BE49-F238E27FC236}">
                <a16:creationId xmlns:a16="http://schemas.microsoft.com/office/drawing/2014/main" id="{5A8E0D9D-D2C5-D84C-026A-F9FC8FFB695C}"/>
              </a:ext>
            </a:extLst>
          </p:cNvPr>
          <p:cNvGrpSpPr/>
          <p:nvPr/>
        </p:nvGrpSpPr>
        <p:grpSpPr>
          <a:xfrm>
            <a:off x="8657904" y="5645561"/>
            <a:ext cx="3120485" cy="596840"/>
            <a:chOff x="3678400" y="3539288"/>
            <a:chExt cx="3120485" cy="596840"/>
          </a:xfrm>
          <a:solidFill>
            <a:srgbClr val="99CCC5"/>
          </a:solidFill>
        </p:grpSpPr>
        <p:sp>
          <p:nvSpPr>
            <p:cNvPr id="64" name="Rectangle 63">
              <a:extLst>
                <a:ext uri="{FF2B5EF4-FFF2-40B4-BE49-F238E27FC236}">
                  <a16:creationId xmlns:a16="http://schemas.microsoft.com/office/drawing/2014/main" id="{E34D0CA4-79E4-3607-8679-4474F24764BF}"/>
                </a:ext>
              </a:extLst>
            </p:cNvPr>
            <p:cNvSpPr/>
            <p:nvPr/>
          </p:nvSpPr>
          <p:spPr>
            <a:xfrm>
              <a:off x="3678400" y="3539288"/>
              <a:ext cx="1062566" cy="263787"/>
            </a:xfrm>
            <a:prstGeom prst="rect">
              <a:avLst/>
            </a:prstGeom>
            <a:solidFill>
              <a:srgbClr val="00806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sp>
          <p:nvSpPr>
            <p:cNvPr id="65" name="Rectangle 64">
              <a:extLst>
                <a:ext uri="{FF2B5EF4-FFF2-40B4-BE49-F238E27FC236}">
                  <a16:creationId xmlns:a16="http://schemas.microsoft.com/office/drawing/2014/main" id="{60A9FE8F-E74A-CD84-7D92-FECC6C64A46E}"/>
                </a:ext>
              </a:extLst>
            </p:cNvPr>
            <p:cNvSpPr/>
            <p:nvPr/>
          </p:nvSpPr>
          <p:spPr>
            <a:xfrm>
              <a:off x="4065104" y="3872341"/>
              <a:ext cx="2733781" cy="263787"/>
            </a:xfrm>
            <a:prstGeom prst="rect">
              <a:avLst/>
            </a:prstGeom>
            <a:solidFill>
              <a:srgbClr val="00806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marR="0" lvl="0" indent="-180000" algn="l" defTabSz="914400" rtl="0" eaLnBrk="1" fontAlgn="auto" latinLnBrk="0" hangingPunct="1">
                <a:lnSpc>
                  <a:spcPct val="100000"/>
                </a:lnSpc>
                <a:spcBef>
                  <a:spcPts val="600"/>
                </a:spcBef>
                <a:spcAft>
                  <a:spcPts val="0"/>
                </a:spcAft>
                <a:buClrTx/>
                <a:buSzTx/>
                <a:buFont typeface="The Group TEXT" panose="020B0604020202020204" pitchFamily="34" charset="0"/>
                <a:buChar char="•"/>
                <a:tabLst/>
                <a:defRPr/>
              </a:pPr>
              <a:endParaRPr kumimoji="0" lang="en-GB" sz="1600" b="0" i="0" u="none" strike="noStrike" kern="1200" cap="none" spc="0" normalizeH="0" baseline="0" noProof="0">
                <a:ln>
                  <a:noFill/>
                </a:ln>
                <a:solidFill>
                  <a:srgbClr val="000000"/>
                </a:solidFill>
                <a:effectLst/>
                <a:uLnTx/>
                <a:uFillTx/>
                <a:latin typeface="The Group TEXT" panose="00000500000000000000" pitchFamily="2" charset="0"/>
                <a:ea typeface="+mn-ea"/>
                <a:cs typeface="+mn-cs"/>
              </a:endParaRPr>
            </a:p>
          </p:txBody>
        </p:sp>
      </p:grpSp>
      <p:cxnSp>
        <p:nvCxnSpPr>
          <p:cNvPr id="66" name="Straight Connector 65">
            <a:extLst>
              <a:ext uri="{FF2B5EF4-FFF2-40B4-BE49-F238E27FC236}">
                <a16:creationId xmlns:a16="http://schemas.microsoft.com/office/drawing/2014/main" id="{5BEDFCF3-6A9A-C3B4-971E-2E9EB91B6072}"/>
              </a:ext>
            </a:extLst>
          </p:cNvPr>
          <p:cNvCxnSpPr>
            <a:cxnSpLocks/>
          </p:cNvCxnSpPr>
          <p:nvPr/>
        </p:nvCxnSpPr>
        <p:spPr>
          <a:xfrm flipV="1">
            <a:off x="6637514" y="1464294"/>
            <a:ext cx="0" cy="4988895"/>
          </a:xfrm>
          <a:prstGeom prst="line">
            <a:avLst/>
          </a:prstGeom>
          <a:ln w="15875">
            <a:solidFill>
              <a:schemeClr val="accent2"/>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EB471DC-4783-EE70-1255-353BCE36FBA3}"/>
              </a:ext>
            </a:extLst>
          </p:cNvPr>
          <p:cNvCxnSpPr>
            <a:cxnSpLocks/>
          </p:cNvCxnSpPr>
          <p:nvPr/>
        </p:nvCxnSpPr>
        <p:spPr>
          <a:xfrm flipV="1">
            <a:off x="9037024" y="1464294"/>
            <a:ext cx="0" cy="4988895"/>
          </a:xfrm>
          <a:prstGeom prst="line">
            <a:avLst/>
          </a:prstGeom>
          <a:ln w="15875" cmpd="sng">
            <a:solidFill>
              <a:schemeClr val="accent2"/>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0638C04-1486-10A5-4869-F535B71D37E0}"/>
              </a:ext>
            </a:extLst>
          </p:cNvPr>
          <p:cNvCxnSpPr>
            <a:cxnSpLocks/>
          </p:cNvCxnSpPr>
          <p:nvPr/>
        </p:nvCxnSpPr>
        <p:spPr>
          <a:xfrm flipV="1">
            <a:off x="7654831" y="1844674"/>
            <a:ext cx="0" cy="4608515"/>
          </a:xfrm>
          <a:prstGeom prst="line">
            <a:avLst/>
          </a:prstGeom>
          <a:ln w="15875" cmpd="sng">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E246D01-8711-5A35-2AA3-5E639B5B6925}"/>
              </a:ext>
            </a:extLst>
          </p:cNvPr>
          <p:cNvCxnSpPr>
            <a:cxnSpLocks/>
          </p:cNvCxnSpPr>
          <p:nvPr/>
        </p:nvCxnSpPr>
        <p:spPr>
          <a:xfrm flipV="1">
            <a:off x="4900056" y="1844674"/>
            <a:ext cx="0" cy="4608515"/>
          </a:xfrm>
          <a:prstGeom prst="line">
            <a:avLst/>
          </a:prstGeom>
          <a:ln w="15875" cmpd="sng">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5ADE2C1-8513-D006-F8F3-9A125A020729}"/>
              </a:ext>
            </a:extLst>
          </p:cNvPr>
          <p:cNvCxnSpPr>
            <a:cxnSpLocks/>
          </p:cNvCxnSpPr>
          <p:nvPr/>
        </p:nvCxnSpPr>
        <p:spPr>
          <a:xfrm flipV="1">
            <a:off x="3522518" y="1844674"/>
            <a:ext cx="0" cy="4608515"/>
          </a:xfrm>
          <a:prstGeom prst="line">
            <a:avLst/>
          </a:prstGeom>
          <a:ln w="15875" cmpd="sng">
            <a:solidFill>
              <a:schemeClr val="accent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03426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Gx.oB2cWL_E5TCFQDgmcB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8zrZhvUn4kNt1U6WPxrfU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N8vkTuNaAtX9NJHpuF90Y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CwGZRtwoE3dNKRQbAquhF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WKHH7piN7Ic973DHsRrpP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AhHjqUAL_p.mry9Vn2gcc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jsOXZb08w9bVZQMOhVxdG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LzSXrsOsGfVgsCpGzUfvM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1cgd4mmHFZ3rPtL0LxmzP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fWCL3h4_9IsVZVFWRR00a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eOt9bl4yNjAdrRDsubCjd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Tf_KM_JqIc5IaZvtYzNGm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OKxrrNWxCF662DD_7Kk2u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3mNGGXr0AZ5zVr6QaxiMr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glex9ImCnGAi81eJ2i3dR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IY5MafbbMBpR2VsYJrNVr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EsSDVcIHuUqQVcVclS0Bd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fVNOzvkoygK22EJMZWGko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It5bMx.vlGAJFuuCWE4Le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kq6TzfAeWp2lNZxIGfaUs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1cNS8Y3TuQw2ahbOmdQP6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QqVQM2OSs_X4zriTBHiibw"/>
</p:tagLst>
</file>

<file path=ppt/theme/theme1.xml><?xml version="1.0" encoding="utf-8"?>
<a:theme xmlns:a="http://schemas.openxmlformats.org/drawingml/2006/main" name="Volkswagen Group Theme">
  <a:themeElements>
    <a:clrScheme name="Volkswagen Group Theme ">
      <a:dk1>
        <a:srgbClr val="000000"/>
      </a:dk1>
      <a:lt1>
        <a:srgbClr val="FFFFFF"/>
      </a:lt1>
      <a:dk2>
        <a:srgbClr val="002733"/>
      </a:dk2>
      <a:lt2>
        <a:srgbClr val="FFFFFF"/>
      </a:lt2>
      <a:accent1>
        <a:srgbClr val="002733"/>
      </a:accent1>
      <a:accent2>
        <a:srgbClr val="008C82"/>
      </a:accent2>
      <a:accent3>
        <a:srgbClr val="99D1CD"/>
      </a:accent3>
      <a:accent4>
        <a:srgbClr val="809399"/>
      </a:accent4>
      <a:accent5>
        <a:srgbClr val="CCD3D6"/>
      </a:accent5>
      <a:accent6>
        <a:srgbClr val="4C6870"/>
      </a:accent6>
      <a:hlink>
        <a:srgbClr val="008C82"/>
      </a:hlink>
      <a:folHlink>
        <a:srgbClr val="008C82"/>
      </a:folHlink>
    </a:clrScheme>
    <a:fontScheme name="Volkswagen Group Fonts">
      <a:majorFont>
        <a:latin typeface="The Group HEAD Light"/>
        <a:ea typeface=""/>
        <a:cs typeface=""/>
      </a:majorFont>
      <a:minorFont>
        <a:latin typeface="The Group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216000" tIns="216000" rIns="216000" bIns="216000" rtlCol="0" anchor="t"/>
      <a:lstStyle>
        <a:defPPr algn="l" defTabSz="432000">
          <a:spcAft>
            <a:spcPts val="600"/>
          </a:spcAft>
          <a:defRPr sz="1400" dirty="0" smtClean="0"/>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216000" tIns="216000" rIns="216000" bIns="216000" rtlCol="0">
        <a:spAutoFit/>
      </a:bodyPr>
      <a:lstStyle>
        <a:defPPr algn="l">
          <a:spcBef>
            <a:spcPts val="600"/>
          </a:spcBef>
          <a:defRPr sz="1400" dirty="0" err="1" smtClean="0"/>
        </a:defPPr>
      </a:lstStyle>
    </a:txDef>
  </a:objectDefaults>
  <a:extraClrSchemeLst/>
  <a:custClrLst>
    <a:custClr name="Deep Space Blue">
      <a:srgbClr val="002733"/>
    </a:custClr>
    <a:custClr name="Deep Space Blue 90%">
      <a:srgbClr val="193D47"/>
    </a:custClr>
    <a:custClr name="Deep Space Blue 60%">
      <a:srgbClr val="667D85"/>
    </a:custClr>
    <a:custClr name="Deep Space Blue 40%">
      <a:srgbClr val="99A9AD"/>
    </a:custClr>
    <a:custClr name="Deep Space Blue 20%">
      <a:srgbClr val="CCD4D6"/>
    </a:custClr>
    <a:custClr name="Deep Space Blue 10%">
      <a:srgbClr val="E5E9EB"/>
    </a:custClr>
    <a:custClr name="Blank">
      <a:srgbClr val="FFFFFF"/>
    </a:custClr>
    <a:custClr name="Blank">
      <a:srgbClr val="FFFFFF"/>
    </a:custClr>
    <a:custClr name="Blank">
      <a:srgbClr val="FFFFFF"/>
    </a:custClr>
    <a:custClr name="Blank">
      <a:srgbClr val="FFFFFF"/>
    </a:custClr>
    <a:custClr name="Vivid Green">
      <a:srgbClr val="008C82"/>
    </a:custClr>
    <a:custClr name="Vivid Green 80%">
      <a:srgbClr val="33A39B"/>
    </a:custClr>
    <a:custClr name="Vivid Green 60%">
      <a:srgbClr val="66BAB4"/>
    </a:custClr>
    <a:custClr name="Vivid Green 40%">
      <a:srgbClr val="99D1CD"/>
    </a:custClr>
    <a:custClr name="Vivid Green 20%">
      <a:srgbClr val="CCE8E6"/>
    </a:custClr>
    <a:custClr name="Vivid Green 10%">
      <a:srgbClr val="E5F3F2"/>
    </a:custClr>
    <a:custClr name="Blank">
      <a:srgbClr val="FFFFFF"/>
    </a:custClr>
    <a:custClr name="Blank">
      <a:srgbClr val="FFFFFF"/>
    </a:custClr>
    <a:custClr name="Blank">
      <a:srgbClr val="FFFFFF"/>
    </a:custClr>
    <a:custClr name="Blank">
      <a:srgbClr val="FFFFFF"/>
    </a:custClr>
    <a:custClr name="Electric Neon">
      <a:srgbClr val="C2FE06"/>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Coral">
      <a:srgbClr val="E67364"/>
    </a:custClr>
    <a:custClr name="Orange">
      <a:srgbClr val="FAAA3C"/>
    </a:custClr>
    <a:custClr name="Beige">
      <a:srgbClr val="FAD2AA"/>
    </a:custClr>
    <a:custClr name="Blue">
      <a:srgbClr val="8CBEE6"/>
    </a:custClr>
    <a:custClr name="Violet">
      <a:srgbClr val="C882BE"/>
    </a:custClr>
    <a:custClr name="Lavender">
      <a:srgbClr val="DCCDF0"/>
    </a:custClr>
    <a:custClr name="Blank">
      <a:srgbClr val="FFFFFF"/>
    </a:custClr>
    <a:custClr name="Traffic Light Red">
      <a:srgbClr val="DA0C1F"/>
    </a:custClr>
    <a:custClr name="Traffic Light Yellow">
      <a:srgbClr val="FCCD22"/>
    </a:custClr>
    <a:custClr name="Traffic Light Green">
      <a:srgbClr val="64A844"/>
    </a:custClr>
  </a:custClrLst>
  <a:extLst>
    <a:ext uri="{05A4C25C-085E-4340-85A3-A5531E510DB2}">
      <thm15:themeFamily xmlns:thm15="http://schemas.microsoft.com/office/thememl/2012/main" name="Group_PPT_Template_China_Right Aligned 0306 updated.pptx" id="{337DC2BD-4D04-477A-9EE7-F52423670BC2}" vid="{A70EB736-25DE-448F-9347-751A3FC181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930c0d3-ad7c-4118-80fa-f26975bc6a90">
      <Terms xmlns="http://schemas.microsoft.com/office/infopath/2007/PartnerControls"/>
    </lcf76f155ced4ddcb4097134ff3c332f>
    <TaxCatchAll xmlns="eee81c87-dba0-445d-8d27-e7c1c1ff001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950B391E1EC0D4C99EF5B2A104DE383" ma:contentTypeVersion="17" ma:contentTypeDescription="Create a new document." ma:contentTypeScope="" ma:versionID="8393e4dd65d374cfe61890b9e677bda1">
  <xsd:schema xmlns:xsd="http://www.w3.org/2001/XMLSchema" xmlns:xs="http://www.w3.org/2001/XMLSchema" xmlns:p="http://schemas.microsoft.com/office/2006/metadata/properties" xmlns:ns2="b930c0d3-ad7c-4118-80fa-f26975bc6a90" xmlns:ns3="eee81c87-dba0-445d-8d27-e7c1c1ff0015" targetNamespace="http://schemas.microsoft.com/office/2006/metadata/properties" ma:root="true" ma:fieldsID="04418f42b6f430f265ddd3ba73ba17f5" ns2:_="" ns3:_="">
    <xsd:import namespace="b930c0d3-ad7c-4118-80fa-f26975bc6a90"/>
    <xsd:import namespace="eee81c87-dba0-445d-8d27-e7c1c1ff001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OCR" minOccurs="0"/>
                <xsd:element ref="ns2:lcf76f155ced4ddcb4097134ff3c332f" minOccurs="0"/>
                <xsd:element ref="ns3:TaxCatchAll" minOccurs="0"/>
                <xsd:element ref="ns2:MediaServiceAutoKeyPoints" minOccurs="0"/>
                <xsd:element ref="ns2:MediaServiceKeyPoints" minOccurs="0"/>
                <xsd:element ref="ns2:MediaServiceLoca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30c0d3-ad7c-4118-80fa-f26975bc6a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60299b0d-7c8d-483c-881b-d84e0250e4ec" ma:termSetId="09814cd3-568e-fe90-9814-8d621ff8fb84" ma:anchorId="fba54fb3-c3e1-fe81-a776-ca4b69148c4d" ma:open="true" ma:isKeyword="false">
      <xsd:complexType>
        <xsd:sequence>
          <xsd:element ref="pc:Terms" minOccurs="0" maxOccurs="1"/>
        </xsd:sequence>
      </xsd:complex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e81c87-dba0-445d-8d27-e7c1c1ff001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f9656fb-08f2-4985-8188-ee0e5b8508c6}" ma:internalName="TaxCatchAll" ma:showField="CatchAllData" ma:web="eee81c87-dba0-445d-8d27-e7c1c1ff001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0B727B-3E73-41FA-99C5-703429473FDF}">
  <ds:schemaRefs>
    <ds:schemaRef ds:uri="http://schemas.microsoft.com/sharepoint/v3/contenttype/forms"/>
  </ds:schemaRefs>
</ds:datastoreItem>
</file>

<file path=customXml/itemProps2.xml><?xml version="1.0" encoding="utf-8"?>
<ds:datastoreItem xmlns:ds="http://schemas.openxmlformats.org/officeDocument/2006/customXml" ds:itemID="{79AEC697-46FC-4E4F-A401-70F07669050E}">
  <ds:schemaRefs>
    <ds:schemaRef ds:uri="http://schemas.microsoft.com/office/2006/documentManagement/types"/>
    <ds:schemaRef ds:uri="http://www.w3.org/XML/1998/namespace"/>
    <ds:schemaRef ds:uri="http://purl.org/dc/elements/1.1/"/>
    <ds:schemaRef ds:uri="http://purl.org/dc/terms/"/>
    <ds:schemaRef ds:uri="http://schemas.openxmlformats.org/package/2006/metadata/core-properties"/>
    <ds:schemaRef ds:uri="http://schemas.microsoft.com/office/infopath/2007/PartnerControls"/>
    <ds:schemaRef ds:uri="http://schemas.microsoft.com/office/2006/metadata/properties"/>
    <ds:schemaRef ds:uri="http://purl.org/dc/dcmitype/"/>
    <ds:schemaRef ds:uri="eee81c87-dba0-445d-8d27-e7c1c1ff0015"/>
    <ds:schemaRef ds:uri="b930c0d3-ad7c-4118-80fa-f26975bc6a90"/>
  </ds:schemaRefs>
</ds:datastoreItem>
</file>

<file path=customXml/itemProps3.xml><?xml version="1.0" encoding="utf-8"?>
<ds:datastoreItem xmlns:ds="http://schemas.openxmlformats.org/officeDocument/2006/customXml" ds:itemID="{B0BDB705-CD2E-467E-A0E5-4073DC3397DF}">
  <ds:schemaRefs>
    <ds:schemaRef ds:uri="b930c0d3-ad7c-4118-80fa-f26975bc6a90"/>
    <ds:schemaRef ds:uri="eee81c87-dba0-445d-8d27-e7c1c1ff001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b0ff92c5-92ff-43fe-a760-6a9303f9073d}" enabled="1" method="Standard" siteId="{1272ef7d-0a4c-4c35-8f4b-416e283c5d59}" removed="0"/>
</clbl:labelList>
</file>

<file path=docProps/app.xml><?xml version="1.0" encoding="utf-8"?>
<Properties xmlns="http://schemas.openxmlformats.org/officeDocument/2006/extended-properties" xmlns:vt="http://schemas.openxmlformats.org/officeDocument/2006/docPropsVTypes">
  <Template>Group_PPT_Template_China_Right Aligned 0306 updated</Template>
  <TotalTime>1</TotalTime>
  <Words>995</Words>
  <Application>Microsoft Office PowerPoint</Application>
  <PresentationFormat>宽屏</PresentationFormat>
  <Paragraphs>158</Paragraphs>
  <Slides>11</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11</vt:i4>
      </vt:variant>
    </vt:vector>
  </HeadingPairs>
  <TitlesOfParts>
    <vt:vector size="20" baseType="lpstr">
      <vt:lpstr>System Font Regular</vt:lpstr>
      <vt:lpstr>Arial</vt:lpstr>
      <vt:lpstr>Calibri</vt:lpstr>
      <vt:lpstr>Courier New</vt:lpstr>
      <vt:lpstr>The Group HEAD Light</vt:lpstr>
      <vt:lpstr>The Group TEXT</vt:lpstr>
      <vt:lpstr>Wingdings</vt:lpstr>
      <vt:lpstr>Volkswagen Group Theme</vt:lpstr>
      <vt:lpstr>think-cell Slide</vt:lpstr>
      <vt:lpstr>Title in The Group Head Light 44pt, White</vt:lpstr>
      <vt:lpstr>Agenda title in The Group Head Light 28pt, White</vt:lpstr>
      <vt:lpstr>Chapter divider, max. two lines in The Group Head Light 44pt, White</vt:lpstr>
      <vt:lpstr>Headline in The Group Head Light 28pt, White</vt:lpstr>
      <vt:lpstr>Headline in The Group Head Light 28pt, Deep Space Blue</vt:lpstr>
      <vt:lpstr>Headline in The Group Head Light 28pt, Deep Space Blue</vt:lpstr>
      <vt:lpstr>Headline in The Group Head Light 28pt, Deep Space Blue</vt:lpstr>
      <vt:lpstr>Headline in The Group Head Light 28pt, Deep Space Blue</vt:lpstr>
      <vt:lpstr>Headline in The Group Head Light 28pt, Deep Space Blue</vt:lpstr>
      <vt:lpstr>Phase diagram</vt:lpstr>
      <vt:lpstr>[Event Name] Timeline, Light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Manual</dc:title>
  <dc:subject/>
  <dc:creator>Xiao, Yuchen (Hub-DIS)</dc:creator>
  <cp:keywords/>
  <dc:description/>
  <cp:lastModifiedBy>zhilei zhang</cp:lastModifiedBy>
  <cp:revision>3</cp:revision>
  <dcterms:created xsi:type="dcterms:W3CDTF">2024-05-14T02:05:52Z</dcterms:created>
  <dcterms:modified xsi:type="dcterms:W3CDTF">2026-06-11T03:32:51Z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0x010100E950B391E1EC0D4C99EF5B2A104DE383</vt:lpwstr>
  </property>
  <property fmtid="{D5CDD505-2E9C-101B-9397-08002B2CF9AE}" pid="3" name="MediaServiceImageTags">
    <vt:lpwstr/>
  </property>
  <property fmtid="{D5CDD505-2E9C-101B-9397-08002B2CF9AE}" pid="4" name="MSIP_Label_b1c9b508-7c6e-42bd-bedf-808292653d6c_Enabled">
    <vt:lpwstr>true</vt:lpwstr>
  </property>
  <property fmtid="{D5CDD505-2E9C-101B-9397-08002B2CF9AE}" pid="5" name="MSIP_Label_b1c9b508-7c6e-42bd-bedf-808292653d6c_SetDate">
    <vt:lpwstr>2023-11-15T10:46:12Z</vt:lpwstr>
  </property>
  <property fmtid="{D5CDD505-2E9C-101B-9397-08002B2CF9AE}" pid="6" name="MSIP_Label_b1c9b508-7c6e-42bd-bedf-808292653d6c_Method">
    <vt:lpwstr>Standard</vt:lpwstr>
  </property>
  <property fmtid="{D5CDD505-2E9C-101B-9397-08002B2CF9AE}" pid="7" name="MSIP_Label_b1c9b508-7c6e-42bd-bedf-808292653d6c_Name">
    <vt:lpwstr>b1c9b508-7c6e-42bd-bedf-808292653d6c</vt:lpwstr>
  </property>
  <property fmtid="{D5CDD505-2E9C-101B-9397-08002B2CF9AE}" pid="8" name="MSIP_Label_b1c9b508-7c6e-42bd-bedf-808292653d6c_SiteId">
    <vt:lpwstr>2882be50-2012-4d88-ac86-544124e120c8</vt:lpwstr>
  </property>
  <property fmtid="{D5CDD505-2E9C-101B-9397-08002B2CF9AE}" pid="9" name="MSIP_Label_b1c9b508-7c6e-42bd-bedf-808292653d6c_ActionId">
    <vt:lpwstr>0c01f1c4-82e2-49db-8940-5ae7d32e5898</vt:lpwstr>
  </property>
  <property fmtid="{D5CDD505-2E9C-101B-9397-08002B2CF9AE}" pid="10" name="MSIP_Label_b1c9b508-7c6e-42bd-bedf-808292653d6c_ContentBits">
    <vt:lpwstr>3</vt:lpwstr>
  </property>
  <property fmtid="{D5CDD505-2E9C-101B-9397-08002B2CF9AE}" pid="11" name="ClassificationContentMarkingFooterLocations">
    <vt:lpwstr>Volkswagen Group Theme:19</vt:lpwstr>
  </property>
  <property fmtid="{D5CDD505-2E9C-101B-9397-08002B2CF9AE}" pid="12" name="ClassificationContentMarkingFooterText">
    <vt:lpwstr>INTERNAL</vt:lpwstr>
  </property>
</Properties>
</file>